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1"/>
  </p:notesMasterIdLst>
  <p:sldIdLst>
    <p:sldId id="261" r:id="rId2"/>
    <p:sldId id="262" r:id="rId3"/>
    <p:sldId id="263" r:id="rId4"/>
    <p:sldId id="264" r:id="rId5"/>
    <p:sldId id="265" r:id="rId6"/>
    <p:sldId id="266" r:id="rId7"/>
    <p:sldId id="256" r:id="rId8"/>
    <p:sldId id="257" r:id="rId9"/>
    <p:sldId id="258" r:id="rId10"/>
    <p:sldId id="259" r:id="rId11"/>
    <p:sldId id="260" r:id="rId12"/>
    <p:sldId id="267" r:id="rId13"/>
    <p:sldId id="268" r:id="rId14"/>
    <p:sldId id="269" r:id="rId15"/>
    <p:sldId id="270" r:id="rId16"/>
    <p:sldId id="271" r:id="rId17"/>
    <p:sldId id="272" r:id="rId18"/>
    <p:sldId id="273" r:id="rId19"/>
    <p:sldId id="320" r:id="rId20"/>
    <p:sldId id="321" r:id="rId21"/>
    <p:sldId id="322" r:id="rId22"/>
    <p:sldId id="274" r:id="rId23"/>
    <p:sldId id="275" r:id="rId24"/>
    <p:sldId id="277" r:id="rId25"/>
    <p:sldId id="278" r:id="rId26"/>
    <p:sldId id="276"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2" r:id="rId40"/>
    <p:sldId id="293" r:id="rId41"/>
    <p:sldId id="294" r:id="rId42"/>
    <p:sldId id="296" r:id="rId43"/>
    <p:sldId id="295" r:id="rId44"/>
    <p:sldId id="297" r:id="rId45"/>
    <p:sldId id="298" r:id="rId46"/>
    <p:sldId id="299" r:id="rId47"/>
    <p:sldId id="300" r:id="rId48"/>
    <p:sldId id="301" r:id="rId49"/>
    <p:sldId id="302" r:id="rId50"/>
    <p:sldId id="303" r:id="rId51"/>
    <p:sldId id="304" r:id="rId52"/>
    <p:sldId id="305" r:id="rId53"/>
    <p:sldId id="307" r:id="rId54"/>
    <p:sldId id="306" r:id="rId55"/>
    <p:sldId id="308" r:id="rId56"/>
    <p:sldId id="309" r:id="rId57"/>
    <p:sldId id="291" r:id="rId58"/>
    <p:sldId id="323" r:id="rId59"/>
    <p:sldId id="324" r:id="rId60"/>
    <p:sldId id="310" r:id="rId61"/>
    <p:sldId id="311" r:id="rId62"/>
    <p:sldId id="312" r:id="rId63"/>
    <p:sldId id="313" r:id="rId64"/>
    <p:sldId id="314" r:id="rId65"/>
    <p:sldId id="315" r:id="rId66"/>
    <p:sldId id="316" r:id="rId67"/>
    <p:sldId id="317" r:id="rId68"/>
    <p:sldId id="318" r:id="rId69"/>
    <p:sldId id="319" r:id="rId70"/>
  </p:sldIdLst>
  <p:sldSz cx="12192000" cy="6858000"/>
  <p:notesSz cx="6858000" cy="9144000"/>
  <p:defaultText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0773" autoAdjust="0"/>
  </p:normalViewPr>
  <p:slideViewPr>
    <p:cSldViewPr snapToGrid="0">
      <p:cViewPr varScale="1">
        <p:scale>
          <a:sx n="48" d="100"/>
          <a:sy n="48" d="100"/>
        </p:scale>
        <p:origin x="53" y="686"/>
      </p:cViewPr>
      <p:guideLst/>
    </p:cSldViewPr>
  </p:slideViewPr>
  <p:notesTextViewPr>
    <p:cViewPr>
      <p:scale>
        <a:sx n="1" d="1"/>
        <a:sy n="1" d="1"/>
      </p:scale>
      <p:origin x="0" y="-86"/>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LID4096"/>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C44456-1050-48CA-A1B9-1A5ADD8DCE8A}" type="datetimeFigureOut">
              <a:rPr lang="LID4096" smtClean="0"/>
              <a:t>11/17/2025</a:t>
            </a:fld>
            <a:endParaRPr lang="LID4096"/>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LID4096"/>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LID4096"/>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0CE67D9-15BB-4D5A-BDA0-1968CAFCAE96}" type="slidenum">
              <a:rPr lang="LID4096" smtClean="0"/>
              <a:t>‹#›</a:t>
            </a:fld>
            <a:endParaRPr lang="LID4096"/>
          </a:p>
        </p:txBody>
      </p:sp>
    </p:spTree>
    <p:extLst>
      <p:ext uri="{BB962C8B-B14F-4D97-AF65-F5344CB8AC3E}">
        <p14:creationId xmlns:p14="http://schemas.microsoft.com/office/powerpoint/2010/main" val="2971705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3" Type="http://schemas.openxmlformats.org/officeDocument/2006/relationships/hyperlink" Target="http://www.sleutelboek.eu:443/" TargetMode="External"/><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In een computernetwerk staan de computers met elkaar in verbinding. De manier waarop dat praktisch gebeurt, wordt de fysieke topologie van een netwerk genoemd. We onderscheiden vier modellen van fysieke topologieën: maas-, ring-, bus- en ster-netwerk.</a:t>
            </a:r>
          </a:p>
          <a:p>
            <a:endParaRPr lang="LID4096" dirty="0"/>
          </a:p>
        </p:txBody>
      </p:sp>
      <p:sp>
        <p:nvSpPr>
          <p:cNvPr id="4" name="Slide Number Placeholder 3"/>
          <p:cNvSpPr>
            <a:spLocks noGrp="1"/>
          </p:cNvSpPr>
          <p:nvPr>
            <p:ph type="sldNum" sz="quarter" idx="5"/>
          </p:nvPr>
        </p:nvSpPr>
        <p:spPr/>
        <p:txBody>
          <a:bodyPr/>
          <a:lstStyle/>
          <a:p>
            <a:fld id="{10CE67D9-15BB-4D5A-BDA0-1968CAFCAE96}" type="slidenum">
              <a:rPr lang="LID4096" smtClean="0"/>
              <a:t>1</a:t>
            </a:fld>
            <a:endParaRPr lang="LID4096"/>
          </a:p>
        </p:txBody>
      </p:sp>
    </p:spTree>
    <p:extLst>
      <p:ext uri="{BB962C8B-B14F-4D97-AF65-F5344CB8AC3E}">
        <p14:creationId xmlns:p14="http://schemas.microsoft.com/office/powerpoint/2010/main" val="8178769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dirty="0"/>
              <a:t>In maasnetwerken is elke computer verbonden met alle andere, al hoeven er niet effectief tussen alle computers verbindingen te bestaan. In functie van de te verwachten verkeerspatronen kunnen een deel van de verbindingen worden weggelaten. Communicatie tussen computers die niet rechtstreeks met elkaar verbonden zijn, kan dan nog altijd via een tussenliggende computer gebeuren. Een netwerkontwerper zal echter altijd proberen directe verbindingen aan te brengen tussen computers met de meest intensieve onderlinge communicatie. </a:t>
            </a:r>
          </a:p>
          <a:p>
            <a:endParaRPr lang="nl-BE" dirty="0"/>
          </a:p>
          <a:p>
            <a:r>
              <a:rPr lang="nl-BE" dirty="0"/>
              <a:t>Je kan een maasnetwerk vergelijken met ons wegennet: er bestaan rechtstreekse verbindingen tussen belangrijke steden, maar je kan ook van de ene stad naar de andere rijden via een stad ergens tussenin. Maasnetwerken zijn voor bekabelde lokale netwerken al lang verleden tijd. Maar routers op het internet vormen nog steeds een wereldwijd maasnetwerk, net zoals de satellieten van Starlink. En met de komst van de mesh-technologie zijn maasnetwerken ook in lokale netwerken weer terug van weggeweest, zij het wel enkel in draadloze vorm.</a:t>
            </a:r>
          </a:p>
          <a:p>
            <a:endParaRPr lang="LID4096" dirty="0"/>
          </a:p>
        </p:txBody>
      </p:sp>
      <p:sp>
        <p:nvSpPr>
          <p:cNvPr id="4" name="Slide Number Placeholder 3"/>
          <p:cNvSpPr>
            <a:spLocks noGrp="1"/>
          </p:cNvSpPr>
          <p:nvPr>
            <p:ph type="sldNum" sz="quarter" idx="5"/>
          </p:nvPr>
        </p:nvSpPr>
        <p:spPr/>
        <p:txBody>
          <a:bodyPr/>
          <a:lstStyle/>
          <a:p>
            <a:fld id="{10CE67D9-15BB-4D5A-BDA0-1968CAFCAE96}" type="slidenum">
              <a:rPr lang="LID4096" smtClean="0"/>
              <a:t>2</a:t>
            </a:fld>
            <a:endParaRPr lang="LID4096"/>
          </a:p>
        </p:txBody>
      </p:sp>
    </p:spTree>
    <p:extLst>
      <p:ext uri="{BB962C8B-B14F-4D97-AF65-F5344CB8AC3E}">
        <p14:creationId xmlns:p14="http://schemas.microsoft.com/office/powerpoint/2010/main" val="31978200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In een ringnetwerk staan de computers met elkaar in contact via één verbinding die van computer naar computer loopt. Doorgaans wordt daarbij gebruik gemaakt van een coaxiale kabel. Wanneer een computer een bericht wil doorgeven aan een andere computer in het netwerk, zullen alle computers een na een dat bericht ontvangen. Samen met het bericht wordt ook het netwerkadres van de bestemmeling meegestuurd. Enkel de computer met dat netwerkadres zal het bericht ook effectief inlezen. De andere computers sturen het bericht gewoon verder naar de volgende computer op het netwerk. Het bericht wordt op die manier langs het hele netwerk gestuurd tot het weer bij de zender aankomt, die daarmee weet dat het bericht alle computers – en dus ook de bestemmeling – heeft bereikt.</a:t>
            </a:r>
          </a:p>
          <a:p>
            <a:pPr marL="0" marR="0" lvl="0" indent="0" algn="l" defTabSz="914400" rtl="0" eaLnBrk="1" fontAlgn="auto" latinLnBrk="0" hangingPunct="1">
              <a:lnSpc>
                <a:spcPct val="100000"/>
              </a:lnSpc>
              <a:spcBef>
                <a:spcPts val="0"/>
              </a:spcBef>
              <a:spcAft>
                <a:spcPts val="0"/>
              </a:spcAft>
              <a:buClrTx/>
              <a:buSzTx/>
              <a:buFontTx/>
              <a:buNone/>
              <a:tabLst/>
              <a:defRPr/>
            </a:pPr>
            <a:endParaRPr lang="nl-BE" dirty="0"/>
          </a:p>
          <a:p>
            <a:r>
              <a:rPr lang="nl-BE" dirty="0"/>
              <a:t>Het verkeer over een ringnetwerk verloopt unidirectioneel (in één richting). Een bericht dat van de eerste naar de laatste computer moet worden gestuurd, zal dus verplicht de langste weg moeten nemen. Omdat elke computer het bericht moet verder sturen naar de volgende computer op het netwerk, spreken we van een actieve topologie.</a:t>
            </a:r>
          </a:p>
          <a:p>
            <a:endParaRPr lang="nl-BE" dirty="0"/>
          </a:p>
          <a:p>
            <a:r>
              <a:rPr lang="nl-BE" dirty="0"/>
              <a:t>Een van de grootste nadelen van ringnetwerken is dat slechts één computer tegelijk gegevens kan verzenden. De andere computers moeten wachten tot die ene computer klaar is met zenden. Hoe meer computers er deel uitmaken van het netwerk, hoe groter de gemiddelde wachttijden zullen worden. Het aantal computers op een ringnetwerk is in de praktijk dan ook beperkt. Nog een nadeel is wanneer de netwerkkaart van één computer defect is of wanneer er een breuk in de kabel voorvalt, het volledige netwerk wordt lam gelegd.</a:t>
            </a:r>
          </a:p>
          <a:p>
            <a:pPr marL="0" marR="0" lvl="0" indent="0" algn="l" defTabSz="914400" rtl="0" eaLnBrk="1" fontAlgn="auto" latinLnBrk="0" hangingPunct="1">
              <a:lnSpc>
                <a:spcPct val="100000"/>
              </a:lnSpc>
              <a:spcBef>
                <a:spcPts val="0"/>
              </a:spcBef>
              <a:spcAft>
                <a:spcPts val="0"/>
              </a:spcAft>
              <a:buClrTx/>
              <a:buSzTx/>
              <a:buFontTx/>
              <a:buNone/>
              <a:tabLst/>
              <a:defRPr/>
            </a:pPr>
            <a:endParaRPr lang="nl-BE" dirty="0"/>
          </a:p>
          <a:p>
            <a:endParaRPr lang="LID4096" dirty="0"/>
          </a:p>
        </p:txBody>
      </p:sp>
      <p:sp>
        <p:nvSpPr>
          <p:cNvPr id="4" name="Slide Number Placeholder 3"/>
          <p:cNvSpPr>
            <a:spLocks noGrp="1"/>
          </p:cNvSpPr>
          <p:nvPr>
            <p:ph type="sldNum" sz="quarter" idx="5"/>
          </p:nvPr>
        </p:nvSpPr>
        <p:spPr/>
        <p:txBody>
          <a:bodyPr/>
          <a:lstStyle/>
          <a:p>
            <a:fld id="{10CE67D9-15BB-4D5A-BDA0-1968CAFCAE96}" type="slidenum">
              <a:rPr lang="LID4096" smtClean="0"/>
              <a:t>3</a:t>
            </a:fld>
            <a:endParaRPr lang="LID4096"/>
          </a:p>
        </p:txBody>
      </p:sp>
    </p:spTree>
    <p:extLst>
      <p:ext uri="{BB962C8B-B14F-4D97-AF65-F5344CB8AC3E}">
        <p14:creationId xmlns:p14="http://schemas.microsoft.com/office/powerpoint/2010/main" val="35968306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dirty="0"/>
              <a:t>In een busnetwerk worden de computers eveneens met elkaar verbonden door één lijn die van computer naar computer loopt, maar die een begin en een einde heeft. Aan het begin en het einde van die centrale lijn wordt een weerstand geplaatst die men terminator noemt en die het signaal moet neutraliseren. Zonder terminator zou het signaal immers voortdurend heen en weer worden gekaatst, waardoor geen enkele computer nog zou kunnen beginnen zenden. De maximale afstand tussen de terminators bedraagt 185 meter, maar die afstand kan vergroot worden door gebruik te maken van repeaters.</a:t>
            </a:r>
          </a:p>
          <a:p>
            <a:endParaRPr lang="nl-BE" dirty="0"/>
          </a:p>
          <a:p>
            <a:r>
              <a:rPr lang="nl-BE" dirty="0"/>
              <a:t>Een busnetwerk werkt bidirectioneel: gegevens kunnen in twee richtingen over de kabel worden gestuurd. Een busnetwerk is bovendien een passieve topologie: de computers hoeven het bericht niet zelf verder te sturen. Wanneer een computer defect is, heeft dit dus geen invloed op de rest van het netwerk. Een breuk in de kabel of een defecte BNC-connector (dit is de connector die de computer verbindt met de netwerkkabel) zullen het netwerk wel plat leggen. Ook wanneer een computer moet toegevoegd worden aan het busnetwerk, zal tijdens die werkzaamheden het netwerkverkeer over het hele netwerk platgelegd worden.</a:t>
            </a:r>
          </a:p>
          <a:p>
            <a:endParaRPr lang="LID4096" dirty="0"/>
          </a:p>
        </p:txBody>
      </p:sp>
      <p:sp>
        <p:nvSpPr>
          <p:cNvPr id="4" name="Slide Number Placeholder 3"/>
          <p:cNvSpPr>
            <a:spLocks noGrp="1"/>
          </p:cNvSpPr>
          <p:nvPr>
            <p:ph type="sldNum" sz="quarter" idx="5"/>
          </p:nvPr>
        </p:nvSpPr>
        <p:spPr/>
        <p:txBody>
          <a:bodyPr/>
          <a:lstStyle/>
          <a:p>
            <a:fld id="{10CE67D9-15BB-4D5A-BDA0-1968CAFCAE96}" type="slidenum">
              <a:rPr lang="LID4096" smtClean="0"/>
              <a:t>4</a:t>
            </a:fld>
            <a:endParaRPr lang="LID4096"/>
          </a:p>
        </p:txBody>
      </p:sp>
    </p:spTree>
    <p:extLst>
      <p:ext uri="{BB962C8B-B14F-4D97-AF65-F5344CB8AC3E}">
        <p14:creationId xmlns:p14="http://schemas.microsoft.com/office/powerpoint/2010/main" val="31272419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dirty="0"/>
              <a:t>In sternetwerken worden de computers met elkaar verbonden door middel van een of meer netwerkverdeeldozen – hubs of switches. Daarbij wordt doorgaans gebruik gemaakt van UTP-bekabeling. </a:t>
            </a:r>
          </a:p>
          <a:p>
            <a:endParaRPr lang="nl-BE" dirty="0"/>
          </a:p>
          <a:p>
            <a:r>
              <a:rPr lang="nl-BE" dirty="0"/>
              <a:t>Het bericht van een computer komt in de hub aan en die stuurt het signaal verder. Passieve hubs geven het bericht door naar alle aangesloten computers. Elke compu-ter controleert of het bericht voor hem bestemd is. Het bericht hoeft niet verder ge-stuurd te worden,  want elke computer is als het ware een eindpunt. Een sternetwerk is daarom een passieve topologie.</a:t>
            </a:r>
          </a:p>
          <a:p>
            <a:endParaRPr lang="nl-BE" dirty="0"/>
          </a:p>
          <a:p>
            <a:r>
              <a:rPr lang="nl-BE" dirty="0"/>
              <a:t>Indien gebruik gemaakt wordt van switches wordt het bericht enkel doorgestuurd naar de computer voor wie het bedoeld is. Het verschil tussen hubs en switches leer je in hoofdstuk 3.3.</a:t>
            </a:r>
          </a:p>
          <a:p>
            <a:endParaRPr lang="nl-BE" dirty="0"/>
          </a:p>
          <a:p>
            <a:r>
              <a:rPr lang="nl-BE" dirty="0"/>
              <a:t>De zwakste schakel in een sternetwerk is de hub of de switch. Als die het begeeft, wordt het hele netwerk onklaar gemaakt. Anderzijds heeft een sternetwerk wel het voordeel dat wanneer één computer uitvalt of een kabel onderbroken wordt, dit de rest van het netwerk niet beïnvloedt.</a:t>
            </a:r>
          </a:p>
          <a:p>
            <a:endParaRPr lang="LID4096" dirty="0"/>
          </a:p>
        </p:txBody>
      </p:sp>
      <p:sp>
        <p:nvSpPr>
          <p:cNvPr id="4" name="Slide Number Placeholder 3"/>
          <p:cNvSpPr>
            <a:spLocks noGrp="1"/>
          </p:cNvSpPr>
          <p:nvPr>
            <p:ph type="sldNum" sz="quarter" idx="5"/>
          </p:nvPr>
        </p:nvSpPr>
        <p:spPr/>
        <p:txBody>
          <a:bodyPr/>
          <a:lstStyle/>
          <a:p>
            <a:fld id="{10CE67D9-15BB-4D5A-BDA0-1968CAFCAE96}" type="slidenum">
              <a:rPr lang="LID4096" smtClean="0"/>
              <a:t>5</a:t>
            </a:fld>
            <a:endParaRPr lang="LID4096"/>
          </a:p>
        </p:txBody>
      </p:sp>
    </p:spTree>
    <p:extLst>
      <p:ext uri="{BB962C8B-B14F-4D97-AF65-F5344CB8AC3E}">
        <p14:creationId xmlns:p14="http://schemas.microsoft.com/office/powerpoint/2010/main" val="16767118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Lokale sternetwerken worden op hun beurt vaak in stervorm met elkaar verbonden. We spreken dan van een boomtopologie of een hiërarchische stertopologie.</a:t>
            </a:r>
          </a:p>
          <a:p>
            <a:endParaRPr lang="LID4096" dirty="0"/>
          </a:p>
        </p:txBody>
      </p:sp>
      <p:sp>
        <p:nvSpPr>
          <p:cNvPr id="4" name="Slide Number Placeholder 3"/>
          <p:cNvSpPr>
            <a:spLocks noGrp="1"/>
          </p:cNvSpPr>
          <p:nvPr>
            <p:ph type="sldNum" sz="quarter" idx="5"/>
          </p:nvPr>
        </p:nvSpPr>
        <p:spPr/>
        <p:txBody>
          <a:bodyPr/>
          <a:lstStyle/>
          <a:p>
            <a:fld id="{10CE67D9-15BB-4D5A-BDA0-1968CAFCAE96}" type="slidenum">
              <a:rPr lang="LID4096" smtClean="0"/>
              <a:t>6</a:t>
            </a:fld>
            <a:endParaRPr lang="LID4096"/>
          </a:p>
        </p:txBody>
      </p:sp>
    </p:spTree>
    <p:extLst>
      <p:ext uri="{BB962C8B-B14F-4D97-AF65-F5344CB8AC3E}">
        <p14:creationId xmlns:p14="http://schemas.microsoft.com/office/powerpoint/2010/main" val="40634515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Het staatshoofd van China en zijn collega van Peru willen een diplomatiek telefoongesprek met elkaar houden. Hierbij doen zich enkele prangende problemen voor: beide staatshoofden spreken een verschillende taal en begrijpen elkaar dus niet. Bovendien gaat het om een boodschap die gevoelige informatie betreft. Als ze onderschept wordt, mag ze dus niet ontcijferd kunnen worden.</a:t>
            </a:r>
          </a:p>
          <a:p>
            <a:endParaRPr lang="LID4096" dirty="0"/>
          </a:p>
        </p:txBody>
      </p:sp>
      <p:sp>
        <p:nvSpPr>
          <p:cNvPr id="4" name="Slide Number Placeholder 3"/>
          <p:cNvSpPr>
            <a:spLocks noGrp="1"/>
          </p:cNvSpPr>
          <p:nvPr>
            <p:ph type="sldNum" sz="quarter" idx="5"/>
          </p:nvPr>
        </p:nvSpPr>
        <p:spPr/>
        <p:txBody>
          <a:bodyPr/>
          <a:lstStyle/>
          <a:p>
            <a:fld id="{10CE67D9-15BB-4D5A-BDA0-1968CAFCAE96}" type="slidenum">
              <a:rPr lang="LID4096" smtClean="0"/>
              <a:t>8</a:t>
            </a:fld>
            <a:endParaRPr lang="LID4096"/>
          </a:p>
        </p:txBody>
      </p:sp>
    </p:spTree>
    <p:extLst>
      <p:ext uri="{BB962C8B-B14F-4D97-AF65-F5344CB8AC3E}">
        <p14:creationId xmlns:p14="http://schemas.microsoft.com/office/powerpoint/2010/main" val="12185437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dirty="0"/>
              <a:t>Inhoudelijk volgen de beide staatshoofden alle diplomatieke regels met betrekking tot aanspreking, de manier waarop een internationale onderhandeling gevoerd wordt, enz. Die diplomatieke regels zijn internationaal afgesproken en dus door beide staatshoofden gekend.</a:t>
            </a:r>
          </a:p>
          <a:p>
            <a:endParaRPr lang="nl-BE" dirty="0"/>
          </a:p>
          <a:p>
            <a:r>
              <a:rPr lang="nl-BE" dirty="0"/>
              <a:t>Het Chinese staatshoofd deelt zijn boodschap mee aan zijn tolk. Die spreekt met zijn Peruviaanse collega een gemeenschappelijke taal af. Het probleem is immers dat de Chinese tolk geen Spaans kent en de Peruviaanse kent geen Chinees. Gelukkig kennen beide tolken wel Engels. Ze spreken dus af om elkaars berichten in het Engels te vertalen.</a:t>
            </a:r>
          </a:p>
          <a:p>
            <a:endParaRPr lang="nl-BE" dirty="0"/>
          </a:p>
          <a:p>
            <a:r>
              <a:rPr lang="nl-BE" dirty="0"/>
              <a:t>De tolken spreken niet rechtstreeks met elkaar. Iedereen die het bericht onderschept en Engels kent, zou de boodschap zo kunnen afluisteren. Daarom wordt het gesprek eerst door een cryptograaf versleuteld. De Chinese noch de Peruviaanse cryptograaf begrijpen Engels, maar dat geeft niet. Met de inhoud van de boodschap hebben zij immers niets te maken. Belangrijk is uiteraard wel dat ze gebruik maken van dezelfde encryptiecode, zodat ze boodschappen correct kunnen versleutelen en ontcijferen.</a:t>
            </a:r>
          </a:p>
          <a:p>
            <a:endParaRPr lang="nl-BE" dirty="0"/>
          </a:p>
          <a:p>
            <a:r>
              <a:rPr lang="nl-BE" dirty="0"/>
              <a:t>Tenslotte wordt door een operator in elk van de betrokken landen een fysieke verbinding aangemaakt. Zij spreken af via welk gemeenschappelijk communicatiemedium en met welke techniek dat moet gebeuren.</a:t>
            </a:r>
          </a:p>
          <a:p>
            <a:endParaRPr lang="nl-BE" dirty="0"/>
          </a:p>
          <a:p>
            <a:r>
              <a:rPr lang="nl-BE" dirty="0"/>
              <a:t>In dit voorbeeld wordt in 4 lagen gecommuniceerd en elke laag maakt gebruik van de diensten van de onderliggende lagen. Bovendien hoeft elke laag zich niets aan te trekken van de afspraken in de andere lagen</a:t>
            </a:r>
          </a:p>
          <a:p>
            <a:endParaRPr lang="LID4096" dirty="0"/>
          </a:p>
        </p:txBody>
      </p:sp>
      <p:sp>
        <p:nvSpPr>
          <p:cNvPr id="4" name="Slide Number Placeholder 3"/>
          <p:cNvSpPr>
            <a:spLocks noGrp="1"/>
          </p:cNvSpPr>
          <p:nvPr>
            <p:ph type="sldNum" sz="quarter" idx="5"/>
          </p:nvPr>
        </p:nvSpPr>
        <p:spPr/>
        <p:txBody>
          <a:bodyPr/>
          <a:lstStyle/>
          <a:p>
            <a:fld id="{10CE67D9-15BB-4D5A-BDA0-1968CAFCAE96}" type="slidenum">
              <a:rPr lang="LID4096" smtClean="0"/>
              <a:t>9</a:t>
            </a:fld>
            <a:endParaRPr lang="LID4096"/>
          </a:p>
        </p:txBody>
      </p:sp>
    </p:spTree>
    <p:extLst>
      <p:ext uri="{BB962C8B-B14F-4D97-AF65-F5344CB8AC3E}">
        <p14:creationId xmlns:p14="http://schemas.microsoft.com/office/powerpoint/2010/main" val="31391781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Ook voor computers werd er al in 1977 zo’n lagen-model ontworpen: het OSI reference model.  Het is een theoretisch model dat fabrikanten van netwerkapparatuur en softwareontwikkelaars in staat stelt om vlot met elkaar samen te werken en compatibele apparatuur en software te ontwikkelen.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nl-BE" dirty="0"/>
          </a:p>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Net zoals in het voorbeeld met de twee staatshoofden bestaan er tussen de verschillende lagen van zender en ontvanger gemeenschappelijke afspraken die protocollen worden genoemd. Die protocollen zijn openbaar zodat alle ontwikkelaars er vrij gebruik van kunnen maken. </a:t>
            </a:r>
          </a:p>
          <a:p>
            <a:endParaRPr lang="LID4096" dirty="0"/>
          </a:p>
        </p:txBody>
      </p:sp>
      <p:sp>
        <p:nvSpPr>
          <p:cNvPr id="4" name="Slide Number Placeholder 3"/>
          <p:cNvSpPr>
            <a:spLocks noGrp="1"/>
          </p:cNvSpPr>
          <p:nvPr>
            <p:ph type="sldNum" sz="quarter" idx="5"/>
          </p:nvPr>
        </p:nvSpPr>
        <p:spPr/>
        <p:txBody>
          <a:bodyPr/>
          <a:lstStyle/>
          <a:p>
            <a:fld id="{10CE67D9-15BB-4D5A-BDA0-1968CAFCAE96}" type="slidenum">
              <a:rPr lang="LID4096" smtClean="0"/>
              <a:t>10</a:t>
            </a:fld>
            <a:endParaRPr lang="LID4096"/>
          </a:p>
        </p:txBody>
      </p:sp>
    </p:spTree>
    <p:extLst>
      <p:ext uri="{BB962C8B-B14F-4D97-AF65-F5344CB8AC3E}">
        <p14:creationId xmlns:p14="http://schemas.microsoft.com/office/powerpoint/2010/main" val="4152023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In de toepassingslaag (application layer) zijn de toepassingsprogramma’s actief waarmee computergebruikers met elkaar communiceren. Deze laag levert geen diensten aan andere OSI-lagen – er zijn immers geen bovenliggende lagen – maar levert wel diensten aan computertoepassingen zoals browsers of e-mail clients. De toepassingslaag zorgt er ook voor dat de juiste protocollen worden geactiveerd voor een bepaalde verbinding. Zo wordt het verzenden van een e-mail bericht met een heel ander protocol behandeld dan bijvoorbeeld het plaatsen van een bestand op een fileserver.</a:t>
            </a:r>
          </a:p>
          <a:p>
            <a:endParaRPr lang="LID4096" dirty="0"/>
          </a:p>
        </p:txBody>
      </p:sp>
      <p:sp>
        <p:nvSpPr>
          <p:cNvPr id="4" name="Slide Number Placeholder 3"/>
          <p:cNvSpPr>
            <a:spLocks noGrp="1"/>
          </p:cNvSpPr>
          <p:nvPr>
            <p:ph type="sldNum" sz="quarter" idx="5"/>
          </p:nvPr>
        </p:nvSpPr>
        <p:spPr/>
        <p:txBody>
          <a:bodyPr/>
          <a:lstStyle/>
          <a:p>
            <a:fld id="{10CE67D9-15BB-4D5A-BDA0-1968CAFCAE96}" type="slidenum">
              <a:rPr lang="LID4096" smtClean="0"/>
              <a:t>11</a:t>
            </a:fld>
            <a:endParaRPr lang="LID4096"/>
          </a:p>
        </p:txBody>
      </p:sp>
    </p:spTree>
    <p:extLst>
      <p:ext uri="{BB962C8B-B14F-4D97-AF65-F5344CB8AC3E}">
        <p14:creationId xmlns:p14="http://schemas.microsoft.com/office/powerpoint/2010/main" val="15152904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Niet alle computers werken met dezelfde bestandsformaten en bestandssystemen. Er bestaan vaak nogal wat verschillen in de manier waarop gegevens weergegeven worden op verschillende computers in een netwerk. In de presentatielaag (presentation layer) wordt alle in- en uitgaande informatie getransformeerd naar een vooraf vastgesteld standaardformaat dat door alle elementen van het netwerk aanvaard wordt. Zo kan bijvoorbeeld een bericht dat in Unicode werd opgesteld, in ASCII-code omgezet worden voor het verzonden wordt. Andere taken die in de presentatielaag worden uitgevoerd zijn gegevenscompressie en –decompressie (hoewel dit ook in de applicatielaag kan gebeuren), encryptie en decryptie, en netwerkbeveiliging.</a:t>
            </a:r>
          </a:p>
          <a:p>
            <a:endParaRPr lang="LID4096" dirty="0"/>
          </a:p>
        </p:txBody>
      </p:sp>
      <p:sp>
        <p:nvSpPr>
          <p:cNvPr id="4" name="Slide Number Placeholder 3"/>
          <p:cNvSpPr>
            <a:spLocks noGrp="1"/>
          </p:cNvSpPr>
          <p:nvPr>
            <p:ph type="sldNum" sz="quarter" idx="5"/>
          </p:nvPr>
        </p:nvSpPr>
        <p:spPr/>
        <p:txBody>
          <a:bodyPr/>
          <a:lstStyle/>
          <a:p>
            <a:fld id="{10CE67D9-15BB-4D5A-BDA0-1968CAFCAE96}" type="slidenum">
              <a:rPr lang="LID4096" smtClean="0"/>
              <a:t>12</a:t>
            </a:fld>
            <a:endParaRPr lang="LID4096"/>
          </a:p>
        </p:txBody>
      </p:sp>
    </p:spTree>
    <p:extLst>
      <p:ext uri="{BB962C8B-B14F-4D97-AF65-F5344CB8AC3E}">
        <p14:creationId xmlns:p14="http://schemas.microsoft.com/office/powerpoint/2010/main" val="19573329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De sessielaag (session layer) zorgt ervoor dat een gebruiker zich bij een andere gebruiker of een server slechts één keer hoeft aan te melden voor de ganse duur van de verbinding. Wanneer de verbinding wegvalt, zal opnieuw een beroep gedaan worden op de sessielaag om weer aan te melden. Om te vermijden dat een verbinding te vaak zou worden verbroken of dat bij het verbreken van de verbinding alle gegevens opnieuw moeten worden verzonden, zal de sessielaag de verbinding tussen de twee computers synchroniseren. Samengevat kan je zeggen dat de sessielaag instaat voor het maken van een verbinding, het onderhouden en het synchroniseren ervan, en het correct afsluiten van de verbinding aan het einde van de communicatie. </a:t>
            </a:r>
          </a:p>
          <a:p>
            <a:endParaRPr lang="LID4096" dirty="0"/>
          </a:p>
        </p:txBody>
      </p:sp>
      <p:sp>
        <p:nvSpPr>
          <p:cNvPr id="4" name="Slide Number Placeholder 3"/>
          <p:cNvSpPr>
            <a:spLocks noGrp="1"/>
          </p:cNvSpPr>
          <p:nvPr>
            <p:ph type="sldNum" sz="quarter" idx="5"/>
          </p:nvPr>
        </p:nvSpPr>
        <p:spPr/>
        <p:txBody>
          <a:bodyPr/>
          <a:lstStyle/>
          <a:p>
            <a:fld id="{10CE67D9-15BB-4D5A-BDA0-1968CAFCAE96}" type="slidenum">
              <a:rPr lang="LID4096" smtClean="0"/>
              <a:t>13</a:t>
            </a:fld>
            <a:endParaRPr lang="LID4096"/>
          </a:p>
        </p:txBody>
      </p:sp>
    </p:spTree>
    <p:extLst>
      <p:ext uri="{BB962C8B-B14F-4D97-AF65-F5344CB8AC3E}">
        <p14:creationId xmlns:p14="http://schemas.microsoft.com/office/powerpoint/2010/main" val="19307658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dirty="0"/>
              <a:t>De belangrijkste functie van de transportlaag (transport layer) is het opsplitsen van de gegevens in segmenten om ze geschikt te maken voor het netwerk waarover ze verzonden worden. Die taak wordt segmenteren of fragmenteren genoemd. Daardoor zijn alle bovenliggende lagen totaal onafhankelijk van hardware of netwerktopologie. Je zou kunnen zeggen dat de transportlaag de eerste laag is, die zich werkelijk met het datatransport tussen computers bezighoudt, terwijl de activiteiten van de bovenliggende lagen zich enkel afspelen in de verzendende of ontvangende computer zelf.</a:t>
            </a:r>
          </a:p>
          <a:p>
            <a:endParaRPr lang="nl-BE" dirty="0"/>
          </a:p>
          <a:p>
            <a:r>
              <a:rPr lang="nl-BE" dirty="0"/>
              <a:t>Tevens zorgt de transportlaag voor een betrouwbaarheidsgarantie (QOS of quality of service). Ze zorgt ervoor dat de gegevens zonder wijzigingen bij de ontvanger aankomen. Daarvoor bestaan verschillende QOS-transportklassen, waarbij de laagste klasse geen foutcontrole voorziet terwijl de hoogste klasse de meest doorgedreven foutcontrole kent. Bij communicatie die erg snel moet gaan, maar waarbij het geen probleem is als er onderweg een beetje informatie verloren gaat, wordt een zeer lage QOS-transportklasse gebruikt. Wanneer het absoluut belangrijk dat er geen gegevens verloren gaan, wordt een hoge QOS-transportklasse ingezet. In dat geval is het wel mogelijk dat er vertragingen optreden. De QOS-transportklasse wordt niet door gebruikers gekozen, maar is afhankelijk van het gebruikte overdrachtsprotocol.</a:t>
            </a:r>
          </a:p>
          <a:p>
            <a:endParaRPr lang="nl-BE" dirty="0"/>
          </a:p>
          <a:p>
            <a:r>
              <a:rPr lang="nl-BE" dirty="0"/>
              <a:t>Tenslotte worden binnen de transportlaag ook afspraken gemaakt tussen de verbonden computers met betrekking tot de doorvoersnelheid van de gegevens. Dat proces wordt option negotiation genoemd.</a:t>
            </a:r>
          </a:p>
          <a:p>
            <a:endParaRPr lang="LID4096" dirty="0"/>
          </a:p>
        </p:txBody>
      </p:sp>
      <p:sp>
        <p:nvSpPr>
          <p:cNvPr id="4" name="Slide Number Placeholder 3"/>
          <p:cNvSpPr>
            <a:spLocks noGrp="1"/>
          </p:cNvSpPr>
          <p:nvPr>
            <p:ph type="sldNum" sz="quarter" idx="5"/>
          </p:nvPr>
        </p:nvSpPr>
        <p:spPr/>
        <p:txBody>
          <a:bodyPr/>
          <a:lstStyle/>
          <a:p>
            <a:fld id="{10CE67D9-15BB-4D5A-BDA0-1968CAFCAE96}" type="slidenum">
              <a:rPr lang="LID4096" smtClean="0"/>
              <a:t>14</a:t>
            </a:fld>
            <a:endParaRPr lang="LID4096"/>
          </a:p>
        </p:txBody>
      </p:sp>
    </p:spTree>
    <p:extLst>
      <p:ext uri="{BB962C8B-B14F-4D97-AF65-F5344CB8AC3E}">
        <p14:creationId xmlns:p14="http://schemas.microsoft.com/office/powerpoint/2010/main" val="175471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nl-BE" dirty="0"/>
              <a:t>De netwerklaag (network layer) verpakt de informatie in pakketjes. Elk pakketje wordt voorzien van de adresinformatie van het bericht, zodat geen enkel pakketje onderweg verloren kan gaan. Tevens regelt deze laag de doorstroming van de pakketjes over het netwerk (routering) zodat er geen oververzadiging van de datacommunicatielijnen ontstaat.  Op het niveau van de netwerklaag worden computers op een netwerk herkend aan de hand van een IP-adres. Dit logische adres wordt volledig softwarematig toegekend aan een computer en is onafhankelijk van de hardware. Je leert meer over IP-adressering in hoofdstuk 2.3.2. </a:t>
            </a:r>
          </a:p>
          <a:p>
            <a:endParaRPr lang="nl-BE" dirty="0"/>
          </a:p>
          <a:p>
            <a:r>
              <a:rPr lang="nl-BE" dirty="0"/>
              <a:t>Het IP-adres van de zender en dat van de ontvanger zijn noodzakelijk voor het bepalen van de route die een pakketje zal afleggen. Het bepalen van die route wordt path determination genoemd en gebeurt door routers. Hoe routering werkt, leer je in hoofdstuk 6.2.1.</a:t>
            </a:r>
          </a:p>
          <a:p>
            <a:endParaRPr lang="LID4096" dirty="0"/>
          </a:p>
        </p:txBody>
      </p:sp>
      <p:sp>
        <p:nvSpPr>
          <p:cNvPr id="4" name="Slide Number Placeholder 3"/>
          <p:cNvSpPr>
            <a:spLocks noGrp="1"/>
          </p:cNvSpPr>
          <p:nvPr>
            <p:ph type="sldNum" sz="quarter" idx="5"/>
          </p:nvPr>
        </p:nvSpPr>
        <p:spPr/>
        <p:txBody>
          <a:bodyPr/>
          <a:lstStyle/>
          <a:p>
            <a:fld id="{10CE67D9-15BB-4D5A-BDA0-1968CAFCAE96}" type="slidenum">
              <a:rPr lang="LID4096" smtClean="0"/>
              <a:t>15</a:t>
            </a:fld>
            <a:endParaRPr lang="LID4096"/>
          </a:p>
        </p:txBody>
      </p:sp>
    </p:spTree>
    <p:extLst>
      <p:ext uri="{BB962C8B-B14F-4D97-AF65-F5344CB8AC3E}">
        <p14:creationId xmlns:p14="http://schemas.microsoft.com/office/powerpoint/2010/main" val="4939279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nl-BE" dirty="0"/>
              <a:t>De netwerklaag (network layer) verpakt de informatie in pakketjes. Elk pakketje wordt voorzien van de adresinformatie van het bericht, zodat geen enkel pakketje onderweg verloren kan gaan. Tevens regelt deze laag de doorstroming van de pakketjes over het netwerk (routering) zodat er geen oververzadiging van de datacommunicatielijnen ontstaat.  Op het niveau van de netwerklaag worden computers op een netwerk herkend aan de hand van een IP-adres. Dit logische adres wordt volledig softwarematig toegekend aan een computer en is onafhankelijk van de hardware. Je leert meer over IP-adressering in hoofdstuk 2.3.2. </a:t>
            </a:r>
          </a:p>
          <a:p>
            <a:endParaRPr lang="nl-BE" dirty="0"/>
          </a:p>
          <a:p>
            <a:r>
              <a:rPr lang="nl-BE" dirty="0"/>
              <a:t>Het IP-adres van de zender en dat van de ontvanger zijn noodzakelijk voor het bepalen van de route die een pakketje zal afleggen. Het bepalen van die route wordt path determination genoemd en gebeurt door routers. Hoe routering werkt, leer je in hoofdstuk 6.2.1.</a:t>
            </a:r>
          </a:p>
          <a:p>
            <a:endParaRPr lang="LID4096" dirty="0"/>
          </a:p>
        </p:txBody>
      </p:sp>
      <p:sp>
        <p:nvSpPr>
          <p:cNvPr id="4" name="Slide Number Placeholder 3"/>
          <p:cNvSpPr>
            <a:spLocks noGrp="1"/>
          </p:cNvSpPr>
          <p:nvPr>
            <p:ph type="sldNum" sz="quarter" idx="5"/>
          </p:nvPr>
        </p:nvSpPr>
        <p:spPr/>
        <p:txBody>
          <a:bodyPr/>
          <a:lstStyle/>
          <a:p>
            <a:fld id="{10CE67D9-15BB-4D5A-BDA0-1968CAFCAE96}" type="slidenum">
              <a:rPr lang="LID4096" smtClean="0"/>
              <a:t>16</a:t>
            </a:fld>
            <a:endParaRPr lang="LID4096"/>
          </a:p>
        </p:txBody>
      </p:sp>
    </p:spTree>
    <p:extLst>
      <p:ext uri="{BB962C8B-B14F-4D97-AF65-F5344CB8AC3E}">
        <p14:creationId xmlns:p14="http://schemas.microsoft.com/office/powerpoint/2010/main" val="39325409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dirty="0"/>
              <a:t>In de verbindingslaag (datalink layer) worden de pakketjes opgedeeld in of samengevoegd tot frames. Zo’n frame kan dus meerdere pakketjes bevatten, die zelfs van verschillende zenders afkomstig zijn maar gebruik maken van dezelfde route. Terwijl een pakketje uit de netwerklaag een logische eenheid is, vormt een frame een fysieke eenheid. De manier waarop frames worden samengesteld, is afhankelijk van het netwerktype en de netwerktopologie waarover de informatie moet worden verstuurd.</a:t>
            </a:r>
          </a:p>
          <a:p>
            <a:endParaRPr lang="nl-BE" dirty="0"/>
          </a:p>
          <a:p>
            <a:r>
              <a:rPr lang="nl-BE" dirty="0"/>
              <a:t>De verbindingslaag bestaat zelf uit twee deellagen: de MAC-laag en de LLC-laag. In de MAC-laag communiceren de computers met elkaar door middel van een MAC-adres (media access control). Dat is een 48 bits lang uniek identificatienummer van de netwerkkaart en bevindt zich in een ROM-chip. De LLC-laag (logical link control) is niet afhankelijk van de hardware en communiceert met de bovenstaande lagen van het OSI reference model. Binnen de verbindingslaag worden het MAC-adres en het IP-adres aan elkaar gekoppeld. </a:t>
            </a:r>
          </a:p>
          <a:p>
            <a:endParaRPr lang="nl-BE" dirty="0"/>
          </a:p>
          <a:p>
            <a:endParaRPr lang="LID4096" dirty="0"/>
          </a:p>
        </p:txBody>
      </p:sp>
      <p:sp>
        <p:nvSpPr>
          <p:cNvPr id="4" name="Slide Number Placeholder 3"/>
          <p:cNvSpPr>
            <a:spLocks noGrp="1"/>
          </p:cNvSpPr>
          <p:nvPr>
            <p:ph type="sldNum" sz="quarter" idx="5"/>
          </p:nvPr>
        </p:nvSpPr>
        <p:spPr/>
        <p:txBody>
          <a:bodyPr/>
          <a:lstStyle/>
          <a:p>
            <a:fld id="{10CE67D9-15BB-4D5A-BDA0-1968CAFCAE96}" type="slidenum">
              <a:rPr lang="LID4096" smtClean="0"/>
              <a:t>17</a:t>
            </a:fld>
            <a:endParaRPr lang="LID4096"/>
          </a:p>
        </p:txBody>
      </p:sp>
    </p:spTree>
    <p:extLst>
      <p:ext uri="{BB962C8B-B14F-4D97-AF65-F5344CB8AC3E}">
        <p14:creationId xmlns:p14="http://schemas.microsoft.com/office/powerpoint/2010/main" val="3002150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De fysieke laag (physical layer) vervoert de bits zonder zich van de inhoud of de foutcontrole iets aan te trekken. Hierin worden de verschillende componenten beschreven die belangrijk zijn voor de manier waarop de gegevens moeten doorgestuurd worden, zoals het soort bekabeling, de maximale kabellengte, de gebruikte modulatie- en codeertechniek, connectortypes, enz.</a:t>
            </a:r>
          </a:p>
          <a:p>
            <a:endParaRPr lang="LID4096" dirty="0"/>
          </a:p>
        </p:txBody>
      </p:sp>
      <p:sp>
        <p:nvSpPr>
          <p:cNvPr id="4" name="Slide Number Placeholder 3"/>
          <p:cNvSpPr>
            <a:spLocks noGrp="1"/>
          </p:cNvSpPr>
          <p:nvPr>
            <p:ph type="sldNum" sz="quarter" idx="5"/>
          </p:nvPr>
        </p:nvSpPr>
        <p:spPr/>
        <p:txBody>
          <a:bodyPr/>
          <a:lstStyle/>
          <a:p>
            <a:fld id="{10CE67D9-15BB-4D5A-BDA0-1968CAFCAE96}" type="slidenum">
              <a:rPr lang="LID4096" smtClean="0"/>
              <a:t>18</a:t>
            </a:fld>
            <a:endParaRPr lang="LID4096"/>
          </a:p>
        </p:txBody>
      </p:sp>
    </p:spTree>
    <p:extLst>
      <p:ext uri="{BB962C8B-B14F-4D97-AF65-F5344CB8AC3E}">
        <p14:creationId xmlns:p14="http://schemas.microsoft.com/office/powerpoint/2010/main" val="23190451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Naast</a:t>
            </a:r>
            <a:r>
              <a:rPr lang="en-US" dirty="0"/>
              <a:t> de </a:t>
            </a:r>
            <a:r>
              <a:rPr lang="en-US" dirty="0" err="1"/>
              <a:t>nederlands</a:t>
            </a:r>
            <a:r>
              <a:rPr lang="en-US" dirty="0"/>
              <a:t> </a:t>
            </a:r>
            <a:r>
              <a:rPr lang="en-US" dirty="0" err="1"/>
              <a:t>benaming</a:t>
            </a:r>
            <a:r>
              <a:rPr lang="en-US" dirty="0"/>
              <a:t> </a:t>
            </a:r>
            <a:r>
              <a:rPr lang="en-US" dirty="0" err="1"/>
              <a:t>heb</a:t>
            </a:r>
            <a:r>
              <a:rPr lang="en-US" dirty="0"/>
              <a:t> je </a:t>
            </a:r>
            <a:r>
              <a:rPr lang="en-US" dirty="0" err="1"/>
              <a:t>ook</a:t>
            </a:r>
            <a:r>
              <a:rPr lang="en-US" dirty="0"/>
              <a:t> de </a:t>
            </a:r>
            <a:r>
              <a:rPr lang="en-US" dirty="0" err="1"/>
              <a:t>engels</a:t>
            </a:r>
            <a:r>
              <a:rPr lang="en-US" dirty="0"/>
              <a:t> </a:t>
            </a:r>
            <a:r>
              <a:rPr lang="en-US" dirty="0" err="1"/>
              <a:t>benaming</a:t>
            </a:r>
            <a:endParaRPr lang="LID4096" dirty="0"/>
          </a:p>
        </p:txBody>
      </p:sp>
      <p:sp>
        <p:nvSpPr>
          <p:cNvPr id="4" name="Slide Number Placeholder 3"/>
          <p:cNvSpPr>
            <a:spLocks noGrp="1"/>
          </p:cNvSpPr>
          <p:nvPr>
            <p:ph type="sldNum" sz="quarter" idx="5"/>
          </p:nvPr>
        </p:nvSpPr>
        <p:spPr/>
        <p:txBody>
          <a:bodyPr/>
          <a:lstStyle/>
          <a:p>
            <a:fld id="{10CE67D9-15BB-4D5A-BDA0-1968CAFCAE96}" type="slidenum">
              <a:rPr lang="LID4096" smtClean="0"/>
              <a:t>19</a:t>
            </a:fld>
            <a:endParaRPr lang="LID4096"/>
          </a:p>
        </p:txBody>
      </p:sp>
    </p:spTree>
    <p:extLst>
      <p:ext uri="{BB962C8B-B14F-4D97-AF65-F5344CB8AC3E}">
        <p14:creationId xmlns:p14="http://schemas.microsoft.com/office/powerpoint/2010/main" val="283468009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Dit </a:t>
            </a:r>
            <a:r>
              <a:rPr lang="en-US" dirty="0" err="1"/>
              <a:t>zijn</a:t>
            </a:r>
            <a:r>
              <a:rPr lang="en-US" dirty="0"/>
              <a:t> is het OSI-</a:t>
            </a:r>
            <a:r>
              <a:rPr lang="en-US" dirty="0" err="1"/>
              <a:t>referentie</a:t>
            </a:r>
            <a:r>
              <a:rPr lang="en-US" dirty="0"/>
              <a:t> model in het </a:t>
            </a:r>
            <a:r>
              <a:rPr lang="en-US" dirty="0" err="1"/>
              <a:t>nederlands</a:t>
            </a:r>
            <a:r>
              <a:rPr lang="en-US" dirty="0"/>
              <a:t> </a:t>
            </a:r>
            <a:r>
              <a:rPr lang="en-US" dirty="0" err="1"/>
              <a:t>en</a:t>
            </a:r>
            <a:r>
              <a:rPr lang="en-US" dirty="0"/>
              <a:t> in het </a:t>
            </a:r>
            <a:r>
              <a:rPr lang="en-US" dirty="0" err="1"/>
              <a:t>engels</a:t>
            </a:r>
            <a:r>
              <a:rPr lang="en-US" dirty="0"/>
              <a:t> </a:t>
            </a:r>
            <a:r>
              <a:rPr lang="en-US" dirty="0" err="1"/>
              <a:t>naast</a:t>
            </a:r>
            <a:r>
              <a:rPr lang="en-US" dirty="0"/>
              <a:t> </a:t>
            </a:r>
            <a:r>
              <a:rPr lang="en-US" dirty="0" err="1"/>
              <a:t>elkaar</a:t>
            </a:r>
            <a:endParaRPr lang="LID4096" dirty="0"/>
          </a:p>
        </p:txBody>
      </p:sp>
      <p:sp>
        <p:nvSpPr>
          <p:cNvPr id="4" name="Slide Number Placeholder 3"/>
          <p:cNvSpPr>
            <a:spLocks noGrp="1"/>
          </p:cNvSpPr>
          <p:nvPr>
            <p:ph type="sldNum" sz="quarter" idx="5"/>
          </p:nvPr>
        </p:nvSpPr>
        <p:spPr/>
        <p:txBody>
          <a:bodyPr/>
          <a:lstStyle/>
          <a:p>
            <a:fld id="{10CE67D9-15BB-4D5A-BDA0-1968CAFCAE96}" type="slidenum">
              <a:rPr lang="LID4096" smtClean="0"/>
              <a:t>20</a:t>
            </a:fld>
            <a:endParaRPr lang="LID4096"/>
          </a:p>
        </p:txBody>
      </p:sp>
    </p:spTree>
    <p:extLst>
      <p:ext uri="{BB962C8B-B14F-4D97-AF65-F5344CB8AC3E}">
        <p14:creationId xmlns:p14="http://schemas.microsoft.com/office/powerpoint/2010/main" val="2298816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het </a:t>
            </a:r>
            <a:r>
              <a:rPr lang="en-US" dirty="0" err="1"/>
              <a:t>engels</a:t>
            </a:r>
            <a:r>
              <a:rPr lang="en-US" dirty="0"/>
              <a:t> </a:t>
            </a:r>
            <a:r>
              <a:rPr lang="en-US" dirty="0" err="1"/>
              <a:t>bestaat</a:t>
            </a:r>
            <a:r>
              <a:rPr lang="en-US" dirty="0"/>
              <a:t> er </a:t>
            </a:r>
            <a:r>
              <a:rPr lang="en-US" dirty="0" err="1"/>
              <a:t>een</a:t>
            </a:r>
            <a:r>
              <a:rPr lang="en-US" dirty="0"/>
              <a:t> </a:t>
            </a:r>
            <a:r>
              <a:rPr lang="en-US" dirty="0" err="1"/>
              <a:t>makkelijk</a:t>
            </a:r>
            <a:r>
              <a:rPr lang="en-US" dirty="0"/>
              <a:t> </a:t>
            </a:r>
            <a:r>
              <a:rPr lang="en-US" dirty="0" err="1"/>
              <a:t>ezelsbruggetje</a:t>
            </a:r>
            <a:endParaRPr lang="LID4096" dirty="0"/>
          </a:p>
        </p:txBody>
      </p:sp>
      <p:sp>
        <p:nvSpPr>
          <p:cNvPr id="4" name="Slide Number Placeholder 3"/>
          <p:cNvSpPr>
            <a:spLocks noGrp="1"/>
          </p:cNvSpPr>
          <p:nvPr>
            <p:ph type="sldNum" sz="quarter" idx="5"/>
          </p:nvPr>
        </p:nvSpPr>
        <p:spPr/>
        <p:txBody>
          <a:bodyPr/>
          <a:lstStyle/>
          <a:p>
            <a:fld id="{10CE67D9-15BB-4D5A-BDA0-1968CAFCAE96}" type="slidenum">
              <a:rPr lang="LID4096" smtClean="0"/>
              <a:t>21</a:t>
            </a:fld>
            <a:endParaRPr lang="LID4096"/>
          </a:p>
        </p:txBody>
      </p:sp>
    </p:spTree>
    <p:extLst>
      <p:ext uri="{BB962C8B-B14F-4D97-AF65-F5344CB8AC3E}">
        <p14:creationId xmlns:p14="http://schemas.microsoft.com/office/powerpoint/2010/main" val="256994556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dirty="0"/>
              <a:t>Het hele OSI reference model werd bedacht om hard- en software van zender en ontvanger op elk niveau van de communicatie vlot met elkaar te laten samenwerken. De afspraken die de basis vormen van die samenwerking worden protocollen genoemd. Ze worden ingedeeld op basis van de OSI-laag waarbinnen ze actief zijn.</a:t>
            </a:r>
          </a:p>
          <a:p>
            <a:endParaRPr lang="nl-BE" dirty="0"/>
          </a:p>
          <a:p>
            <a:r>
              <a:rPr lang="nl-BE" dirty="0"/>
              <a:t>Er bestaan bijzonder veel communicatieprotocollen. Die allemaal bespreken is weinig zinvol. We beperken ons hier dus tot de netwerkprotocollen die belangrijk zijn voor moderne computernetwerken en voor de ontwikkeling van het internet. </a:t>
            </a:r>
          </a:p>
          <a:p>
            <a:endParaRPr lang="nl-BE" dirty="0"/>
          </a:p>
          <a:p>
            <a:endParaRPr lang="LID4096" dirty="0"/>
          </a:p>
        </p:txBody>
      </p:sp>
      <p:sp>
        <p:nvSpPr>
          <p:cNvPr id="4" name="Slide Number Placeholder 3"/>
          <p:cNvSpPr>
            <a:spLocks noGrp="1"/>
          </p:cNvSpPr>
          <p:nvPr>
            <p:ph type="sldNum" sz="quarter" idx="5"/>
          </p:nvPr>
        </p:nvSpPr>
        <p:spPr/>
        <p:txBody>
          <a:bodyPr/>
          <a:lstStyle/>
          <a:p>
            <a:fld id="{10CE67D9-15BB-4D5A-BDA0-1968CAFCAE96}" type="slidenum">
              <a:rPr lang="LID4096" smtClean="0"/>
              <a:t>23</a:t>
            </a:fld>
            <a:endParaRPr lang="LID4096"/>
          </a:p>
        </p:txBody>
      </p:sp>
    </p:spTree>
    <p:extLst>
      <p:ext uri="{BB962C8B-B14F-4D97-AF65-F5344CB8AC3E}">
        <p14:creationId xmlns:p14="http://schemas.microsoft.com/office/powerpoint/2010/main" val="377093462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Protocollen die actief zijn in de toepassingslaag, worden toepassingsprotocollen genoemd. De protocollen in de netwerklaag noemen we overdrachtsprotocollen en die uit de verbindingslaag heten toegangsprotocollen.</a:t>
            </a:r>
          </a:p>
          <a:p>
            <a:endParaRPr lang="LID4096" dirty="0"/>
          </a:p>
        </p:txBody>
      </p:sp>
      <p:sp>
        <p:nvSpPr>
          <p:cNvPr id="4" name="Slide Number Placeholder 3"/>
          <p:cNvSpPr>
            <a:spLocks noGrp="1"/>
          </p:cNvSpPr>
          <p:nvPr>
            <p:ph type="sldNum" sz="quarter" idx="5"/>
          </p:nvPr>
        </p:nvSpPr>
        <p:spPr/>
        <p:txBody>
          <a:bodyPr/>
          <a:lstStyle/>
          <a:p>
            <a:fld id="{10CE67D9-15BB-4D5A-BDA0-1968CAFCAE96}" type="slidenum">
              <a:rPr lang="LID4096" smtClean="0"/>
              <a:t>24</a:t>
            </a:fld>
            <a:endParaRPr lang="LID4096"/>
          </a:p>
        </p:txBody>
      </p:sp>
    </p:spTree>
    <p:extLst>
      <p:ext uri="{BB962C8B-B14F-4D97-AF65-F5344CB8AC3E}">
        <p14:creationId xmlns:p14="http://schemas.microsoft.com/office/powerpoint/2010/main" val="347127058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Toegangsprotocollen zijn actief in de verbindingslaag van het OSI reference model. Ze  bepalen de manier waarop de informatie in frames wordt verpakt en over het netwerk wordt gestuurd.</a:t>
            </a:r>
          </a:p>
          <a:p>
            <a:endParaRPr lang="LID4096" dirty="0"/>
          </a:p>
        </p:txBody>
      </p:sp>
      <p:sp>
        <p:nvSpPr>
          <p:cNvPr id="4" name="Slide Number Placeholder 3"/>
          <p:cNvSpPr>
            <a:spLocks noGrp="1"/>
          </p:cNvSpPr>
          <p:nvPr>
            <p:ph type="sldNum" sz="quarter" idx="5"/>
          </p:nvPr>
        </p:nvSpPr>
        <p:spPr/>
        <p:txBody>
          <a:bodyPr/>
          <a:lstStyle/>
          <a:p>
            <a:fld id="{10CE67D9-15BB-4D5A-BDA0-1968CAFCAE96}" type="slidenum">
              <a:rPr lang="LID4096" smtClean="0"/>
              <a:t>25</a:t>
            </a:fld>
            <a:endParaRPr lang="LID4096"/>
          </a:p>
        </p:txBody>
      </p:sp>
    </p:spTree>
    <p:extLst>
      <p:ext uri="{BB962C8B-B14F-4D97-AF65-F5344CB8AC3E}">
        <p14:creationId xmlns:p14="http://schemas.microsoft.com/office/powerpoint/2010/main" val="273102053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Preamble = </a:t>
            </a:r>
            <a:r>
              <a:rPr lang="en-US" dirty="0" err="1"/>
              <a:t>toont</a:t>
            </a:r>
            <a:r>
              <a:rPr lang="en-US" dirty="0"/>
              <a:t> begin van de data </a:t>
            </a:r>
            <a:r>
              <a:rPr lang="en-US" dirty="0" err="1"/>
              <a:t>aan</a:t>
            </a:r>
            <a:r>
              <a:rPr lang="en-US" dirty="0"/>
              <a:t> </a:t>
            </a:r>
            <a:r>
              <a:rPr lang="en-US" dirty="0" err="1"/>
              <a:t>en</a:t>
            </a:r>
            <a:r>
              <a:rPr lang="en-US" dirty="0"/>
              <a:t> </a:t>
            </a:r>
            <a:r>
              <a:rPr lang="en-US" dirty="0" err="1"/>
              <a:t>bereid</a:t>
            </a:r>
            <a:r>
              <a:rPr lang="en-US" dirty="0"/>
              <a:t> receiver </a:t>
            </a:r>
            <a:r>
              <a:rPr lang="en-US" dirty="0" err="1"/>
              <a:t>voor</a:t>
            </a:r>
            <a:r>
              <a:rPr lang="en-US" dirty="0"/>
              <a:t> om de data </a:t>
            </a:r>
            <a:r>
              <a:rPr lang="en-US" dirty="0" err="1"/>
              <a:t>binnen</a:t>
            </a:r>
            <a:r>
              <a:rPr lang="en-US" dirty="0"/>
              <a:t> </a:t>
            </a:r>
            <a:r>
              <a:rPr lang="en-US" dirty="0" err="1"/>
              <a:t>te</a:t>
            </a:r>
            <a:r>
              <a:rPr lang="en-US" dirty="0"/>
              <a:t> </a:t>
            </a:r>
            <a:r>
              <a:rPr lang="en-US" dirty="0" err="1"/>
              <a:t>krijgen</a:t>
            </a:r>
            <a:endParaRPr lang="en-US" dirty="0"/>
          </a:p>
          <a:p>
            <a:r>
              <a:rPr lang="en-US" dirty="0" err="1"/>
              <a:t>Vlan</a:t>
            </a:r>
            <a:r>
              <a:rPr lang="en-US" dirty="0"/>
              <a:t>-tag = </a:t>
            </a:r>
            <a:r>
              <a:rPr lang="en-US" dirty="0" err="1"/>
              <a:t>virtueel</a:t>
            </a:r>
            <a:r>
              <a:rPr lang="en-US" dirty="0"/>
              <a:t> </a:t>
            </a:r>
            <a:r>
              <a:rPr lang="en-US" dirty="0" err="1"/>
              <a:t>lokaal</a:t>
            </a:r>
            <a:r>
              <a:rPr lang="en-US" dirty="0"/>
              <a:t> network =&gt; </a:t>
            </a:r>
            <a:r>
              <a:rPr lang="en-US" dirty="0" err="1"/>
              <a:t>onderverdeling</a:t>
            </a:r>
            <a:r>
              <a:rPr lang="en-US" dirty="0"/>
              <a:t> op basis van MAC-</a:t>
            </a:r>
            <a:r>
              <a:rPr lang="en-US" dirty="0" err="1"/>
              <a:t>adressen</a:t>
            </a:r>
            <a:r>
              <a:rPr lang="en-US" dirty="0"/>
              <a:t> </a:t>
            </a:r>
            <a:r>
              <a:rPr lang="en-US" dirty="0" err="1"/>
              <a:t>niet</a:t>
            </a:r>
            <a:r>
              <a:rPr lang="en-US" dirty="0"/>
              <a:t> op basis van IP-</a:t>
            </a:r>
            <a:r>
              <a:rPr lang="en-US" dirty="0" err="1"/>
              <a:t>adressen</a:t>
            </a:r>
            <a:endParaRPr lang="en-US" dirty="0"/>
          </a:p>
          <a:p>
            <a:r>
              <a:rPr lang="en-US" dirty="0" err="1"/>
              <a:t>Protocoltype</a:t>
            </a:r>
            <a:r>
              <a:rPr lang="en-US" dirty="0"/>
              <a:t> = ipv4/ipv6/</a:t>
            </a:r>
            <a:r>
              <a:rPr lang="en-US" dirty="0" err="1"/>
              <a:t>arp</a:t>
            </a:r>
            <a:endParaRPr lang="en-US" dirty="0"/>
          </a:p>
          <a:p>
            <a:endParaRPr lang="en-US" dirty="0"/>
          </a:p>
          <a:p>
            <a:r>
              <a:rPr lang="nl-BE" dirty="0"/>
              <a:t>Pakketjes met informatie die naar eenzelfde bestemmeling verstuurd worden, kunnen worden samengenomen in Ethernet frames. Zo’n frame bevat de volgende elementen : </a:t>
            </a:r>
          </a:p>
          <a:p>
            <a:endParaRPr lang="nl-BE" dirty="0"/>
          </a:p>
          <a:p>
            <a:pPr marL="171450" indent="-171450">
              <a:buFont typeface="Arial" panose="020B0604020202020204" pitchFamily="34" charset="0"/>
              <a:buChar char="•"/>
            </a:pPr>
            <a:r>
              <a:rPr lang="nl-BE" dirty="0"/>
              <a:t>De preamble is een bitpatroon waaraan het begin van een nieuw frame wordt herkend. Concreet zijn dit 7 bytes met de waarde 10101010 en eentje met de waarde 10101011.</a:t>
            </a:r>
          </a:p>
          <a:p>
            <a:pPr marL="171450" indent="-171450">
              <a:buFont typeface="Arial" panose="020B0604020202020204" pitchFamily="34" charset="0"/>
              <a:buChar char="•"/>
            </a:pPr>
            <a:r>
              <a:rPr lang="nl-BE" dirty="0"/>
              <a:t>In het destination address staat het MAC-adres van de bestemmeling.</a:t>
            </a:r>
          </a:p>
          <a:p>
            <a:pPr marL="171450" indent="-171450">
              <a:buFont typeface="Arial" panose="020B0604020202020204" pitchFamily="34" charset="0"/>
              <a:buChar char="•"/>
            </a:pPr>
            <a:r>
              <a:rPr lang="nl-BE" dirty="0"/>
              <a:t>In het source address staat het MAC-adres van de afzender.</a:t>
            </a:r>
          </a:p>
          <a:p>
            <a:pPr marL="171450" indent="-171450">
              <a:buFont typeface="Arial" panose="020B0604020202020204" pitchFamily="34" charset="0"/>
              <a:buChar char="•"/>
            </a:pPr>
            <a:r>
              <a:rPr lang="nl-BE" dirty="0"/>
              <a:t>Oorspronkelijk werd het protocoltype van de ingekapselde informatie (vb, PPPoE, AppleTalk,  IPv4, IPv6, …) meegegeven, maar tegenwoordig wordt dit veld gebruikt om de totale lengte van de te verwachten gegevens aan te geven.</a:t>
            </a:r>
          </a:p>
          <a:p>
            <a:pPr marL="171450" indent="-171450">
              <a:buFont typeface="Arial" panose="020B0604020202020204" pitchFamily="34" charset="0"/>
              <a:buChar char="•"/>
            </a:pPr>
            <a:r>
              <a:rPr lang="nl-BE" dirty="0"/>
              <a:t>De payload bevat de eigenlijke informatie die verzonden moet worden. Indien het bericht geen 46 bytes groot is, wordt het aangevuld met “padding octets” tot het 46 bytes bedraagt. Een bericht dat groter is dan 1500 bytes wordt over ver-schillende frames verdeeld.</a:t>
            </a:r>
          </a:p>
          <a:p>
            <a:pPr marL="171450" indent="-171450">
              <a:buFont typeface="Arial" panose="020B0604020202020204" pitchFamily="34" charset="0"/>
              <a:buChar char="•"/>
            </a:pPr>
            <a:r>
              <a:rPr lang="nl-BE" dirty="0"/>
              <a:t>De frame check aan het einde van het frame bevat een CRC-foutcontrole om na te gaan of er tijdens de verzending geen fouten zijn opgetreden. Hoe zo’n CRC-controle werkt, leer je in het Sleutelboek Computerhardware.</a:t>
            </a:r>
          </a:p>
          <a:p>
            <a:endParaRPr lang="nl-BE" dirty="0"/>
          </a:p>
          <a:p>
            <a:r>
              <a:rPr lang="nl-BE" dirty="0">
                <a:sym typeface="Wingdings" panose="05000000000000000000" pitchFamily="2" charset="2"/>
              </a:rPr>
              <a:t></a:t>
            </a:r>
            <a:r>
              <a:rPr lang="nl-BE" dirty="0"/>
              <a:t>  De stukjes informatie die voor de payload worden toegevoegd, worden de header genoemd. Het deel achter de payload noemt men de footer of trailer. Het hele proces van het samenstellen van ethernet frames, inclusief het toevoegen van headers en footers, wordt inkapseling of encapsulation genoemd. In de header kan optioneel nog 4 bytes worden toegevoegd om aan te geven tot welk virtueel LAN het frame behoort – dat is de zogenaamde VLAN-tag (zie 5.6.1).</a:t>
            </a:r>
          </a:p>
          <a:p>
            <a:endParaRPr lang="LID4096" dirty="0"/>
          </a:p>
        </p:txBody>
      </p:sp>
      <p:sp>
        <p:nvSpPr>
          <p:cNvPr id="4" name="Slide Number Placeholder 3"/>
          <p:cNvSpPr>
            <a:spLocks noGrp="1"/>
          </p:cNvSpPr>
          <p:nvPr>
            <p:ph type="sldNum" sz="quarter" idx="5"/>
          </p:nvPr>
        </p:nvSpPr>
        <p:spPr/>
        <p:txBody>
          <a:bodyPr/>
          <a:lstStyle/>
          <a:p>
            <a:fld id="{10CE67D9-15BB-4D5A-BDA0-1968CAFCAE96}" type="slidenum">
              <a:rPr lang="LID4096" smtClean="0"/>
              <a:t>26</a:t>
            </a:fld>
            <a:endParaRPr lang="LID4096"/>
          </a:p>
        </p:txBody>
      </p:sp>
    </p:spTree>
    <p:extLst>
      <p:ext uri="{BB962C8B-B14F-4D97-AF65-F5344CB8AC3E}">
        <p14:creationId xmlns:p14="http://schemas.microsoft.com/office/powerpoint/2010/main" val="70255713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Overdrachtsprotocollen zijn actief in de netwerklaag en de transportlaag van het OSI reference model. Ze bepalen de manier waarop berichten geadresseerd en opgedeeld worden in pakketjes. Deze protocollen maken gebruik van een toegangsprotocol. In moderne netwerken is dat doorgaans Ethernet.</a:t>
            </a:r>
          </a:p>
          <a:p>
            <a:endParaRPr lang="LID4096" dirty="0"/>
          </a:p>
        </p:txBody>
      </p:sp>
      <p:sp>
        <p:nvSpPr>
          <p:cNvPr id="4" name="Slide Number Placeholder 3"/>
          <p:cNvSpPr>
            <a:spLocks noGrp="1"/>
          </p:cNvSpPr>
          <p:nvPr>
            <p:ph type="sldNum" sz="quarter" idx="5"/>
          </p:nvPr>
        </p:nvSpPr>
        <p:spPr/>
        <p:txBody>
          <a:bodyPr/>
          <a:lstStyle/>
          <a:p>
            <a:fld id="{10CE67D9-15BB-4D5A-BDA0-1968CAFCAE96}" type="slidenum">
              <a:rPr lang="LID4096" smtClean="0"/>
              <a:t>27</a:t>
            </a:fld>
            <a:endParaRPr lang="LID4096"/>
          </a:p>
        </p:txBody>
      </p:sp>
    </p:spTree>
    <p:extLst>
      <p:ext uri="{BB962C8B-B14F-4D97-AF65-F5344CB8AC3E}">
        <p14:creationId xmlns:p14="http://schemas.microsoft.com/office/powerpoint/2010/main" val="315846126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TCP/IP (Transmission Control Protocol / Internet Protocol) is veruit het bekendste overdrachtsprotocol. Het werd al in de jaren 1960 ontwikkeld en was het voornaamste overdrachtsprotocol bij het koppelen van Unix-mainframes aan het voormalige ARPANET, de voorloper van het internet. Later is het TCP/IP-protocol eveneens de basis gebleven voor de gegevensoverdracht op het internet.</a:t>
            </a:r>
          </a:p>
          <a:p>
            <a:endParaRPr lang="LID4096" dirty="0"/>
          </a:p>
        </p:txBody>
      </p:sp>
      <p:sp>
        <p:nvSpPr>
          <p:cNvPr id="4" name="Slide Number Placeholder 3"/>
          <p:cNvSpPr>
            <a:spLocks noGrp="1"/>
          </p:cNvSpPr>
          <p:nvPr>
            <p:ph type="sldNum" sz="quarter" idx="5"/>
          </p:nvPr>
        </p:nvSpPr>
        <p:spPr/>
        <p:txBody>
          <a:bodyPr/>
          <a:lstStyle/>
          <a:p>
            <a:fld id="{10CE67D9-15BB-4D5A-BDA0-1968CAFCAE96}" type="slidenum">
              <a:rPr lang="LID4096" smtClean="0"/>
              <a:t>28</a:t>
            </a:fld>
            <a:endParaRPr lang="LID4096"/>
          </a:p>
        </p:txBody>
      </p:sp>
    </p:spTree>
    <p:extLst>
      <p:ext uri="{BB962C8B-B14F-4D97-AF65-F5344CB8AC3E}">
        <p14:creationId xmlns:p14="http://schemas.microsoft.com/office/powerpoint/2010/main" val="418512453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Aangezien TCP/IP al zo oud is, bestond er al een TCP/IP-lagenmodel vooraleer het OSI reference model het standaard lagenmodel werd. Het TCP/IP-model telt slechts vier lagen, maar wanneer je ze naast het OSI Reference Model legt, merk je duidelijke overeenkomsten. De drie bovenste lagen van het OSI refence model worden gewoon samengenomen tot één laag in het TCP/IP-model. </a:t>
            </a:r>
          </a:p>
          <a:p>
            <a:endParaRPr lang="LID4096" dirty="0"/>
          </a:p>
        </p:txBody>
      </p:sp>
      <p:sp>
        <p:nvSpPr>
          <p:cNvPr id="4" name="Slide Number Placeholder 3"/>
          <p:cNvSpPr>
            <a:spLocks noGrp="1"/>
          </p:cNvSpPr>
          <p:nvPr>
            <p:ph type="sldNum" sz="quarter" idx="5"/>
          </p:nvPr>
        </p:nvSpPr>
        <p:spPr/>
        <p:txBody>
          <a:bodyPr/>
          <a:lstStyle/>
          <a:p>
            <a:fld id="{10CE67D9-15BB-4D5A-BDA0-1968CAFCAE96}" type="slidenum">
              <a:rPr lang="LID4096" smtClean="0"/>
              <a:t>29</a:t>
            </a:fld>
            <a:endParaRPr lang="LID4096"/>
          </a:p>
        </p:txBody>
      </p:sp>
    </p:spTree>
    <p:extLst>
      <p:ext uri="{BB962C8B-B14F-4D97-AF65-F5344CB8AC3E}">
        <p14:creationId xmlns:p14="http://schemas.microsoft.com/office/powerpoint/2010/main" val="207401634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dirty="0"/>
              <a:t>TCP/IP is een samenvoeging van twee belangrijke protocollen. </a:t>
            </a:r>
          </a:p>
          <a:p>
            <a:endParaRPr lang="nl-BE" dirty="0"/>
          </a:p>
          <a:p>
            <a:r>
              <a:rPr lang="nl-BE" dirty="0">
                <a:sym typeface="Wingdings" panose="05000000000000000000" pitchFamily="2" charset="2"/>
              </a:rPr>
              <a:t></a:t>
            </a:r>
            <a:r>
              <a:rPr lang="nl-BE" dirty="0"/>
              <a:t>  TCP, actief in de vierde laag van het OSI reference model, regelt de segmentering van de informatie: het opdelen van de informatie in kleinere pakketjes. </a:t>
            </a:r>
          </a:p>
          <a:p>
            <a:endParaRPr lang="nl-BE" dirty="0"/>
          </a:p>
          <a:p>
            <a:r>
              <a:rPr lang="nl-BE" dirty="0">
                <a:sym typeface="Wingdings" panose="05000000000000000000" pitchFamily="2" charset="2"/>
              </a:rPr>
              <a:t></a:t>
            </a:r>
            <a:r>
              <a:rPr lang="nl-BE" dirty="0"/>
              <a:t>  IP staat in voor de adressering en de aflevering van die pakketjes en is werkzaam in de derde laag. Omdat de pakketjes moeten ingekapseld worden in Ethernet-frames die maximaal 1500 bytes aan data kunnen bevatten, worden IP-pakketjes niet groter gemaakt dan dat. Als er meer gegevens moeten worden verstuurd, worden die opgedeeld in meerdere pakketjes.</a:t>
            </a:r>
          </a:p>
          <a:p>
            <a:endParaRPr lang="LID4096" dirty="0"/>
          </a:p>
        </p:txBody>
      </p:sp>
      <p:sp>
        <p:nvSpPr>
          <p:cNvPr id="4" name="Slide Number Placeholder 3"/>
          <p:cNvSpPr>
            <a:spLocks noGrp="1"/>
          </p:cNvSpPr>
          <p:nvPr>
            <p:ph type="sldNum" sz="quarter" idx="5"/>
          </p:nvPr>
        </p:nvSpPr>
        <p:spPr/>
        <p:txBody>
          <a:bodyPr/>
          <a:lstStyle/>
          <a:p>
            <a:fld id="{10CE67D9-15BB-4D5A-BDA0-1968CAFCAE96}" type="slidenum">
              <a:rPr lang="LID4096" smtClean="0"/>
              <a:t>30</a:t>
            </a:fld>
            <a:endParaRPr lang="LID4096"/>
          </a:p>
        </p:txBody>
      </p:sp>
    </p:spTree>
    <p:extLst>
      <p:ext uri="{BB962C8B-B14F-4D97-AF65-F5344CB8AC3E}">
        <p14:creationId xmlns:p14="http://schemas.microsoft.com/office/powerpoint/2010/main" val="16064988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dirty="0"/>
              <a:t>Er bestaan twee types van IP-adressen: IPv4 (Internet Protocol version 4) en IPv6 (Internet Protocol version 6). Beide types zijn erg belangrijk in de werking van lokale netwerken en van het internet.</a:t>
            </a:r>
          </a:p>
          <a:p>
            <a:endParaRPr lang="nl-BE" dirty="0"/>
          </a:p>
          <a:p>
            <a:r>
              <a:rPr lang="nl-BE" dirty="0"/>
              <a:t>Een IPv4-adres bestaat uit vier getallen van elk 8 bits. Ze worden in decimale code weergegeven, van elkaar gescheiden met een punt. Elk getal tussen de puntjes wordt een octet genoemd </a:t>
            </a:r>
          </a:p>
          <a:p>
            <a:endParaRPr lang="nl-BE" dirty="0"/>
          </a:p>
          <a:p>
            <a:r>
              <a:rPr lang="nl-BE" dirty="0"/>
              <a:t>en kan een 8 bits-waarde bevatten. Daarmee kunnen dan 2</a:t>
            </a:r>
            <a:r>
              <a:rPr lang="nl-BE" baseline="30000" dirty="0"/>
              <a:t>8</a:t>
            </a:r>
            <a:r>
              <a:rPr lang="nl-BE" dirty="0"/>
              <a:t> of 256 waarden gemaakt worden. De waarde van een octet bevindt zich altijd tussen 0 en 255. </a:t>
            </a:r>
          </a:p>
          <a:p>
            <a:endParaRPr lang="nl-BE" dirty="0"/>
          </a:p>
          <a:p>
            <a:endParaRPr lang="LID4096" dirty="0"/>
          </a:p>
        </p:txBody>
      </p:sp>
      <p:sp>
        <p:nvSpPr>
          <p:cNvPr id="4" name="Slide Number Placeholder 3"/>
          <p:cNvSpPr>
            <a:spLocks noGrp="1"/>
          </p:cNvSpPr>
          <p:nvPr>
            <p:ph type="sldNum" sz="quarter" idx="5"/>
          </p:nvPr>
        </p:nvSpPr>
        <p:spPr/>
        <p:txBody>
          <a:bodyPr/>
          <a:lstStyle/>
          <a:p>
            <a:fld id="{10CE67D9-15BB-4D5A-BDA0-1968CAFCAE96}" type="slidenum">
              <a:rPr lang="LID4096" smtClean="0"/>
              <a:t>31</a:t>
            </a:fld>
            <a:endParaRPr lang="LID4096"/>
          </a:p>
        </p:txBody>
      </p:sp>
    </p:spTree>
    <p:extLst>
      <p:ext uri="{BB962C8B-B14F-4D97-AF65-F5344CB8AC3E}">
        <p14:creationId xmlns:p14="http://schemas.microsoft.com/office/powerpoint/2010/main" val="266631894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dirty="0"/>
              <a:t>Het gedeelte van het IP-adres dat voor alle componenten in het netwerk identiek is, wordt het netwerknummer genoemd. Het gedeelte van het IP-adres dat voor elke computer verschillend is, wordt het computernummer genoemd. Er bestaan verschillende klassen van netwerken. Hoewel deze indeling ondertussen voorbijgestreefd is, helpt ze wel om IPv4-adressering te begrijpen.</a:t>
            </a:r>
          </a:p>
          <a:p>
            <a:endParaRPr lang="nl-BE" dirty="0"/>
          </a:p>
          <a:p>
            <a:r>
              <a:rPr lang="nl-BE" dirty="0"/>
              <a:t>Bij een klasse A-netwerk heeft het eerste octet heeft een vastgelegde waarde in het ganse netwerk. Als het om een openbaar netwerk gaat, dat deel uitmaakt van het internet, ligt de waarde van dat eerste octet tussen 1 en 126. In lokale klasse A-netwerken krijgt het eerste octet de waarde 10. </a:t>
            </a:r>
          </a:p>
          <a:p>
            <a:endParaRPr lang="nl-BE" dirty="0"/>
          </a:p>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De laatste drie octetten laten dus 256</a:t>
            </a:r>
            <a:r>
              <a:rPr lang="nl-BE" baseline="30000" dirty="0"/>
              <a:t>3</a:t>
            </a:r>
            <a:r>
              <a:rPr lang="nl-BE" dirty="0"/>
              <a:t> of 16.777.214 adressen toe op het netwerk.</a:t>
            </a:r>
          </a:p>
          <a:p>
            <a:endParaRPr lang="nl-BE" dirty="0"/>
          </a:p>
          <a:p>
            <a:endParaRPr lang="nl-BE" dirty="0"/>
          </a:p>
          <a:p>
            <a:endParaRPr lang="LID4096" dirty="0"/>
          </a:p>
        </p:txBody>
      </p:sp>
      <p:sp>
        <p:nvSpPr>
          <p:cNvPr id="4" name="Slide Number Placeholder 3"/>
          <p:cNvSpPr>
            <a:spLocks noGrp="1"/>
          </p:cNvSpPr>
          <p:nvPr>
            <p:ph type="sldNum" sz="quarter" idx="5"/>
          </p:nvPr>
        </p:nvSpPr>
        <p:spPr/>
        <p:txBody>
          <a:bodyPr/>
          <a:lstStyle/>
          <a:p>
            <a:fld id="{10CE67D9-15BB-4D5A-BDA0-1968CAFCAE96}" type="slidenum">
              <a:rPr lang="LID4096" smtClean="0"/>
              <a:t>32</a:t>
            </a:fld>
            <a:endParaRPr lang="LID4096"/>
          </a:p>
        </p:txBody>
      </p:sp>
    </p:spTree>
    <p:extLst>
      <p:ext uri="{BB962C8B-B14F-4D97-AF65-F5344CB8AC3E}">
        <p14:creationId xmlns:p14="http://schemas.microsoft.com/office/powerpoint/2010/main" val="4985883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dirty="0"/>
              <a:t>In een klasse B-netwerk vormen de eerste twee octets het netwerknummer </a:t>
            </a:r>
          </a:p>
          <a:p>
            <a:endParaRPr lang="nl-BE" dirty="0"/>
          </a:p>
          <a:p>
            <a:r>
              <a:rPr lang="nl-BE" dirty="0">
                <a:sym typeface="Wingdings" panose="05000000000000000000" pitchFamily="2" charset="2"/>
              </a:rPr>
              <a:t></a:t>
            </a:r>
            <a:r>
              <a:rPr lang="nl-BE" dirty="0"/>
              <a:t>  en heeft het eerste octet op openbare netwerken een vastgelegde waarde tussen 128 en 191. Ook het tweede octet krijgt een vaste waarde in hetzelfde netwerk. Voor lokale netwerken ligt een klasse B IP-adres altijd tussen 172.16.x.x en 172.31.x.x</a:t>
            </a:r>
          </a:p>
          <a:p>
            <a:endParaRPr lang="LID4096" dirty="0"/>
          </a:p>
        </p:txBody>
      </p:sp>
      <p:sp>
        <p:nvSpPr>
          <p:cNvPr id="4" name="Slide Number Placeholder 3"/>
          <p:cNvSpPr>
            <a:spLocks noGrp="1"/>
          </p:cNvSpPr>
          <p:nvPr>
            <p:ph type="sldNum" sz="quarter" idx="5"/>
          </p:nvPr>
        </p:nvSpPr>
        <p:spPr/>
        <p:txBody>
          <a:bodyPr/>
          <a:lstStyle/>
          <a:p>
            <a:fld id="{10CE67D9-15BB-4D5A-BDA0-1968CAFCAE96}" type="slidenum">
              <a:rPr lang="LID4096" smtClean="0"/>
              <a:t>34</a:t>
            </a:fld>
            <a:endParaRPr lang="LID4096"/>
          </a:p>
        </p:txBody>
      </p:sp>
    </p:spTree>
    <p:extLst>
      <p:ext uri="{BB962C8B-B14F-4D97-AF65-F5344CB8AC3E}">
        <p14:creationId xmlns:p14="http://schemas.microsoft.com/office/powerpoint/2010/main" val="167565599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dirty="0"/>
              <a:t>Bij een klasse C-netwerk vormen de eerste drie octets het netwerknummer. </a:t>
            </a:r>
          </a:p>
          <a:p>
            <a:endParaRPr lang="nl-BE" dirty="0"/>
          </a:p>
          <a:p>
            <a:pPr marL="171450" indent="-171450">
              <a:buFont typeface="Wingdings" panose="05000000000000000000" pitchFamily="2" charset="2"/>
              <a:buChar char="8"/>
            </a:pPr>
            <a:r>
              <a:rPr lang="nl-BE" dirty="0"/>
              <a:t>Het eerste octet krijgt op openbare netwerken een vastgelegde waarde tussen 193 en 223. De twee volgende octetten krijgen eveneens een vaste waarde binnen hetzelfde netwerk. In lokale netwerken hebben de eerste twee octetten van een klasse C IP-adres altijd de waarde 192.168.x.x, waarbij het 3</a:t>
            </a:r>
            <a:r>
              <a:rPr lang="nl-BE" baseline="30000" dirty="0"/>
              <a:t>de</a:t>
            </a:r>
            <a:r>
              <a:rPr lang="nl-BE" dirty="0"/>
              <a:t> octet ook wordt vastgelegd voor het hele netwerk.</a:t>
            </a:r>
          </a:p>
          <a:p>
            <a:pPr marL="171450" indent="-171450">
              <a:buFont typeface="Wingdings" panose="05000000000000000000" pitchFamily="2" charset="2"/>
              <a:buChar char="8"/>
            </a:pPr>
            <a:endParaRPr lang="nl-BE" dirty="0"/>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8"/>
              <a:tabLst/>
              <a:defRPr/>
            </a:pPr>
            <a:r>
              <a:rPr lang="nl-BE" dirty="0"/>
              <a:t>Er blijven nog 256 IP-adressen over binnen het netwerk.</a:t>
            </a:r>
          </a:p>
          <a:p>
            <a:pPr marL="171450" indent="-171450">
              <a:buFont typeface="Wingdings" panose="05000000000000000000" pitchFamily="2" charset="2"/>
              <a:buChar char="8"/>
            </a:pPr>
            <a:endParaRPr lang="nl-BE" dirty="0"/>
          </a:p>
          <a:p>
            <a:endParaRPr lang="LID4096" dirty="0"/>
          </a:p>
        </p:txBody>
      </p:sp>
      <p:sp>
        <p:nvSpPr>
          <p:cNvPr id="4" name="Slide Number Placeholder 3"/>
          <p:cNvSpPr>
            <a:spLocks noGrp="1"/>
          </p:cNvSpPr>
          <p:nvPr>
            <p:ph type="sldNum" sz="quarter" idx="5"/>
          </p:nvPr>
        </p:nvSpPr>
        <p:spPr/>
        <p:txBody>
          <a:bodyPr/>
          <a:lstStyle/>
          <a:p>
            <a:fld id="{10CE67D9-15BB-4D5A-BDA0-1968CAFCAE96}" type="slidenum">
              <a:rPr lang="LID4096" smtClean="0"/>
              <a:t>36</a:t>
            </a:fld>
            <a:endParaRPr lang="LID4096"/>
          </a:p>
        </p:txBody>
      </p:sp>
    </p:spTree>
    <p:extLst>
      <p:ext uri="{BB962C8B-B14F-4D97-AF65-F5344CB8AC3E}">
        <p14:creationId xmlns:p14="http://schemas.microsoft.com/office/powerpoint/2010/main" val="383041298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dirty="0"/>
              <a:t>Binnen netwerken zijn er enkele speciale IP-adressen die nooit kunnen gebruikt worden omdat ze een specifieke functie hebben. </a:t>
            </a:r>
          </a:p>
          <a:p>
            <a:endParaRPr lang="nl-BE" dirty="0"/>
          </a:p>
          <a:p>
            <a:r>
              <a:rPr lang="nl-BE" dirty="0"/>
              <a:t>Het netwerkadres is het IP-adres dat het netwerk zelf adresseert en bestaat doorgaans uit het netwerknummer, gevolgd door allemaal nullen als computernummer. Het wordt bijvoorbeeld gebruikt door routers om het eigen netwerk en omliggende gekende netwerken te identificeren.</a:t>
            </a:r>
          </a:p>
          <a:p>
            <a:endParaRPr lang="LID4096" dirty="0"/>
          </a:p>
        </p:txBody>
      </p:sp>
      <p:sp>
        <p:nvSpPr>
          <p:cNvPr id="4" name="Slide Number Placeholder 3"/>
          <p:cNvSpPr>
            <a:spLocks noGrp="1"/>
          </p:cNvSpPr>
          <p:nvPr>
            <p:ph type="sldNum" sz="quarter" idx="5"/>
          </p:nvPr>
        </p:nvSpPr>
        <p:spPr/>
        <p:txBody>
          <a:bodyPr/>
          <a:lstStyle/>
          <a:p>
            <a:fld id="{10CE67D9-15BB-4D5A-BDA0-1968CAFCAE96}" type="slidenum">
              <a:rPr lang="LID4096" smtClean="0"/>
              <a:t>38</a:t>
            </a:fld>
            <a:endParaRPr lang="LID4096"/>
          </a:p>
        </p:txBody>
      </p:sp>
    </p:spTree>
    <p:extLst>
      <p:ext uri="{BB962C8B-B14F-4D97-AF65-F5344CB8AC3E}">
        <p14:creationId xmlns:p14="http://schemas.microsoft.com/office/powerpoint/2010/main" val="2108236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dirty="0"/>
              <a:t>Aan elk TCP/IP-netwerk wordt standaard een subnetmasker toegekend. Het subnetmasker bestaat net als een IP-adres uit een reeks van 4 getallen van elk 8 bits. De standaard subnetmaskers zijn:</a:t>
            </a:r>
          </a:p>
          <a:p>
            <a:endParaRPr lang="nl-BE" dirty="0"/>
          </a:p>
          <a:p>
            <a:pPr marL="171450" indent="-171450">
              <a:buFont typeface="Arial" panose="020B0604020202020204" pitchFamily="34" charset="0"/>
              <a:buChar char="•"/>
            </a:pPr>
            <a:r>
              <a:rPr lang="nl-BE" dirty="0"/>
              <a:t>voor een klasse A-netwerk: 255.0.0.0 (dit is een /8 subnetmasker)</a:t>
            </a:r>
          </a:p>
          <a:p>
            <a:endParaRPr lang="nl-BE" dirty="0"/>
          </a:p>
          <a:p>
            <a:pPr marL="171450" indent="-171450">
              <a:buFont typeface="Arial" panose="020B0604020202020204" pitchFamily="34" charset="0"/>
              <a:buChar char="•"/>
            </a:pPr>
            <a:r>
              <a:rPr lang="nl-BE" dirty="0"/>
              <a:t>voor een klasse B-netwerk: 255.255.0.0 (dit is een /16 subnetmasker)</a:t>
            </a:r>
          </a:p>
          <a:p>
            <a:endParaRPr lang="nl-BE" dirty="0"/>
          </a:p>
          <a:p>
            <a:pPr marL="171450" indent="-171450">
              <a:buFont typeface="Arial" panose="020B0604020202020204" pitchFamily="34" charset="0"/>
              <a:buChar char="•"/>
            </a:pPr>
            <a:r>
              <a:rPr lang="nl-BE" dirty="0"/>
              <a:t>voor een klasse C-netwerk: 255.255.255.0 (dit is een /24 subnetmasker)</a:t>
            </a:r>
          </a:p>
          <a:p>
            <a:endParaRPr lang="nl-BE" dirty="0"/>
          </a:p>
          <a:p>
            <a:endParaRPr lang="LID4096" dirty="0"/>
          </a:p>
        </p:txBody>
      </p:sp>
      <p:sp>
        <p:nvSpPr>
          <p:cNvPr id="4" name="Slide Number Placeholder 3"/>
          <p:cNvSpPr>
            <a:spLocks noGrp="1"/>
          </p:cNvSpPr>
          <p:nvPr>
            <p:ph type="sldNum" sz="quarter" idx="5"/>
          </p:nvPr>
        </p:nvSpPr>
        <p:spPr/>
        <p:txBody>
          <a:bodyPr/>
          <a:lstStyle/>
          <a:p>
            <a:fld id="{10CE67D9-15BB-4D5A-BDA0-1968CAFCAE96}" type="slidenum">
              <a:rPr lang="LID4096" smtClean="0"/>
              <a:t>39</a:t>
            </a:fld>
            <a:endParaRPr lang="LID4096"/>
          </a:p>
        </p:txBody>
      </p:sp>
    </p:spTree>
    <p:extLst>
      <p:ext uri="{BB962C8B-B14F-4D97-AF65-F5344CB8AC3E}">
        <p14:creationId xmlns:p14="http://schemas.microsoft.com/office/powerpoint/2010/main" val="41806021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dirty="0"/>
              <a:t>We bekijken even hoe subnetting precies in z’n werk gaat aan de hand van een voor-beeld. Daarbij gaan we uit van een klasse B-netwerk. </a:t>
            </a:r>
          </a:p>
          <a:p>
            <a:endParaRPr lang="nl-BE" dirty="0"/>
          </a:p>
          <a:p>
            <a:r>
              <a:rPr lang="nl-BE" dirty="0"/>
              <a:t>We noteren het standaard subnetmasker van een klasse B-netwerk binair.</a:t>
            </a:r>
          </a:p>
          <a:p>
            <a:endParaRPr lang="LID4096" dirty="0"/>
          </a:p>
        </p:txBody>
      </p:sp>
      <p:sp>
        <p:nvSpPr>
          <p:cNvPr id="4" name="Slide Number Placeholder 3"/>
          <p:cNvSpPr>
            <a:spLocks noGrp="1"/>
          </p:cNvSpPr>
          <p:nvPr>
            <p:ph type="sldNum" sz="quarter" idx="5"/>
          </p:nvPr>
        </p:nvSpPr>
        <p:spPr/>
        <p:txBody>
          <a:bodyPr/>
          <a:lstStyle/>
          <a:p>
            <a:fld id="{10CE67D9-15BB-4D5A-BDA0-1968CAFCAE96}" type="slidenum">
              <a:rPr lang="LID4096" smtClean="0"/>
              <a:t>40</a:t>
            </a:fld>
            <a:endParaRPr lang="LID4096"/>
          </a:p>
        </p:txBody>
      </p:sp>
    </p:spTree>
    <p:extLst>
      <p:ext uri="{BB962C8B-B14F-4D97-AF65-F5344CB8AC3E}">
        <p14:creationId xmlns:p14="http://schemas.microsoft.com/office/powerpoint/2010/main" val="233144642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nl-BE" dirty="0"/>
              <a:t>Als we het netwerk in subnetten willen onderverdelen, wijzigen we de waarde van het eerste octet met een nul-waarde – dat is hier het derde octet. Laten we van de eerste drie nulletjes eentjes maken.</a:t>
            </a:r>
          </a:p>
          <a:p>
            <a:pPr lvl="0"/>
            <a:endParaRPr lang="nl-BE" dirty="0"/>
          </a:p>
          <a:p>
            <a:pPr lvl="0"/>
            <a:r>
              <a:rPr lang="nl-BE" dirty="0"/>
              <a:t>We wijzigen de decimale schrijfwijze van het derde octet met de nieuwe waarde.</a:t>
            </a:r>
          </a:p>
          <a:p>
            <a:pPr lvl="0"/>
            <a:endParaRPr lang="nl-BE" dirty="0"/>
          </a:p>
          <a:p>
            <a:pPr lvl="0"/>
            <a:r>
              <a:rPr lang="nl-BE" dirty="0"/>
              <a:t>Omdat we de eerste drie bits van het eerste octet uit het computernummer hebben gewijzigd, wordt dit een 3-bits subnetmasker genoemd. Daarmee kan je in principe 2³ of 8 subnetten maken. </a:t>
            </a:r>
          </a:p>
          <a:p>
            <a:endParaRPr lang="nl-BE" dirty="0"/>
          </a:p>
          <a:p>
            <a:endParaRPr lang="LID4096" dirty="0"/>
          </a:p>
        </p:txBody>
      </p:sp>
      <p:sp>
        <p:nvSpPr>
          <p:cNvPr id="4" name="Slide Number Placeholder 3"/>
          <p:cNvSpPr>
            <a:spLocks noGrp="1"/>
          </p:cNvSpPr>
          <p:nvPr>
            <p:ph type="sldNum" sz="quarter" idx="5"/>
          </p:nvPr>
        </p:nvSpPr>
        <p:spPr/>
        <p:txBody>
          <a:bodyPr/>
          <a:lstStyle/>
          <a:p>
            <a:fld id="{10CE67D9-15BB-4D5A-BDA0-1968CAFCAE96}" type="slidenum">
              <a:rPr lang="LID4096" smtClean="0"/>
              <a:t>41</a:t>
            </a:fld>
            <a:endParaRPr lang="LID4096"/>
          </a:p>
        </p:txBody>
      </p:sp>
    </p:spTree>
    <p:extLst>
      <p:ext uri="{BB962C8B-B14F-4D97-AF65-F5344CB8AC3E}">
        <p14:creationId xmlns:p14="http://schemas.microsoft.com/office/powerpoint/2010/main" val="269506131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dirty="0"/>
              <a:t>De laagste waarde (000) kan je niet gebruiken als subnet, aangezien je dan het standaard-subnetmasker bekomt. </a:t>
            </a:r>
          </a:p>
          <a:p>
            <a:endParaRPr lang="nl-BE" dirty="0"/>
          </a:p>
          <a:p>
            <a:r>
              <a:rPr lang="nl-BE" dirty="0"/>
              <a:t>De hoogste waarde kan je evenmin gebruiken, omdat die het subnetmasker zelf vormt. </a:t>
            </a:r>
          </a:p>
          <a:p>
            <a:endParaRPr lang="nl-BE" dirty="0"/>
          </a:p>
          <a:p>
            <a:r>
              <a:rPr lang="nl-BE" dirty="0"/>
              <a:t>Hierdoor kan je het netwerk uit ons voorbeeld dus opdelen in 6 echte subnetten.</a:t>
            </a:r>
          </a:p>
          <a:p>
            <a:endParaRPr lang="nl-BE" dirty="0"/>
          </a:p>
          <a:p>
            <a:r>
              <a:rPr lang="nl-BE" dirty="0"/>
              <a:t>Om te weten tot welk subnet een bepaalde computer behoort, moet je de bits in het IP-adres en de bits in het subnetmasker die precies boven elkaar liggen, met een logische AND-functie verbinden.</a:t>
            </a:r>
          </a:p>
          <a:p>
            <a:endParaRPr lang="nl-BE" dirty="0"/>
          </a:p>
          <a:p>
            <a:r>
              <a:rPr lang="nl-BE" dirty="0"/>
              <a:t>Daarvoor moeten we eerst het IP-adres van een netwerkcomputer uit het netwerk binair noteren.</a:t>
            </a:r>
          </a:p>
          <a:p>
            <a:endParaRPr lang="nl-BE" dirty="0"/>
          </a:p>
          <a:p>
            <a:r>
              <a:rPr lang="nl-BE" dirty="0"/>
              <a:t>We noteren het subnetmasker er in binaire vorm netjes onder.</a:t>
            </a:r>
          </a:p>
          <a:p>
            <a:endParaRPr lang="nl-BE" dirty="0"/>
          </a:p>
          <a:p>
            <a:r>
              <a:rPr lang="nl-BE" dirty="0"/>
              <a:t>Verbind alle bits die precies boven elkaar liggen met een logische AND-functie.</a:t>
            </a:r>
          </a:p>
          <a:p>
            <a:r>
              <a:rPr lang="nl-BE" dirty="0"/>
              <a:t>Noteer nu het bekomen resultaat in decimale vorm. Het netwerkadres van de computer in dit subnetwerk is 172.16.160.0. De computer zal dus deel uitmaken van het vijfde subnet en zal enkel kunnen communiceren met andere computers in datzelfde subnet. Let op: het subnetmasker dat je bij alle computers in het netwerk ingeeft, moet dan wel 255.255.224.0 zijn en niet het netwerknummer van het subnet!</a:t>
            </a:r>
          </a:p>
          <a:p>
            <a:endParaRPr lang="nl-BE" dirty="0"/>
          </a:p>
          <a:p>
            <a:r>
              <a:rPr lang="nl-BE" dirty="0"/>
              <a:t>Je kan een subnetmasker van een computer ook aangeven door het IP-adres te noteren, gevolgd door het aantal eentjes dat je gebruikt in je subnetmasker – in ons voorbeeld: 172.16.189.200/19. Wanneer subnetten niet toegepast worden, wordt het subnetmasker vaak weggelaten. </a:t>
            </a:r>
          </a:p>
          <a:p>
            <a:endParaRPr lang="nl-BE" dirty="0"/>
          </a:p>
          <a:p>
            <a:endParaRPr lang="nl-BE" dirty="0"/>
          </a:p>
          <a:p>
            <a:endParaRPr lang="nl-BE" dirty="0"/>
          </a:p>
          <a:p>
            <a:endParaRPr lang="LID4096" dirty="0"/>
          </a:p>
        </p:txBody>
      </p:sp>
      <p:sp>
        <p:nvSpPr>
          <p:cNvPr id="4" name="Slide Number Placeholder 3"/>
          <p:cNvSpPr>
            <a:spLocks noGrp="1"/>
          </p:cNvSpPr>
          <p:nvPr>
            <p:ph type="sldNum" sz="quarter" idx="5"/>
          </p:nvPr>
        </p:nvSpPr>
        <p:spPr/>
        <p:txBody>
          <a:bodyPr/>
          <a:lstStyle/>
          <a:p>
            <a:fld id="{10CE67D9-15BB-4D5A-BDA0-1968CAFCAE96}" type="slidenum">
              <a:rPr lang="LID4096" smtClean="0"/>
              <a:t>42</a:t>
            </a:fld>
            <a:endParaRPr lang="LID4096"/>
          </a:p>
        </p:txBody>
      </p:sp>
    </p:spTree>
    <p:extLst>
      <p:ext uri="{BB962C8B-B14F-4D97-AF65-F5344CB8AC3E}">
        <p14:creationId xmlns:p14="http://schemas.microsoft.com/office/powerpoint/2010/main" val="367708100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Een IP-adres is een logisch adres, wat wil zeggen dat het adres softwarematig wordt toegekend aan een netwerkinterface. Dat kan ook niet anders, aangezien een fabrikant uiteraard niet kan voorzien in welk netwerk de hardware zal worden ingeschakeld. Wel krijgt elke netwerkcomponent van de fabrikant een hardware-adres mee. Dat adres wordt vastgelegd in een ROM-chip en wordt het MAC-adres (media access control) genoemd. Fabrikanten maken onderling afspraken zodat twee verschillende netwerkcomponenten nooit eenzelfde MAC-adres kunnen hebben. Het MAC-adres is samengesteld uit zes of acht groepjes van acht bits. Meestal worden ze geschreven in hexadecimale vorm, van elkaar gescheiden door een dubbele punt.</a:t>
            </a:r>
          </a:p>
          <a:p>
            <a:endParaRPr lang="LID4096" dirty="0"/>
          </a:p>
        </p:txBody>
      </p:sp>
      <p:sp>
        <p:nvSpPr>
          <p:cNvPr id="4" name="Slide Number Placeholder 3"/>
          <p:cNvSpPr>
            <a:spLocks noGrp="1"/>
          </p:cNvSpPr>
          <p:nvPr>
            <p:ph type="sldNum" sz="quarter" idx="5"/>
          </p:nvPr>
        </p:nvSpPr>
        <p:spPr/>
        <p:txBody>
          <a:bodyPr/>
          <a:lstStyle/>
          <a:p>
            <a:fld id="{10CE67D9-15BB-4D5A-BDA0-1968CAFCAE96}" type="slidenum">
              <a:rPr lang="LID4096" smtClean="0"/>
              <a:t>43</a:t>
            </a:fld>
            <a:endParaRPr lang="LID4096"/>
          </a:p>
        </p:txBody>
      </p:sp>
    </p:spTree>
    <p:extLst>
      <p:ext uri="{BB962C8B-B14F-4D97-AF65-F5344CB8AC3E}">
        <p14:creationId xmlns:p14="http://schemas.microsoft.com/office/powerpoint/2010/main" val="77833590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dirty="0"/>
              <a:t>Aangezien computers op een netwerk met elkaar communiceren door middel van een IP-adres, maar de netwerkinterface fysiek enkel beschikt over een MAC-adres, moet het IP-adres aan het MAC-adres gekoppeld worden. </a:t>
            </a:r>
          </a:p>
          <a:p>
            <a:endParaRPr lang="nl-BE" dirty="0"/>
          </a:p>
          <a:p>
            <a:r>
              <a:rPr lang="nl-BE" dirty="0"/>
              <a:t>Daarvoor wordt gebruik gemaakt van het ARP-protocol (address resolution protocol).</a:t>
            </a:r>
          </a:p>
          <a:p>
            <a:endParaRPr lang="nl-BE" dirty="0"/>
          </a:p>
          <a:p>
            <a:endParaRPr lang="nl-BE" dirty="0"/>
          </a:p>
          <a:p>
            <a:endParaRPr lang="LID4096" dirty="0"/>
          </a:p>
        </p:txBody>
      </p:sp>
      <p:sp>
        <p:nvSpPr>
          <p:cNvPr id="4" name="Slide Number Placeholder 3"/>
          <p:cNvSpPr>
            <a:spLocks noGrp="1"/>
          </p:cNvSpPr>
          <p:nvPr>
            <p:ph type="sldNum" sz="quarter" idx="5"/>
          </p:nvPr>
        </p:nvSpPr>
        <p:spPr/>
        <p:txBody>
          <a:bodyPr/>
          <a:lstStyle/>
          <a:p>
            <a:fld id="{10CE67D9-15BB-4D5A-BDA0-1968CAFCAE96}" type="slidenum">
              <a:rPr lang="LID4096" smtClean="0"/>
              <a:t>44</a:t>
            </a:fld>
            <a:endParaRPr lang="LID4096"/>
          </a:p>
        </p:txBody>
      </p:sp>
    </p:spTree>
    <p:extLst>
      <p:ext uri="{BB962C8B-B14F-4D97-AF65-F5344CB8AC3E}">
        <p14:creationId xmlns:p14="http://schemas.microsoft.com/office/powerpoint/2010/main" val="75757801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Wanneer computer A een verbinding wil maken met computer B op hetzelfde netwerk, moet computer A het MAC-adres van computer B te weten komen. Computer A kent wel het IP-adres van computer B en heeft in een speciaal deel van het geheugen (de ARP-cache) een tabel staan waarin aan alle gekende IP-adressen het MAC-adres gekoppeld staat. Die tabel wordt de mappinglijst genoemd. </a:t>
            </a:r>
          </a:p>
          <a:p>
            <a:endParaRPr lang="LID4096" dirty="0"/>
          </a:p>
        </p:txBody>
      </p:sp>
      <p:sp>
        <p:nvSpPr>
          <p:cNvPr id="4" name="Slide Number Placeholder 3"/>
          <p:cNvSpPr>
            <a:spLocks noGrp="1"/>
          </p:cNvSpPr>
          <p:nvPr>
            <p:ph type="sldNum" sz="quarter" idx="5"/>
          </p:nvPr>
        </p:nvSpPr>
        <p:spPr/>
        <p:txBody>
          <a:bodyPr/>
          <a:lstStyle/>
          <a:p>
            <a:fld id="{10CE67D9-15BB-4D5A-BDA0-1968CAFCAE96}" type="slidenum">
              <a:rPr lang="LID4096" smtClean="0"/>
              <a:t>45</a:t>
            </a:fld>
            <a:endParaRPr lang="LID4096"/>
          </a:p>
        </p:txBody>
      </p:sp>
    </p:spTree>
    <p:extLst>
      <p:ext uri="{BB962C8B-B14F-4D97-AF65-F5344CB8AC3E}">
        <p14:creationId xmlns:p14="http://schemas.microsoft.com/office/powerpoint/2010/main" val="365860202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dirty="0"/>
              <a:t>Indien het MAC-adres van computer B op dat ogenblik al gekend is, staat die bij het juiste IP-adres in de mappinglijst en kan er onmiddellijk een verbinding worden gemaakt. </a:t>
            </a:r>
          </a:p>
          <a:p>
            <a:endParaRPr lang="nl-BE" dirty="0"/>
          </a:p>
          <a:p>
            <a:endParaRPr lang="LID4096" dirty="0"/>
          </a:p>
        </p:txBody>
      </p:sp>
      <p:sp>
        <p:nvSpPr>
          <p:cNvPr id="4" name="Slide Number Placeholder 3"/>
          <p:cNvSpPr>
            <a:spLocks noGrp="1"/>
          </p:cNvSpPr>
          <p:nvPr>
            <p:ph type="sldNum" sz="quarter" idx="5"/>
          </p:nvPr>
        </p:nvSpPr>
        <p:spPr/>
        <p:txBody>
          <a:bodyPr/>
          <a:lstStyle/>
          <a:p>
            <a:fld id="{10CE67D9-15BB-4D5A-BDA0-1968CAFCAE96}" type="slidenum">
              <a:rPr lang="LID4096" smtClean="0"/>
              <a:t>46</a:t>
            </a:fld>
            <a:endParaRPr lang="LID4096"/>
          </a:p>
        </p:txBody>
      </p:sp>
    </p:spTree>
    <p:extLst>
      <p:ext uri="{BB962C8B-B14F-4D97-AF65-F5344CB8AC3E}">
        <p14:creationId xmlns:p14="http://schemas.microsoft.com/office/powerpoint/2010/main" val="339002603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dirty="0"/>
              <a:t>Indien het MAC-adres nog niet gekend is, stuurt computer A een ARP-request. </a:t>
            </a:r>
          </a:p>
          <a:p>
            <a:endParaRPr lang="nl-BE" dirty="0">
              <a:sym typeface="Wingdings" panose="05000000000000000000" pitchFamily="2" charset="2"/>
            </a:endParaRPr>
          </a:p>
          <a:p>
            <a:r>
              <a:rPr lang="nl-BE" dirty="0"/>
              <a:t>Dat is een broadcast-bericht naar alle computers in het netwerk met de vraag om het MAC-adres te verkrijgen van computer B. </a:t>
            </a:r>
          </a:p>
          <a:p>
            <a:endParaRPr lang="LID4096" dirty="0"/>
          </a:p>
        </p:txBody>
      </p:sp>
      <p:sp>
        <p:nvSpPr>
          <p:cNvPr id="4" name="Slide Number Placeholder 3"/>
          <p:cNvSpPr>
            <a:spLocks noGrp="1"/>
          </p:cNvSpPr>
          <p:nvPr>
            <p:ph type="sldNum" sz="quarter" idx="5"/>
          </p:nvPr>
        </p:nvSpPr>
        <p:spPr/>
        <p:txBody>
          <a:bodyPr/>
          <a:lstStyle/>
          <a:p>
            <a:fld id="{10CE67D9-15BB-4D5A-BDA0-1968CAFCAE96}" type="slidenum">
              <a:rPr lang="LID4096" smtClean="0"/>
              <a:t>47</a:t>
            </a:fld>
            <a:endParaRPr lang="LID4096"/>
          </a:p>
        </p:txBody>
      </p:sp>
    </p:spTree>
    <p:extLst>
      <p:ext uri="{BB962C8B-B14F-4D97-AF65-F5344CB8AC3E}">
        <p14:creationId xmlns:p14="http://schemas.microsoft.com/office/powerpoint/2010/main" val="359703664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Die herkent het IP-adres in het bericht als het zijne en zal een bericht terugsturen naar de afzender met het MAC-adres erin. De andere computers negeren het broadcast-bericht. </a:t>
            </a:r>
          </a:p>
          <a:p>
            <a:endParaRPr lang="LID4096" dirty="0"/>
          </a:p>
        </p:txBody>
      </p:sp>
      <p:sp>
        <p:nvSpPr>
          <p:cNvPr id="4" name="Slide Number Placeholder 3"/>
          <p:cNvSpPr>
            <a:spLocks noGrp="1"/>
          </p:cNvSpPr>
          <p:nvPr>
            <p:ph type="sldNum" sz="quarter" idx="5"/>
          </p:nvPr>
        </p:nvSpPr>
        <p:spPr/>
        <p:txBody>
          <a:bodyPr/>
          <a:lstStyle/>
          <a:p>
            <a:fld id="{10CE67D9-15BB-4D5A-BDA0-1968CAFCAE96}" type="slidenum">
              <a:rPr lang="LID4096" smtClean="0"/>
              <a:t>48</a:t>
            </a:fld>
            <a:endParaRPr lang="LID4096"/>
          </a:p>
        </p:txBody>
      </p:sp>
    </p:spTree>
    <p:extLst>
      <p:ext uri="{BB962C8B-B14F-4D97-AF65-F5344CB8AC3E}">
        <p14:creationId xmlns:p14="http://schemas.microsoft.com/office/powerpoint/2010/main" val="209090727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dirty="0"/>
              <a:t>Vanaf dan wordt het MAC-adres van computer B bewaard in de mappinglijst in de ARP-cache van computer A en kan ook in de toekomst makkelijker een verbinding worden gelegd.</a:t>
            </a:r>
          </a:p>
          <a:p>
            <a:endParaRPr lang="nl-BE" dirty="0"/>
          </a:p>
          <a:p>
            <a:endParaRPr lang="LID4096" dirty="0"/>
          </a:p>
        </p:txBody>
      </p:sp>
      <p:sp>
        <p:nvSpPr>
          <p:cNvPr id="4" name="Slide Number Placeholder 3"/>
          <p:cNvSpPr>
            <a:spLocks noGrp="1"/>
          </p:cNvSpPr>
          <p:nvPr>
            <p:ph type="sldNum" sz="quarter" idx="5"/>
          </p:nvPr>
        </p:nvSpPr>
        <p:spPr/>
        <p:txBody>
          <a:bodyPr/>
          <a:lstStyle/>
          <a:p>
            <a:fld id="{10CE67D9-15BB-4D5A-BDA0-1968CAFCAE96}" type="slidenum">
              <a:rPr lang="LID4096" smtClean="0"/>
              <a:t>49</a:t>
            </a:fld>
            <a:endParaRPr lang="LID4096"/>
          </a:p>
        </p:txBody>
      </p:sp>
    </p:spTree>
    <p:extLst>
      <p:ext uri="{BB962C8B-B14F-4D97-AF65-F5344CB8AC3E}">
        <p14:creationId xmlns:p14="http://schemas.microsoft.com/office/powerpoint/2010/main" val="227137947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De mappinglijst kan zowel statische als dynamische entries bevatten. Statische entries zijn entries die permanent bewaard blijven. Entries van computers waarmee zeer veel wordt gecommuniceerd, blijven op deze manier bewaard. Dynamische entries zijn entries die na een ARP request bewaard worden. Deze entries hebben een levensduur van slechts enkele minuten. Zo wordt voorkomen dat de ARP-cache overvol geraakt.</a:t>
            </a:r>
          </a:p>
          <a:p>
            <a:endParaRPr lang="LID4096" dirty="0"/>
          </a:p>
        </p:txBody>
      </p:sp>
      <p:sp>
        <p:nvSpPr>
          <p:cNvPr id="4" name="Slide Number Placeholder 3"/>
          <p:cNvSpPr>
            <a:spLocks noGrp="1"/>
          </p:cNvSpPr>
          <p:nvPr>
            <p:ph type="sldNum" sz="quarter" idx="5"/>
          </p:nvPr>
        </p:nvSpPr>
        <p:spPr/>
        <p:txBody>
          <a:bodyPr/>
          <a:lstStyle/>
          <a:p>
            <a:fld id="{10CE67D9-15BB-4D5A-BDA0-1968CAFCAE96}" type="slidenum">
              <a:rPr lang="LID4096" smtClean="0"/>
              <a:t>50</a:t>
            </a:fld>
            <a:endParaRPr lang="LID4096"/>
          </a:p>
        </p:txBody>
      </p:sp>
    </p:spTree>
    <p:extLst>
      <p:ext uri="{BB962C8B-B14F-4D97-AF65-F5344CB8AC3E}">
        <p14:creationId xmlns:p14="http://schemas.microsoft.com/office/powerpoint/2010/main" val="170498578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dirty="0"/>
              <a:t>De ontwikkeling van IPv4 dateert uit de jaren 1970. Toen werden voornamelijk mainframes aan elkaar gekoppeld. Van personal computers was op dat moment zelfs nog geen sprake. Met een theoretisch bereik van meer dan vier miljard IP-adressen zal men destijds wel gedacht hebben dat er tot in de eeuwigheid voldoende IP-adressen ter beschikking zouden zijn.</a:t>
            </a:r>
          </a:p>
          <a:p>
            <a:endParaRPr lang="nl-BE" dirty="0"/>
          </a:p>
          <a:p>
            <a:r>
              <a:rPr lang="nl-BE" dirty="0"/>
              <a:t>IPv6-adressen zijn 128 bits lang. Daarmee kunnen 2</a:t>
            </a:r>
            <a:r>
              <a:rPr lang="nl-BE" baseline="30000" dirty="0"/>
              <a:t>128</a:t>
            </a:r>
            <a:r>
              <a:rPr lang="nl-BE" dirty="0"/>
              <a:t> verschillende adressen worden gemaakt – zo’n 300 biljard-triljard adressen, ofwel een getal dat uit 39 cijfers bestaat. </a:t>
            </a:r>
          </a:p>
          <a:p>
            <a:endParaRPr lang="LID4096" dirty="0"/>
          </a:p>
        </p:txBody>
      </p:sp>
      <p:sp>
        <p:nvSpPr>
          <p:cNvPr id="4" name="Slide Number Placeholder 3"/>
          <p:cNvSpPr>
            <a:spLocks noGrp="1"/>
          </p:cNvSpPr>
          <p:nvPr>
            <p:ph type="sldNum" sz="quarter" idx="5"/>
          </p:nvPr>
        </p:nvSpPr>
        <p:spPr/>
        <p:txBody>
          <a:bodyPr/>
          <a:lstStyle/>
          <a:p>
            <a:fld id="{10CE67D9-15BB-4D5A-BDA0-1968CAFCAE96}" type="slidenum">
              <a:rPr lang="LID4096" smtClean="0"/>
              <a:t>51</a:t>
            </a:fld>
            <a:endParaRPr lang="LID4096"/>
          </a:p>
        </p:txBody>
      </p:sp>
    </p:spTree>
    <p:extLst>
      <p:ext uri="{BB962C8B-B14F-4D97-AF65-F5344CB8AC3E}">
        <p14:creationId xmlns:p14="http://schemas.microsoft.com/office/powerpoint/2010/main" val="254286007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IPv6-adressen worden geschreven als acht groepen van vier hexadecimale cijfers, van elkaar gescheiden met een dubbele punt.</a:t>
            </a:r>
          </a:p>
          <a:p>
            <a:endParaRPr lang="LID4096" dirty="0"/>
          </a:p>
        </p:txBody>
      </p:sp>
      <p:sp>
        <p:nvSpPr>
          <p:cNvPr id="4" name="Slide Number Placeholder 3"/>
          <p:cNvSpPr>
            <a:spLocks noGrp="1"/>
          </p:cNvSpPr>
          <p:nvPr>
            <p:ph type="sldNum" sz="quarter" idx="5"/>
          </p:nvPr>
        </p:nvSpPr>
        <p:spPr/>
        <p:txBody>
          <a:bodyPr/>
          <a:lstStyle/>
          <a:p>
            <a:fld id="{10CE67D9-15BB-4D5A-BDA0-1968CAFCAE96}" type="slidenum">
              <a:rPr lang="LID4096" smtClean="0"/>
              <a:t>52</a:t>
            </a:fld>
            <a:endParaRPr lang="LID4096"/>
          </a:p>
        </p:txBody>
      </p:sp>
    </p:spTree>
    <p:extLst>
      <p:ext uri="{BB962C8B-B14F-4D97-AF65-F5344CB8AC3E}">
        <p14:creationId xmlns:p14="http://schemas.microsoft.com/office/powerpoint/2010/main" val="411835113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dirty="0"/>
              <a:t>Indien een groep de waarde 0000 heeft, kan dit verkort worden tot een enkele 0.</a:t>
            </a:r>
          </a:p>
          <a:p>
            <a:endParaRPr lang="nl-BE" dirty="0"/>
          </a:p>
          <a:p>
            <a:r>
              <a:rPr lang="nl-BE" dirty="0"/>
              <a:t>Maar je kan die 0 ook gewoon helemaal weg laten.</a:t>
            </a:r>
          </a:p>
          <a:p>
            <a:endParaRPr lang="LID4096" dirty="0"/>
          </a:p>
        </p:txBody>
      </p:sp>
      <p:sp>
        <p:nvSpPr>
          <p:cNvPr id="4" name="Slide Number Placeholder 3"/>
          <p:cNvSpPr>
            <a:spLocks noGrp="1"/>
          </p:cNvSpPr>
          <p:nvPr>
            <p:ph type="sldNum" sz="quarter" idx="5"/>
          </p:nvPr>
        </p:nvSpPr>
        <p:spPr/>
        <p:txBody>
          <a:bodyPr/>
          <a:lstStyle/>
          <a:p>
            <a:fld id="{10CE67D9-15BB-4D5A-BDA0-1968CAFCAE96}" type="slidenum">
              <a:rPr lang="LID4096" smtClean="0"/>
              <a:t>53</a:t>
            </a:fld>
            <a:endParaRPr lang="LID4096"/>
          </a:p>
        </p:txBody>
      </p:sp>
    </p:spTree>
    <p:extLst>
      <p:ext uri="{BB962C8B-B14F-4D97-AF65-F5344CB8AC3E}">
        <p14:creationId xmlns:p14="http://schemas.microsoft.com/office/powerpoint/2010/main" val="133066177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Voor lokale netwerken blijven netwerkbeheerders doorgaans nog steeds IPv4 gebruiken, terwijl op het internet IPv6 steeds meer de overhand neemt. Zolang de twee IP-versies naast elkaar bestaan zal het converteren van adressen tussen beide versies noodzakelijk blijven. Het ziet er naar uit dat dat nog wel een hele tijd nodig zal zijn. </a:t>
            </a:r>
          </a:p>
          <a:p>
            <a:endParaRPr lang="LID4096" dirty="0"/>
          </a:p>
        </p:txBody>
      </p:sp>
      <p:sp>
        <p:nvSpPr>
          <p:cNvPr id="4" name="Slide Number Placeholder 3"/>
          <p:cNvSpPr>
            <a:spLocks noGrp="1"/>
          </p:cNvSpPr>
          <p:nvPr>
            <p:ph type="sldNum" sz="quarter" idx="5"/>
          </p:nvPr>
        </p:nvSpPr>
        <p:spPr/>
        <p:txBody>
          <a:bodyPr/>
          <a:lstStyle/>
          <a:p>
            <a:fld id="{10CE67D9-15BB-4D5A-BDA0-1968CAFCAE96}" type="slidenum">
              <a:rPr lang="LID4096" smtClean="0"/>
              <a:t>54</a:t>
            </a:fld>
            <a:endParaRPr lang="LID4096"/>
          </a:p>
        </p:txBody>
      </p:sp>
    </p:spTree>
    <p:extLst>
      <p:ext uri="{BB962C8B-B14F-4D97-AF65-F5344CB8AC3E}">
        <p14:creationId xmlns:p14="http://schemas.microsoft.com/office/powerpoint/2010/main" val="240641839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Communicatie die gebruik maakt van dit protocol kent geen vertragingen meer, maar er is ook geen foutcontrole. Dat betekent dat niet gegarandeerd kan worden dat alle berichten (bij UDP spreken we niet van pakketjes maar van berichten) foutloos aankomen, zelfs niet dat ze daadwerkelijk allemaal aankomen. Indien er onderweg berichten verloren gaan, dan worden die dus niet vervangen.</a:t>
            </a:r>
          </a:p>
          <a:p>
            <a:endParaRPr lang="LID4096" dirty="0"/>
          </a:p>
        </p:txBody>
      </p:sp>
      <p:sp>
        <p:nvSpPr>
          <p:cNvPr id="4" name="Slide Number Placeholder 3"/>
          <p:cNvSpPr>
            <a:spLocks noGrp="1"/>
          </p:cNvSpPr>
          <p:nvPr>
            <p:ph type="sldNum" sz="quarter" idx="5"/>
          </p:nvPr>
        </p:nvSpPr>
        <p:spPr/>
        <p:txBody>
          <a:bodyPr/>
          <a:lstStyle/>
          <a:p>
            <a:fld id="{10CE67D9-15BB-4D5A-BDA0-1968CAFCAE96}" type="slidenum">
              <a:rPr lang="LID4096" smtClean="0"/>
              <a:t>55</a:t>
            </a:fld>
            <a:endParaRPr lang="LID4096"/>
          </a:p>
        </p:txBody>
      </p:sp>
    </p:spTree>
    <p:extLst>
      <p:ext uri="{BB962C8B-B14F-4D97-AF65-F5344CB8AC3E}">
        <p14:creationId xmlns:p14="http://schemas.microsoft.com/office/powerpoint/2010/main" val="169244394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Een </a:t>
            </a:r>
            <a:r>
              <a:rPr lang="en-US" dirty="0" err="1"/>
              <a:t>eerste</a:t>
            </a:r>
            <a:r>
              <a:rPr lang="en-US" dirty="0"/>
              <a:t> protocol is het DHCP-protocol.</a:t>
            </a:r>
            <a:br>
              <a:rPr lang="en-US" dirty="0"/>
            </a:br>
            <a:r>
              <a:rPr lang="en-US" dirty="0" err="1"/>
              <a:t>Hierbij</a:t>
            </a:r>
            <a:r>
              <a:rPr lang="en-US" dirty="0"/>
              <a:t> </a:t>
            </a:r>
            <a:r>
              <a:rPr lang="en-US" dirty="0" err="1"/>
              <a:t>kan</a:t>
            </a:r>
            <a:r>
              <a:rPr lang="en-US" dirty="0"/>
              <a:t> </a:t>
            </a:r>
            <a:r>
              <a:rPr lang="en-US" dirty="0" err="1"/>
              <a:t>een</a:t>
            </a:r>
            <a:r>
              <a:rPr lang="en-US" dirty="0"/>
              <a:t> server </a:t>
            </a:r>
            <a:r>
              <a:rPr lang="en-US" dirty="0" err="1"/>
              <a:t>nieuwe</a:t>
            </a:r>
            <a:r>
              <a:rPr lang="en-US" dirty="0"/>
              <a:t> endpoints </a:t>
            </a:r>
            <a:r>
              <a:rPr lang="en-US" dirty="0" err="1"/>
              <a:t>voorzien</a:t>
            </a:r>
            <a:r>
              <a:rPr lang="en-US" dirty="0"/>
              <a:t> van </a:t>
            </a:r>
            <a:r>
              <a:rPr lang="en-US" dirty="0" err="1"/>
              <a:t>een</a:t>
            </a:r>
            <a:r>
              <a:rPr lang="en-US" dirty="0"/>
              <a:t> </a:t>
            </a:r>
            <a:r>
              <a:rPr lang="en-US" dirty="0" err="1"/>
              <a:t>ip</a:t>
            </a:r>
            <a:r>
              <a:rPr lang="en-US" dirty="0"/>
              <a:t>, </a:t>
            </a:r>
            <a:r>
              <a:rPr lang="en-US" dirty="0" err="1"/>
              <a:t>deze</a:t>
            </a:r>
            <a:r>
              <a:rPr lang="en-US" dirty="0"/>
              <a:t> </a:t>
            </a:r>
            <a:r>
              <a:rPr lang="en-US" dirty="0" err="1"/>
              <a:t>gaat</a:t>
            </a:r>
            <a:r>
              <a:rPr lang="en-US" dirty="0"/>
              <a:t> </a:t>
            </a:r>
            <a:r>
              <a:rPr lang="en-US" dirty="0" err="1"/>
              <a:t>hij</a:t>
            </a:r>
            <a:r>
              <a:rPr lang="en-US" dirty="0"/>
              <a:t> </a:t>
            </a:r>
            <a:r>
              <a:rPr lang="en-US" dirty="0" err="1"/>
              <a:t>ook</a:t>
            </a:r>
            <a:r>
              <a:rPr lang="en-US" dirty="0"/>
              <a:t> </a:t>
            </a:r>
            <a:r>
              <a:rPr lang="en-US" dirty="0" err="1"/>
              <a:t>gaan</a:t>
            </a:r>
            <a:r>
              <a:rPr lang="en-US" dirty="0"/>
              <a:t> </a:t>
            </a:r>
            <a:r>
              <a:rPr lang="en-US" dirty="0" err="1"/>
              <a:t>recycleren</a:t>
            </a:r>
            <a:r>
              <a:rPr lang="en-US" dirty="0"/>
              <a:t>.</a:t>
            </a:r>
            <a:endParaRPr lang="LID4096" dirty="0"/>
          </a:p>
        </p:txBody>
      </p:sp>
      <p:sp>
        <p:nvSpPr>
          <p:cNvPr id="4" name="Slide Number Placeholder 3"/>
          <p:cNvSpPr>
            <a:spLocks noGrp="1"/>
          </p:cNvSpPr>
          <p:nvPr>
            <p:ph type="sldNum" sz="quarter" idx="5"/>
          </p:nvPr>
        </p:nvSpPr>
        <p:spPr/>
        <p:txBody>
          <a:bodyPr/>
          <a:lstStyle/>
          <a:p>
            <a:fld id="{10CE67D9-15BB-4D5A-BDA0-1968CAFCAE96}" type="slidenum">
              <a:rPr lang="LID4096" smtClean="0"/>
              <a:t>57</a:t>
            </a:fld>
            <a:endParaRPr lang="LID4096"/>
          </a:p>
        </p:txBody>
      </p:sp>
    </p:spTree>
    <p:extLst>
      <p:ext uri="{BB962C8B-B14F-4D97-AF65-F5344CB8AC3E}">
        <p14:creationId xmlns:p14="http://schemas.microsoft.com/office/powerpoint/2010/main" val="188632010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a:t>
            </a:r>
            <a:r>
              <a:rPr lang="en-US" dirty="0" err="1"/>
              <a:t>zorgt</a:t>
            </a:r>
            <a:r>
              <a:rPr lang="en-US" dirty="0"/>
              <a:t> </a:t>
            </a:r>
            <a:r>
              <a:rPr lang="en-US" dirty="0" err="1"/>
              <a:t>voor</a:t>
            </a:r>
            <a:r>
              <a:rPr lang="en-US" dirty="0"/>
              <a:t> </a:t>
            </a:r>
            <a:r>
              <a:rPr lang="en-US" dirty="0" err="1"/>
              <a:t>een</a:t>
            </a:r>
            <a:r>
              <a:rPr lang="en-US" dirty="0"/>
              <a:t> </a:t>
            </a:r>
            <a:r>
              <a:rPr lang="en-US" dirty="0" err="1"/>
              <a:t>eenvoudiger</a:t>
            </a:r>
            <a:r>
              <a:rPr lang="en-US" dirty="0"/>
              <a:t> </a:t>
            </a:r>
            <a:r>
              <a:rPr lang="en-US" dirty="0" err="1"/>
              <a:t>netwerkbeheer</a:t>
            </a:r>
            <a:r>
              <a:rPr lang="en-US" dirty="0"/>
              <a:t>.</a:t>
            </a:r>
            <a:endParaRPr lang="LID4096" dirty="0"/>
          </a:p>
        </p:txBody>
      </p:sp>
      <p:sp>
        <p:nvSpPr>
          <p:cNvPr id="4" name="Slide Number Placeholder 3"/>
          <p:cNvSpPr>
            <a:spLocks noGrp="1"/>
          </p:cNvSpPr>
          <p:nvPr>
            <p:ph type="sldNum" sz="quarter" idx="5"/>
          </p:nvPr>
        </p:nvSpPr>
        <p:spPr/>
        <p:txBody>
          <a:bodyPr/>
          <a:lstStyle/>
          <a:p>
            <a:fld id="{10CE67D9-15BB-4D5A-BDA0-1968CAFCAE96}" type="slidenum">
              <a:rPr lang="LID4096" smtClean="0"/>
              <a:t>58</a:t>
            </a:fld>
            <a:endParaRPr lang="LID4096"/>
          </a:p>
        </p:txBody>
      </p:sp>
    </p:spTree>
    <p:extLst>
      <p:ext uri="{BB962C8B-B14F-4D97-AF65-F5344CB8AC3E}">
        <p14:creationId xmlns:p14="http://schemas.microsoft.com/office/powerpoint/2010/main" val="334517738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DNS is de </a:t>
            </a:r>
            <a:r>
              <a:rPr lang="en-US" dirty="0" err="1"/>
              <a:t>telefoonboek</a:t>
            </a:r>
            <a:r>
              <a:rPr lang="en-US" dirty="0"/>
              <a:t> van de </a:t>
            </a:r>
            <a:r>
              <a:rPr lang="en-US" dirty="0" err="1"/>
              <a:t>webpagina’s</a:t>
            </a:r>
            <a:r>
              <a:rPr lang="en-US" dirty="0"/>
              <a:t>.</a:t>
            </a:r>
            <a:br>
              <a:rPr lang="en-US" dirty="0"/>
            </a:br>
            <a:r>
              <a:rPr lang="en-US" dirty="0"/>
              <a:t>Een service die </a:t>
            </a:r>
            <a:r>
              <a:rPr lang="en-US" dirty="0" err="1"/>
              <a:t>domeinnamen</a:t>
            </a:r>
            <a:r>
              <a:rPr lang="en-US" dirty="0"/>
              <a:t> </a:t>
            </a:r>
            <a:r>
              <a:rPr lang="en-US" dirty="0" err="1"/>
              <a:t>kan</a:t>
            </a:r>
            <a:r>
              <a:rPr lang="en-US" dirty="0"/>
              <a:t> </a:t>
            </a:r>
            <a:r>
              <a:rPr lang="en-US" dirty="0" err="1"/>
              <a:t>vertalen</a:t>
            </a:r>
            <a:r>
              <a:rPr lang="en-US" dirty="0"/>
              <a:t> </a:t>
            </a:r>
            <a:r>
              <a:rPr lang="en-US" dirty="0" err="1"/>
              <a:t>naar</a:t>
            </a:r>
            <a:r>
              <a:rPr lang="en-US" dirty="0"/>
              <a:t> </a:t>
            </a:r>
            <a:r>
              <a:rPr lang="en-US" dirty="0" err="1"/>
              <a:t>ip-adressen</a:t>
            </a:r>
            <a:r>
              <a:rPr lang="en-US" dirty="0"/>
              <a:t>.</a:t>
            </a:r>
          </a:p>
          <a:p>
            <a:endParaRPr lang="en-US" dirty="0"/>
          </a:p>
          <a:p>
            <a:r>
              <a:rPr lang="en-US" dirty="0"/>
              <a:t>www.example.com =&gt; 281.48.1.22</a:t>
            </a:r>
            <a:endParaRPr lang="LID4096" dirty="0"/>
          </a:p>
        </p:txBody>
      </p:sp>
      <p:sp>
        <p:nvSpPr>
          <p:cNvPr id="4" name="Slide Number Placeholder 3"/>
          <p:cNvSpPr>
            <a:spLocks noGrp="1"/>
          </p:cNvSpPr>
          <p:nvPr>
            <p:ph type="sldNum" sz="quarter" idx="5"/>
          </p:nvPr>
        </p:nvSpPr>
        <p:spPr/>
        <p:txBody>
          <a:bodyPr/>
          <a:lstStyle/>
          <a:p>
            <a:fld id="{10CE67D9-15BB-4D5A-BDA0-1968CAFCAE96}" type="slidenum">
              <a:rPr lang="LID4096" smtClean="0"/>
              <a:t>59</a:t>
            </a:fld>
            <a:endParaRPr lang="LID4096"/>
          </a:p>
        </p:txBody>
      </p:sp>
    </p:spTree>
    <p:extLst>
      <p:ext uri="{BB962C8B-B14F-4D97-AF65-F5344CB8AC3E}">
        <p14:creationId xmlns:p14="http://schemas.microsoft.com/office/powerpoint/2010/main" val="165277913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Steeds </a:t>
            </a:r>
            <a:r>
              <a:rPr lang="en-US" dirty="0" err="1"/>
              <a:t>wordt</a:t>
            </a:r>
            <a:r>
              <a:rPr lang="en-US" dirty="0"/>
              <a:t> </a:t>
            </a:r>
            <a:r>
              <a:rPr lang="en-US" dirty="0" err="1"/>
              <a:t>een</a:t>
            </a:r>
            <a:r>
              <a:rPr lang="en-US" dirty="0"/>
              <a:t> standard </a:t>
            </a:r>
            <a:r>
              <a:rPr lang="en-US" dirty="0" err="1"/>
              <a:t>poortnummer</a:t>
            </a:r>
            <a:r>
              <a:rPr lang="en-US" dirty="0"/>
              <a:t> </a:t>
            </a:r>
            <a:r>
              <a:rPr lang="en-US" dirty="0" err="1"/>
              <a:t>gebruikt</a:t>
            </a:r>
            <a:r>
              <a:rPr lang="en-US" dirty="0"/>
              <a:t> </a:t>
            </a:r>
            <a:r>
              <a:rPr lang="en-US" dirty="0" err="1"/>
              <a:t>voor</a:t>
            </a:r>
            <a:r>
              <a:rPr lang="en-US" dirty="0"/>
              <a:t> </a:t>
            </a:r>
            <a:r>
              <a:rPr lang="en-US" dirty="0" err="1"/>
              <a:t>een</a:t>
            </a:r>
            <a:r>
              <a:rPr lang="en-US" dirty="0"/>
              <a:t> </a:t>
            </a:r>
            <a:r>
              <a:rPr lang="en-US" dirty="0" err="1"/>
              <a:t>bepaalde</a:t>
            </a:r>
            <a:r>
              <a:rPr lang="en-US" dirty="0"/>
              <a:t> service.</a:t>
            </a:r>
            <a:br>
              <a:rPr lang="en-US" dirty="0"/>
            </a:br>
            <a:r>
              <a:rPr lang="en-US" dirty="0"/>
              <a:t>Op </a:t>
            </a:r>
            <a:r>
              <a:rPr lang="en-US" dirty="0" err="1"/>
              <a:t>een</a:t>
            </a:r>
            <a:r>
              <a:rPr lang="en-US" dirty="0"/>
              <a:t> server </a:t>
            </a:r>
            <a:r>
              <a:rPr lang="en-US" dirty="0" err="1"/>
              <a:t>kunnen</a:t>
            </a:r>
            <a:r>
              <a:rPr lang="en-US" dirty="0"/>
              <a:t> </a:t>
            </a:r>
            <a:r>
              <a:rPr lang="en-US" dirty="0" err="1"/>
              <a:t>dus</a:t>
            </a:r>
            <a:r>
              <a:rPr lang="en-US" dirty="0"/>
              <a:t> </a:t>
            </a:r>
            <a:r>
              <a:rPr lang="en-US" dirty="0" err="1"/>
              <a:t>meerdere</a:t>
            </a:r>
            <a:r>
              <a:rPr lang="en-US" dirty="0"/>
              <a:t>. services </a:t>
            </a:r>
            <a:r>
              <a:rPr lang="en-US" dirty="0" err="1"/>
              <a:t>gebruikt</a:t>
            </a:r>
            <a:r>
              <a:rPr lang="en-US" dirty="0"/>
              <a:t> </a:t>
            </a:r>
            <a:r>
              <a:rPr lang="en-US" dirty="0" err="1"/>
              <a:t>worden</a:t>
            </a:r>
            <a:r>
              <a:rPr lang="en-US" dirty="0"/>
              <a:t> op </a:t>
            </a:r>
            <a:r>
              <a:rPr lang="en-US" dirty="0" err="1"/>
              <a:t>verschillende</a:t>
            </a:r>
            <a:r>
              <a:rPr lang="en-US" dirty="0"/>
              <a:t> </a:t>
            </a:r>
            <a:r>
              <a:rPr lang="en-US" dirty="0" err="1"/>
              <a:t>poorten</a:t>
            </a:r>
            <a:endParaRPr lang="en-US" dirty="0"/>
          </a:p>
          <a:p>
            <a:endParaRPr lang="en-US" dirty="0"/>
          </a:p>
          <a:p>
            <a:r>
              <a:rPr lang="nl-BE" dirty="0"/>
              <a:t>De betekenis van de poorten 0 tot 1023 is internationaal vastgelegd. Ze worden gebruikt voor allerlei publieke internetdiensten. De poortnummers tussen 1024 en 49.151 kunnen bij het IANA (Internet Assigned Numbers Authority) gereserveerd worden voor bepaalde netwerktoepassingen, maar worden ook vaak onofficieel en dus zonder reservatie gebruikt. Poortnummers vanaf 49.152 worden dynamische poortnummers genoemd en worden door bepaalde toepassingen slechts gebruikt voor de duur van een verbinding. </a:t>
            </a:r>
          </a:p>
          <a:p>
            <a:endParaRPr lang="nl-BE" dirty="0"/>
          </a:p>
          <a:p>
            <a:endParaRPr lang="LID4096" dirty="0"/>
          </a:p>
        </p:txBody>
      </p:sp>
      <p:sp>
        <p:nvSpPr>
          <p:cNvPr id="4" name="Slide Number Placeholder 3"/>
          <p:cNvSpPr>
            <a:spLocks noGrp="1"/>
          </p:cNvSpPr>
          <p:nvPr>
            <p:ph type="sldNum" sz="quarter" idx="5"/>
          </p:nvPr>
        </p:nvSpPr>
        <p:spPr/>
        <p:txBody>
          <a:bodyPr/>
          <a:lstStyle/>
          <a:p>
            <a:fld id="{10CE67D9-15BB-4D5A-BDA0-1968CAFCAE96}" type="slidenum">
              <a:rPr lang="LID4096" smtClean="0"/>
              <a:t>60</a:t>
            </a:fld>
            <a:endParaRPr lang="LID4096"/>
          </a:p>
        </p:txBody>
      </p:sp>
    </p:spTree>
    <p:extLst>
      <p:ext uri="{BB962C8B-B14F-4D97-AF65-F5344CB8AC3E}">
        <p14:creationId xmlns:p14="http://schemas.microsoft.com/office/powerpoint/2010/main" val="39118822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Een poortnummer kan je meegeven door een IP-adres of een webadres te laten volgen door een dubbele punt en het poortnummer. Bijvoorbeeld: poort 443 wordt gebruikt voor het https-protocol. Als je in je browser intypt: </a:t>
            </a:r>
            <a:r>
              <a:rPr lang="nl-BE" u="sng" dirty="0">
                <a:hlinkClick r:id="rId3"/>
              </a:rPr>
              <a:t>www.sleutelboek.eu:443</a:t>
            </a:r>
            <a:r>
              <a:rPr lang="nl-BE" u="sng" dirty="0"/>
              <a:t> </a:t>
            </a:r>
            <a:r>
              <a:rPr lang="nl-BE" dirty="0"/>
              <a:t>kom je op de sleutelboek-website terecht. </a:t>
            </a:r>
          </a:p>
          <a:p>
            <a:endParaRPr lang="LID4096" dirty="0"/>
          </a:p>
        </p:txBody>
      </p:sp>
      <p:sp>
        <p:nvSpPr>
          <p:cNvPr id="4" name="Slide Number Placeholder 3"/>
          <p:cNvSpPr>
            <a:spLocks noGrp="1"/>
          </p:cNvSpPr>
          <p:nvPr>
            <p:ph type="sldNum" sz="quarter" idx="5"/>
          </p:nvPr>
        </p:nvSpPr>
        <p:spPr/>
        <p:txBody>
          <a:bodyPr/>
          <a:lstStyle/>
          <a:p>
            <a:fld id="{10CE67D9-15BB-4D5A-BDA0-1968CAFCAE96}" type="slidenum">
              <a:rPr lang="LID4096" smtClean="0"/>
              <a:t>61</a:t>
            </a:fld>
            <a:endParaRPr lang="LID4096"/>
          </a:p>
        </p:txBody>
      </p:sp>
    </p:spTree>
    <p:extLst>
      <p:ext uri="{BB962C8B-B14F-4D97-AF65-F5344CB8AC3E}">
        <p14:creationId xmlns:p14="http://schemas.microsoft.com/office/powerpoint/2010/main" val="236883958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dirty="0"/>
              <a:t>Het gebruik van poorten maakt het mogelijk om verschillende verbindingen via één IP-adres mogelijk te maken. </a:t>
            </a:r>
          </a:p>
          <a:p>
            <a:endParaRPr lang="nl-BE" dirty="0"/>
          </a:p>
          <a:p>
            <a:r>
              <a:rPr lang="nl-BE" dirty="0"/>
              <a:t>Tegelijk vormen deze poorten een belangrijk element in netwerkbeveiliging, zoals je kan leren in het hoofdstuk 5.4 over de firewall.</a:t>
            </a:r>
          </a:p>
          <a:p>
            <a:endParaRPr lang="LID4096" dirty="0"/>
          </a:p>
        </p:txBody>
      </p:sp>
      <p:sp>
        <p:nvSpPr>
          <p:cNvPr id="4" name="Slide Number Placeholder 3"/>
          <p:cNvSpPr>
            <a:spLocks noGrp="1"/>
          </p:cNvSpPr>
          <p:nvPr>
            <p:ph type="sldNum" sz="quarter" idx="5"/>
          </p:nvPr>
        </p:nvSpPr>
        <p:spPr/>
        <p:txBody>
          <a:bodyPr/>
          <a:lstStyle/>
          <a:p>
            <a:fld id="{10CE67D9-15BB-4D5A-BDA0-1968CAFCAE96}" type="slidenum">
              <a:rPr lang="LID4096" smtClean="0"/>
              <a:t>62</a:t>
            </a:fld>
            <a:endParaRPr lang="LID4096"/>
          </a:p>
        </p:txBody>
      </p:sp>
    </p:spTree>
    <p:extLst>
      <p:ext uri="{BB962C8B-B14F-4D97-AF65-F5344CB8AC3E}">
        <p14:creationId xmlns:p14="http://schemas.microsoft.com/office/powerpoint/2010/main" val="201201911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dirty="0"/>
              <a:t>HTTP (hypertext transfer protocol) is het toepassingsprotocol waarmee informatiepagina’s (webpagina’s) kunnen worden opgevraagd van een webserver op het internet of op een intranet. In TCP/IP-netwerken krijgt dit protocol standaard de poort 80 toegewezen. </a:t>
            </a:r>
          </a:p>
          <a:p>
            <a:endParaRPr lang="nl-BE" dirty="0"/>
          </a:p>
          <a:p>
            <a:r>
              <a:rPr lang="nl-BE" dirty="0"/>
              <a:t>Wanneer een gebruiker een webpagina wil raadplegen, zal de computer een HTTP-request versturen naar de URL (uniform resource locator), het webadres van de webpagina. Om dat informatieverzoek bij de juiste webserver te laten terechtkomen, moet die URL eerst nog worden omgezet naar een IP-adres. Dat gebeurt met DNS (domain name system). Hoe dat precies in z’n werk gaat, leer je in hoofdstuk 6.2.2.</a:t>
            </a:r>
          </a:p>
          <a:p>
            <a:endParaRPr lang="LID4096" dirty="0"/>
          </a:p>
        </p:txBody>
      </p:sp>
      <p:sp>
        <p:nvSpPr>
          <p:cNvPr id="4" name="Slide Number Placeholder 3"/>
          <p:cNvSpPr>
            <a:spLocks noGrp="1"/>
          </p:cNvSpPr>
          <p:nvPr>
            <p:ph type="sldNum" sz="quarter" idx="5"/>
          </p:nvPr>
        </p:nvSpPr>
        <p:spPr/>
        <p:txBody>
          <a:bodyPr/>
          <a:lstStyle/>
          <a:p>
            <a:fld id="{10CE67D9-15BB-4D5A-BDA0-1968CAFCAE96}" type="slidenum">
              <a:rPr lang="LID4096" smtClean="0"/>
              <a:t>63</a:t>
            </a:fld>
            <a:endParaRPr lang="LID4096"/>
          </a:p>
        </p:txBody>
      </p:sp>
    </p:spTree>
    <p:extLst>
      <p:ext uri="{BB962C8B-B14F-4D97-AF65-F5344CB8AC3E}">
        <p14:creationId xmlns:p14="http://schemas.microsoft.com/office/powerpoint/2010/main" val="199127804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Wanneer de webserver een HTTP-request ontvangt, zal die de webpagina voor de aanvrager opzoeken. Indien de webpagina gevonden werd, stuurt de webserver een response met daarbij alle informatie van die webpagina zoals tekst, opmaak, afbeeldingen en scripts. Die informatie wordt vervolgens weergegeven in de browser van de gebruiker.</a:t>
            </a:r>
          </a:p>
          <a:p>
            <a:endParaRPr lang="LID4096" dirty="0"/>
          </a:p>
        </p:txBody>
      </p:sp>
      <p:sp>
        <p:nvSpPr>
          <p:cNvPr id="4" name="Slide Number Placeholder 3"/>
          <p:cNvSpPr>
            <a:spLocks noGrp="1"/>
          </p:cNvSpPr>
          <p:nvPr>
            <p:ph type="sldNum" sz="quarter" idx="5"/>
          </p:nvPr>
        </p:nvSpPr>
        <p:spPr/>
        <p:txBody>
          <a:bodyPr/>
          <a:lstStyle/>
          <a:p>
            <a:fld id="{10CE67D9-15BB-4D5A-BDA0-1968CAFCAE96}" type="slidenum">
              <a:rPr lang="LID4096" smtClean="0"/>
              <a:t>64</a:t>
            </a:fld>
            <a:endParaRPr lang="LID4096"/>
          </a:p>
        </p:txBody>
      </p:sp>
    </p:spTree>
    <p:extLst>
      <p:ext uri="{BB962C8B-B14F-4D97-AF65-F5344CB8AC3E}">
        <p14:creationId xmlns:p14="http://schemas.microsoft.com/office/powerpoint/2010/main" val="342259952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Soms kan de webserver aan de informatievraag niet voldoen. In dat geval stuurt de webserver een foutcode naar de aanvrager. Ontwikkelaars van websites kunnen voor zo’n foutcode een eigen pagina ontwerpen die de gebruiker van de fout infor-meert. Als zij dat niet doen, wordt de standaard foutcode weergegeven in de brow-ser, zoals 404 Not found (de webpagina werd niet gevonden op de webserver) of 405 Not allowed (de gebruiker is niet gemachtigd om de webpagina te bekijken.</a:t>
            </a:r>
          </a:p>
          <a:p>
            <a:endParaRPr lang="LID4096" dirty="0"/>
          </a:p>
        </p:txBody>
      </p:sp>
      <p:sp>
        <p:nvSpPr>
          <p:cNvPr id="4" name="Slide Number Placeholder 3"/>
          <p:cNvSpPr>
            <a:spLocks noGrp="1"/>
          </p:cNvSpPr>
          <p:nvPr>
            <p:ph type="sldNum" sz="quarter" idx="5"/>
          </p:nvPr>
        </p:nvSpPr>
        <p:spPr/>
        <p:txBody>
          <a:bodyPr/>
          <a:lstStyle/>
          <a:p>
            <a:fld id="{10CE67D9-15BB-4D5A-BDA0-1968CAFCAE96}" type="slidenum">
              <a:rPr lang="LID4096" smtClean="0"/>
              <a:t>65</a:t>
            </a:fld>
            <a:endParaRPr lang="LID4096"/>
          </a:p>
        </p:txBody>
      </p:sp>
    </p:spTree>
    <p:extLst>
      <p:ext uri="{BB962C8B-B14F-4D97-AF65-F5344CB8AC3E}">
        <p14:creationId xmlns:p14="http://schemas.microsoft.com/office/powerpoint/2010/main" val="4065707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dirty="0"/>
              <a:t>HTTPS (hypertext transfer protocol secure) is een doorontwikkeling van HTTP met het doel om de informatiepakketjes die via het HTTP-protocol over het internet verstuurd worden te beveiligen met encryptie. Op die manier kunnen pakketjes die onderweg onderschept worden niet gelezen worden. Dat was een noodzakelijke voorwaarde om op een veilige manier betalingen uit te voeren via websites of om gegevens te beveiligen op websites waarop informatie staat met een erg persoonlijk karakter, zoals sociale media of webgebaseerde e-mail diensten. </a:t>
            </a:r>
          </a:p>
          <a:p>
            <a:endParaRPr lang="nl-BE" dirty="0"/>
          </a:p>
          <a:p>
            <a:r>
              <a:rPr lang="nl-BE" dirty="0"/>
              <a:t>HTTPS maakt stan-daard gebruik van poort 443.</a:t>
            </a:r>
          </a:p>
          <a:p>
            <a:endParaRPr lang="LID4096" dirty="0"/>
          </a:p>
        </p:txBody>
      </p:sp>
      <p:sp>
        <p:nvSpPr>
          <p:cNvPr id="4" name="Slide Number Placeholder 3"/>
          <p:cNvSpPr>
            <a:spLocks noGrp="1"/>
          </p:cNvSpPr>
          <p:nvPr>
            <p:ph type="sldNum" sz="quarter" idx="5"/>
          </p:nvPr>
        </p:nvSpPr>
        <p:spPr/>
        <p:txBody>
          <a:bodyPr/>
          <a:lstStyle/>
          <a:p>
            <a:fld id="{10CE67D9-15BB-4D5A-BDA0-1968CAFCAE96}" type="slidenum">
              <a:rPr lang="LID4096" smtClean="0"/>
              <a:t>66</a:t>
            </a:fld>
            <a:endParaRPr lang="LID4096"/>
          </a:p>
        </p:txBody>
      </p:sp>
    </p:spTree>
    <p:extLst>
      <p:ext uri="{BB962C8B-B14F-4D97-AF65-F5344CB8AC3E}">
        <p14:creationId xmlns:p14="http://schemas.microsoft.com/office/powerpoint/2010/main" val="45002595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SMTP (simple mail transfer protocol) is een protocol dat gebruikt wordt voor het verzenden van e-mail. In TCP/IP-netwerken gebruikt dit protocol standaard de poort 25. </a:t>
            </a:r>
          </a:p>
          <a:p>
            <a:endParaRPr lang="LID4096" dirty="0"/>
          </a:p>
        </p:txBody>
      </p:sp>
      <p:sp>
        <p:nvSpPr>
          <p:cNvPr id="4" name="Slide Number Placeholder 3"/>
          <p:cNvSpPr>
            <a:spLocks noGrp="1"/>
          </p:cNvSpPr>
          <p:nvPr>
            <p:ph type="sldNum" sz="quarter" idx="5"/>
          </p:nvPr>
        </p:nvSpPr>
        <p:spPr/>
        <p:txBody>
          <a:bodyPr/>
          <a:lstStyle/>
          <a:p>
            <a:fld id="{10CE67D9-15BB-4D5A-BDA0-1968CAFCAE96}" type="slidenum">
              <a:rPr lang="LID4096" smtClean="0"/>
              <a:t>67</a:t>
            </a:fld>
            <a:endParaRPr lang="LID4096"/>
          </a:p>
        </p:txBody>
      </p:sp>
    </p:spTree>
    <p:extLst>
      <p:ext uri="{BB962C8B-B14F-4D97-AF65-F5344CB8AC3E}">
        <p14:creationId xmlns:p14="http://schemas.microsoft.com/office/powerpoint/2010/main" val="25226315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Met FTP (file transfer protocol) kan je bestanden versturen van en naar een FTP-server op het internet. Dat kunnen eender welke soort bestanden zijn, zolang de FTP-server ze maar aanvaardt. FTP bestaat zowel anoniem als met authenticatie. In het tweede geval moet de gebruiker aanmelden op de FTP-server met een gebruikersnaam en een wachtwoord. Bij anonieme FTP hoeft dat niet, maar dat geeft meestal slechts beperkte toegang tot het systeem. </a:t>
            </a:r>
          </a:p>
          <a:p>
            <a:endParaRPr lang="LID4096" dirty="0"/>
          </a:p>
        </p:txBody>
      </p:sp>
      <p:sp>
        <p:nvSpPr>
          <p:cNvPr id="4" name="Slide Number Placeholder 3"/>
          <p:cNvSpPr>
            <a:spLocks noGrp="1"/>
          </p:cNvSpPr>
          <p:nvPr>
            <p:ph type="sldNum" sz="quarter" idx="5"/>
          </p:nvPr>
        </p:nvSpPr>
        <p:spPr/>
        <p:txBody>
          <a:bodyPr/>
          <a:lstStyle/>
          <a:p>
            <a:fld id="{10CE67D9-15BB-4D5A-BDA0-1968CAFCAE96}" type="slidenum">
              <a:rPr lang="LID4096" smtClean="0"/>
              <a:t>68</a:t>
            </a:fld>
            <a:endParaRPr lang="LID4096"/>
          </a:p>
        </p:txBody>
      </p:sp>
    </p:spTree>
    <p:extLst>
      <p:ext uri="{BB962C8B-B14F-4D97-AF65-F5344CB8AC3E}">
        <p14:creationId xmlns:p14="http://schemas.microsoft.com/office/powerpoint/2010/main" val="220107882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dirty="0"/>
              <a:t>Het protocol bestaat uit twee delen:</a:t>
            </a:r>
          </a:p>
          <a:p>
            <a:endParaRPr lang="nl-BE" dirty="0"/>
          </a:p>
          <a:p>
            <a:r>
              <a:rPr lang="nl-BE" dirty="0"/>
              <a:t>De protocol-interpreter (PI) die verantwoordelijk is voor het beheer van de verbinding. De PI gebruikt standaard poort 21.</a:t>
            </a:r>
          </a:p>
          <a:p>
            <a:endParaRPr lang="nl-BE" dirty="0"/>
          </a:p>
          <a:p>
            <a:r>
              <a:rPr lang="nl-BE"/>
              <a:t>De </a:t>
            </a:r>
            <a:r>
              <a:rPr lang="nl-BE" dirty="0"/>
              <a:t>data transfer proces-functie (DTP) die zorgt voor de gegevensoverdracht zelf en gebruik maakt van poort 20.</a:t>
            </a:r>
          </a:p>
          <a:p>
            <a:endParaRPr lang="nl-BE" dirty="0"/>
          </a:p>
          <a:p>
            <a:endParaRPr lang="LID4096" dirty="0"/>
          </a:p>
        </p:txBody>
      </p:sp>
      <p:sp>
        <p:nvSpPr>
          <p:cNvPr id="4" name="Slide Number Placeholder 3"/>
          <p:cNvSpPr>
            <a:spLocks noGrp="1"/>
          </p:cNvSpPr>
          <p:nvPr>
            <p:ph type="sldNum" sz="quarter" idx="5"/>
          </p:nvPr>
        </p:nvSpPr>
        <p:spPr/>
        <p:txBody>
          <a:bodyPr/>
          <a:lstStyle/>
          <a:p>
            <a:fld id="{10CE67D9-15BB-4D5A-BDA0-1968CAFCAE96}" type="slidenum">
              <a:rPr lang="LID4096" smtClean="0"/>
              <a:t>69</a:t>
            </a:fld>
            <a:endParaRPr lang="LID4096"/>
          </a:p>
        </p:txBody>
      </p:sp>
    </p:spTree>
    <p:extLst>
      <p:ext uri="{BB962C8B-B14F-4D97-AF65-F5344CB8AC3E}">
        <p14:creationId xmlns:p14="http://schemas.microsoft.com/office/powerpoint/2010/main" val="9300600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B405F-086A-8D7B-082E-CCECBCB142C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LID4096"/>
          </a:p>
        </p:txBody>
      </p:sp>
      <p:sp>
        <p:nvSpPr>
          <p:cNvPr id="3" name="Subtitle 2">
            <a:extLst>
              <a:ext uri="{FF2B5EF4-FFF2-40B4-BE49-F238E27FC236}">
                <a16:creationId xmlns:a16="http://schemas.microsoft.com/office/drawing/2014/main" id="{109B26B0-666A-DA94-2FC8-9134FC3BA2A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LID4096"/>
          </a:p>
        </p:txBody>
      </p:sp>
      <p:sp>
        <p:nvSpPr>
          <p:cNvPr id="4" name="Date Placeholder 3">
            <a:extLst>
              <a:ext uri="{FF2B5EF4-FFF2-40B4-BE49-F238E27FC236}">
                <a16:creationId xmlns:a16="http://schemas.microsoft.com/office/drawing/2014/main" id="{01EF45D4-BE6F-6C4E-CBCF-C9922BCF58C5}"/>
              </a:ext>
            </a:extLst>
          </p:cNvPr>
          <p:cNvSpPr>
            <a:spLocks noGrp="1"/>
          </p:cNvSpPr>
          <p:nvPr>
            <p:ph type="dt" sz="half" idx="10"/>
          </p:nvPr>
        </p:nvSpPr>
        <p:spPr/>
        <p:txBody>
          <a:bodyPr/>
          <a:lstStyle/>
          <a:p>
            <a:fld id="{3C06272A-D74E-4550-B0D4-335C439EA467}" type="datetimeFigureOut">
              <a:rPr lang="LID4096" smtClean="0"/>
              <a:t>11/17/2025</a:t>
            </a:fld>
            <a:endParaRPr lang="LID4096"/>
          </a:p>
        </p:txBody>
      </p:sp>
      <p:sp>
        <p:nvSpPr>
          <p:cNvPr id="5" name="Footer Placeholder 4">
            <a:extLst>
              <a:ext uri="{FF2B5EF4-FFF2-40B4-BE49-F238E27FC236}">
                <a16:creationId xmlns:a16="http://schemas.microsoft.com/office/drawing/2014/main" id="{1803EF94-E47F-7CB6-1596-7779674E2071}"/>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ED9095E5-B631-C1F0-150B-BBBB21364B89}"/>
              </a:ext>
            </a:extLst>
          </p:cNvPr>
          <p:cNvSpPr>
            <a:spLocks noGrp="1"/>
          </p:cNvSpPr>
          <p:nvPr>
            <p:ph type="sldNum" sz="quarter" idx="12"/>
          </p:nvPr>
        </p:nvSpPr>
        <p:spPr/>
        <p:txBody>
          <a:bodyPr/>
          <a:lstStyle/>
          <a:p>
            <a:fld id="{3573D22F-6F8A-41E0-AD2B-A775CB1BA7B6}" type="slidenum">
              <a:rPr lang="LID4096" smtClean="0"/>
              <a:t>‹#›</a:t>
            </a:fld>
            <a:endParaRPr lang="LID4096"/>
          </a:p>
        </p:txBody>
      </p:sp>
    </p:spTree>
    <p:extLst>
      <p:ext uri="{BB962C8B-B14F-4D97-AF65-F5344CB8AC3E}">
        <p14:creationId xmlns:p14="http://schemas.microsoft.com/office/powerpoint/2010/main" val="24863853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D9520D-28D5-ACF0-D466-3730087A59B3}"/>
              </a:ext>
            </a:extLst>
          </p:cNvPr>
          <p:cNvSpPr>
            <a:spLocks noGrp="1"/>
          </p:cNvSpPr>
          <p:nvPr>
            <p:ph type="title"/>
          </p:nvPr>
        </p:nvSpPr>
        <p:spPr/>
        <p:txBody>
          <a:bodyPr/>
          <a:lstStyle/>
          <a:p>
            <a:r>
              <a:rPr lang="en-US"/>
              <a:t>Click to edit Master title style</a:t>
            </a:r>
            <a:endParaRPr lang="LID4096"/>
          </a:p>
        </p:txBody>
      </p:sp>
      <p:sp>
        <p:nvSpPr>
          <p:cNvPr id="3" name="Content Placeholder 2">
            <a:extLst>
              <a:ext uri="{FF2B5EF4-FFF2-40B4-BE49-F238E27FC236}">
                <a16:creationId xmlns:a16="http://schemas.microsoft.com/office/drawing/2014/main" id="{BB01A9E1-939B-E5C0-3FBE-25B1600627F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85F4B446-20F0-F166-37F9-B8D0C3A77543}"/>
              </a:ext>
            </a:extLst>
          </p:cNvPr>
          <p:cNvSpPr>
            <a:spLocks noGrp="1"/>
          </p:cNvSpPr>
          <p:nvPr>
            <p:ph type="dt" sz="half" idx="10"/>
          </p:nvPr>
        </p:nvSpPr>
        <p:spPr/>
        <p:txBody>
          <a:bodyPr/>
          <a:lstStyle/>
          <a:p>
            <a:fld id="{3C06272A-D74E-4550-B0D4-335C439EA467}" type="datetimeFigureOut">
              <a:rPr lang="LID4096" smtClean="0"/>
              <a:t>11/17/2025</a:t>
            </a:fld>
            <a:endParaRPr lang="LID4096"/>
          </a:p>
        </p:txBody>
      </p:sp>
      <p:sp>
        <p:nvSpPr>
          <p:cNvPr id="5" name="Footer Placeholder 4">
            <a:extLst>
              <a:ext uri="{FF2B5EF4-FFF2-40B4-BE49-F238E27FC236}">
                <a16:creationId xmlns:a16="http://schemas.microsoft.com/office/drawing/2014/main" id="{9E6AF5B3-FF78-E2FD-4508-BF003C946D29}"/>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A5073E20-EB8F-5C11-E584-D669AAE72568}"/>
              </a:ext>
            </a:extLst>
          </p:cNvPr>
          <p:cNvSpPr>
            <a:spLocks noGrp="1"/>
          </p:cNvSpPr>
          <p:nvPr>
            <p:ph type="sldNum" sz="quarter" idx="12"/>
          </p:nvPr>
        </p:nvSpPr>
        <p:spPr/>
        <p:txBody>
          <a:bodyPr/>
          <a:lstStyle/>
          <a:p>
            <a:fld id="{3573D22F-6F8A-41E0-AD2B-A775CB1BA7B6}" type="slidenum">
              <a:rPr lang="LID4096" smtClean="0"/>
              <a:t>‹#›</a:t>
            </a:fld>
            <a:endParaRPr lang="LID4096"/>
          </a:p>
        </p:txBody>
      </p:sp>
    </p:spTree>
    <p:extLst>
      <p:ext uri="{BB962C8B-B14F-4D97-AF65-F5344CB8AC3E}">
        <p14:creationId xmlns:p14="http://schemas.microsoft.com/office/powerpoint/2010/main" val="2034774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13EDD6-AC75-6E0D-6EB2-47D37EEC754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LID4096"/>
          </a:p>
        </p:txBody>
      </p:sp>
      <p:sp>
        <p:nvSpPr>
          <p:cNvPr id="3" name="Text Placeholder 2">
            <a:extLst>
              <a:ext uri="{FF2B5EF4-FFF2-40B4-BE49-F238E27FC236}">
                <a16:creationId xmlns:a16="http://schemas.microsoft.com/office/drawing/2014/main" id="{B33B0073-99BD-9821-8084-F1B0510F750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08D7FFE-6404-453E-DFFB-23998EB2D988}"/>
              </a:ext>
            </a:extLst>
          </p:cNvPr>
          <p:cNvSpPr>
            <a:spLocks noGrp="1"/>
          </p:cNvSpPr>
          <p:nvPr>
            <p:ph type="dt" sz="half" idx="10"/>
          </p:nvPr>
        </p:nvSpPr>
        <p:spPr/>
        <p:txBody>
          <a:bodyPr/>
          <a:lstStyle/>
          <a:p>
            <a:fld id="{3C06272A-D74E-4550-B0D4-335C439EA467}" type="datetimeFigureOut">
              <a:rPr lang="LID4096" smtClean="0"/>
              <a:t>11/17/2025</a:t>
            </a:fld>
            <a:endParaRPr lang="LID4096"/>
          </a:p>
        </p:txBody>
      </p:sp>
      <p:sp>
        <p:nvSpPr>
          <p:cNvPr id="5" name="Footer Placeholder 4">
            <a:extLst>
              <a:ext uri="{FF2B5EF4-FFF2-40B4-BE49-F238E27FC236}">
                <a16:creationId xmlns:a16="http://schemas.microsoft.com/office/drawing/2014/main" id="{95035A85-0A2E-A4C3-0201-3AE3ABEA3DEA}"/>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DE59D9CE-E75F-74C9-BA3A-00E3E8FD679C}"/>
              </a:ext>
            </a:extLst>
          </p:cNvPr>
          <p:cNvSpPr>
            <a:spLocks noGrp="1"/>
          </p:cNvSpPr>
          <p:nvPr>
            <p:ph type="sldNum" sz="quarter" idx="12"/>
          </p:nvPr>
        </p:nvSpPr>
        <p:spPr/>
        <p:txBody>
          <a:bodyPr/>
          <a:lstStyle/>
          <a:p>
            <a:fld id="{3573D22F-6F8A-41E0-AD2B-A775CB1BA7B6}" type="slidenum">
              <a:rPr lang="LID4096" smtClean="0"/>
              <a:t>‹#›</a:t>
            </a:fld>
            <a:endParaRPr lang="LID4096"/>
          </a:p>
        </p:txBody>
      </p:sp>
    </p:spTree>
    <p:extLst>
      <p:ext uri="{BB962C8B-B14F-4D97-AF65-F5344CB8AC3E}">
        <p14:creationId xmlns:p14="http://schemas.microsoft.com/office/powerpoint/2010/main" val="28775080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E0453-2D7F-A4A2-B484-80C0FBD89090}"/>
              </a:ext>
            </a:extLst>
          </p:cNvPr>
          <p:cNvSpPr>
            <a:spLocks noGrp="1"/>
          </p:cNvSpPr>
          <p:nvPr>
            <p:ph type="title"/>
          </p:nvPr>
        </p:nvSpPr>
        <p:spPr/>
        <p:txBody>
          <a:bodyPr/>
          <a:lstStyle/>
          <a:p>
            <a:r>
              <a:rPr lang="en-US"/>
              <a:t>Click to edit Master title style</a:t>
            </a:r>
            <a:endParaRPr lang="LID4096"/>
          </a:p>
        </p:txBody>
      </p:sp>
      <p:sp>
        <p:nvSpPr>
          <p:cNvPr id="3" name="Content Placeholder 2">
            <a:extLst>
              <a:ext uri="{FF2B5EF4-FFF2-40B4-BE49-F238E27FC236}">
                <a16:creationId xmlns:a16="http://schemas.microsoft.com/office/drawing/2014/main" id="{AFA01559-52CD-15D8-1BFE-1C58B0166FB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Content Placeholder 3">
            <a:extLst>
              <a:ext uri="{FF2B5EF4-FFF2-40B4-BE49-F238E27FC236}">
                <a16:creationId xmlns:a16="http://schemas.microsoft.com/office/drawing/2014/main" id="{27BB4F9F-A7BC-36F8-D0E1-114B5177255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5" name="Date Placeholder 4">
            <a:extLst>
              <a:ext uri="{FF2B5EF4-FFF2-40B4-BE49-F238E27FC236}">
                <a16:creationId xmlns:a16="http://schemas.microsoft.com/office/drawing/2014/main" id="{6D25821E-C04F-4A57-305F-0BAF6AAC072A}"/>
              </a:ext>
            </a:extLst>
          </p:cNvPr>
          <p:cNvSpPr>
            <a:spLocks noGrp="1"/>
          </p:cNvSpPr>
          <p:nvPr>
            <p:ph type="dt" sz="half" idx="10"/>
          </p:nvPr>
        </p:nvSpPr>
        <p:spPr/>
        <p:txBody>
          <a:bodyPr/>
          <a:lstStyle/>
          <a:p>
            <a:fld id="{3C06272A-D74E-4550-B0D4-335C439EA467}" type="datetimeFigureOut">
              <a:rPr lang="LID4096" smtClean="0"/>
              <a:t>11/17/2025</a:t>
            </a:fld>
            <a:endParaRPr lang="LID4096"/>
          </a:p>
        </p:txBody>
      </p:sp>
      <p:sp>
        <p:nvSpPr>
          <p:cNvPr id="6" name="Footer Placeholder 5">
            <a:extLst>
              <a:ext uri="{FF2B5EF4-FFF2-40B4-BE49-F238E27FC236}">
                <a16:creationId xmlns:a16="http://schemas.microsoft.com/office/drawing/2014/main" id="{FE78E124-430C-B151-D5D3-7807655B2458}"/>
              </a:ext>
            </a:extLst>
          </p:cNvPr>
          <p:cNvSpPr>
            <a:spLocks noGrp="1"/>
          </p:cNvSpPr>
          <p:nvPr>
            <p:ph type="ftr" sz="quarter" idx="11"/>
          </p:nvPr>
        </p:nvSpPr>
        <p:spPr/>
        <p:txBody>
          <a:bodyPr/>
          <a:lstStyle/>
          <a:p>
            <a:endParaRPr lang="LID4096"/>
          </a:p>
        </p:txBody>
      </p:sp>
      <p:sp>
        <p:nvSpPr>
          <p:cNvPr id="7" name="Slide Number Placeholder 6">
            <a:extLst>
              <a:ext uri="{FF2B5EF4-FFF2-40B4-BE49-F238E27FC236}">
                <a16:creationId xmlns:a16="http://schemas.microsoft.com/office/drawing/2014/main" id="{7385A521-5658-D567-5534-783645004B81}"/>
              </a:ext>
            </a:extLst>
          </p:cNvPr>
          <p:cNvSpPr>
            <a:spLocks noGrp="1"/>
          </p:cNvSpPr>
          <p:nvPr>
            <p:ph type="sldNum" sz="quarter" idx="12"/>
          </p:nvPr>
        </p:nvSpPr>
        <p:spPr/>
        <p:txBody>
          <a:bodyPr/>
          <a:lstStyle/>
          <a:p>
            <a:fld id="{3573D22F-6F8A-41E0-AD2B-A775CB1BA7B6}" type="slidenum">
              <a:rPr lang="LID4096" smtClean="0"/>
              <a:t>‹#›</a:t>
            </a:fld>
            <a:endParaRPr lang="LID4096"/>
          </a:p>
        </p:txBody>
      </p:sp>
    </p:spTree>
    <p:extLst>
      <p:ext uri="{BB962C8B-B14F-4D97-AF65-F5344CB8AC3E}">
        <p14:creationId xmlns:p14="http://schemas.microsoft.com/office/powerpoint/2010/main" val="36959368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AF9D4-C080-8D98-DBEE-38FB89C1A9E9}"/>
              </a:ext>
            </a:extLst>
          </p:cNvPr>
          <p:cNvSpPr>
            <a:spLocks noGrp="1"/>
          </p:cNvSpPr>
          <p:nvPr>
            <p:ph type="title"/>
          </p:nvPr>
        </p:nvSpPr>
        <p:spPr>
          <a:xfrm>
            <a:off x="839788" y="365125"/>
            <a:ext cx="10515600" cy="1325563"/>
          </a:xfrm>
        </p:spPr>
        <p:txBody>
          <a:bodyPr/>
          <a:lstStyle/>
          <a:p>
            <a:r>
              <a:rPr lang="en-US"/>
              <a:t>Click to edit Master title style</a:t>
            </a:r>
            <a:endParaRPr lang="LID4096"/>
          </a:p>
        </p:txBody>
      </p:sp>
      <p:sp>
        <p:nvSpPr>
          <p:cNvPr id="3" name="Text Placeholder 2">
            <a:extLst>
              <a:ext uri="{FF2B5EF4-FFF2-40B4-BE49-F238E27FC236}">
                <a16:creationId xmlns:a16="http://schemas.microsoft.com/office/drawing/2014/main" id="{B5C44D08-0B49-B8A7-37C5-810DCA96379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C0E120D-0A02-47D6-A7DA-C42C572B1D5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5" name="Text Placeholder 4">
            <a:extLst>
              <a:ext uri="{FF2B5EF4-FFF2-40B4-BE49-F238E27FC236}">
                <a16:creationId xmlns:a16="http://schemas.microsoft.com/office/drawing/2014/main" id="{066FACEF-BA7B-9AA6-3066-7C9DD1E8C7E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4ED940B-053C-2FA4-DC7D-2A624268436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7" name="Date Placeholder 6">
            <a:extLst>
              <a:ext uri="{FF2B5EF4-FFF2-40B4-BE49-F238E27FC236}">
                <a16:creationId xmlns:a16="http://schemas.microsoft.com/office/drawing/2014/main" id="{014F4EEA-AB0F-95AE-7DF3-86D5C7BEE460}"/>
              </a:ext>
            </a:extLst>
          </p:cNvPr>
          <p:cNvSpPr>
            <a:spLocks noGrp="1"/>
          </p:cNvSpPr>
          <p:nvPr>
            <p:ph type="dt" sz="half" idx="10"/>
          </p:nvPr>
        </p:nvSpPr>
        <p:spPr/>
        <p:txBody>
          <a:bodyPr/>
          <a:lstStyle/>
          <a:p>
            <a:fld id="{3C06272A-D74E-4550-B0D4-335C439EA467}" type="datetimeFigureOut">
              <a:rPr lang="LID4096" smtClean="0"/>
              <a:t>11/17/2025</a:t>
            </a:fld>
            <a:endParaRPr lang="LID4096"/>
          </a:p>
        </p:txBody>
      </p:sp>
      <p:sp>
        <p:nvSpPr>
          <p:cNvPr id="8" name="Footer Placeholder 7">
            <a:extLst>
              <a:ext uri="{FF2B5EF4-FFF2-40B4-BE49-F238E27FC236}">
                <a16:creationId xmlns:a16="http://schemas.microsoft.com/office/drawing/2014/main" id="{822F7CC3-FD0A-8C7F-D249-1DEF678055B0}"/>
              </a:ext>
            </a:extLst>
          </p:cNvPr>
          <p:cNvSpPr>
            <a:spLocks noGrp="1"/>
          </p:cNvSpPr>
          <p:nvPr>
            <p:ph type="ftr" sz="quarter" idx="11"/>
          </p:nvPr>
        </p:nvSpPr>
        <p:spPr/>
        <p:txBody>
          <a:bodyPr/>
          <a:lstStyle/>
          <a:p>
            <a:endParaRPr lang="LID4096"/>
          </a:p>
        </p:txBody>
      </p:sp>
      <p:sp>
        <p:nvSpPr>
          <p:cNvPr id="9" name="Slide Number Placeholder 8">
            <a:extLst>
              <a:ext uri="{FF2B5EF4-FFF2-40B4-BE49-F238E27FC236}">
                <a16:creationId xmlns:a16="http://schemas.microsoft.com/office/drawing/2014/main" id="{CB4BEB5A-CE06-2925-CCAF-EF356A29000D}"/>
              </a:ext>
            </a:extLst>
          </p:cNvPr>
          <p:cNvSpPr>
            <a:spLocks noGrp="1"/>
          </p:cNvSpPr>
          <p:nvPr>
            <p:ph type="sldNum" sz="quarter" idx="12"/>
          </p:nvPr>
        </p:nvSpPr>
        <p:spPr/>
        <p:txBody>
          <a:bodyPr/>
          <a:lstStyle/>
          <a:p>
            <a:fld id="{3573D22F-6F8A-41E0-AD2B-A775CB1BA7B6}" type="slidenum">
              <a:rPr lang="LID4096" smtClean="0"/>
              <a:t>‹#›</a:t>
            </a:fld>
            <a:endParaRPr lang="LID4096"/>
          </a:p>
        </p:txBody>
      </p:sp>
    </p:spTree>
    <p:extLst>
      <p:ext uri="{BB962C8B-B14F-4D97-AF65-F5344CB8AC3E}">
        <p14:creationId xmlns:p14="http://schemas.microsoft.com/office/powerpoint/2010/main" val="28187656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A5B0C9-54E4-B715-FAEA-7AEC7BC2B931}"/>
              </a:ext>
            </a:extLst>
          </p:cNvPr>
          <p:cNvSpPr>
            <a:spLocks noGrp="1"/>
          </p:cNvSpPr>
          <p:nvPr>
            <p:ph type="title"/>
          </p:nvPr>
        </p:nvSpPr>
        <p:spPr/>
        <p:txBody>
          <a:bodyPr/>
          <a:lstStyle/>
          <a:p>
            <a:r>
              <a:rPr lang="en-US"/>
              <a:t>Click to edit Master title style</a:t>
            </a:r>
            <a:endParaRPr lang="LID4096"/>
          </a:p>
        </p:txBody>
      </p:sp>
      <p:sp>
        <p:nvSpPr>
          <p:cNvPr id="3" name="Date Placeholder 2">
            <a:extLst>
              <a:ext uri="{FF2B5EF4-FFF2-40B4-BE49-F238E27FC236}">
                <a16:creationId xmlns:a16="http://schemas.microsoft.com/office/drawing/2014/main" id="{7AA52279-0BAD-4051-6B47-FB8F407B86D2}"/>
              </a:ext>
            </a:extLst>
          </p:cNvPr>
          <p:cNvSpPr>
            <a:spLocks noGrp="1"/>
          </p:cNvSpPr>
          <p:nvPr>
            <p:ph type="dt" sz="half" idx="10"/>
          </p:nvPr>
        </p:nvSpPr>
        <p:spPr/>
        <p:txBody>
          <a:bodyPr/>
          <a:lstStyle/>
          <a:p>
            <a:fld id="{3C06272A-D74E-4550-B0D4-335C439EA467}" type="datetimeFigureOut">
              <a:rPr lang="LID4096" smtClean="0"/>
              <a:t>11/17/2025</a:t>
            </a:fld>
            <a:endParaRPr lang="LID4096"/>
          </a:p>
        </p:txBody>
      </p:sp>
      <p:sp>
        <p:nvSpPr>
          <p:cNvPr id="4" name="Footer Placeholder 3">
            <a:extLst>
              <a:ext uri="{FF2B5EF4-FFF2-40B4-BE49-F238E27FC236}">
                <a16:creationId xmlns:a16="http://schemas.microsoft.com/office/drawing/2014/main" id="{462EFF27-AEB9-66E8-806C-ED67E6F71BA9}"/>
              </a:ext>
            </a:extLst>
          </p:cNvPr>
          <p:cNvSpPr>
            <a:spLocks noGrp="1"/>
          </p:cNvSpPr>
          <p:nvPr>
            <p:ph type="ftr" sz="quarter" idx="11"/>
          </p:nvPr>
        </p:nvSpPr>
        <p:spPr/>
        <p:txBody>
          <a:bodyPr/>
          <a:lstStyle/>
          <a:p>
            <a:endParaRPr lang="LID4096"/>
          </a:p>
        </p:txBody>
      </p:sp>
      <p:sp>
        <p:nvSpPr>
          <p:cNvPr id="5" name="Slide Number Placeholder 4">
            <a:extLst>
              <a:ext uri="{FF2B5EF4-FFF2-40B4-BE49-F238E27FC236}">
                <a16:creationId xmlns:a16="http://schemas.microsoft.com/office/drawing/2014/main" id="{C4F0CA2E-E49A-1002-5155-0E24B92ED978}"/>
              </a:ext>
            </a:extLst>
          </p:cNvPr>
          <p:cNvSpPr>
            <a:spLocks noGrp="1"/>
          </p:cNvSpPr>
          <p:nvPr>
            <p:ph type="sldNum" sz="quarter" idx="12"/>
          </p:nvPr>
        </p:nvSpPr>
        <p:spPr/>
        <p:txBody>
          <a:bodyPr/>
          <a:lstStyle/>
          <a:p>
            <a:fld id="{3573D22F-6F8A-41E0-AD2B-A775CB1BA7B6}" type="slidenum">
              <a:rPr lang="LID4096" smtClean="0"/>
              <a:t>‹#›</a:t>
            </a:fld>
            <a:endParaRPr lang="LID4096"/>
          </a:p>
        </p:txBody>
      </p:sp>
    </p:spTree>
    <p:extLst>
      <p:ext uri="{BB962C8B-B14F-4D97-AF65-F5344CB8AC3E}">
        <p14:creationId xmlns:p14="http://schemas.microsoft.com/office/powerpoint/2010/main" val="34112140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B859772-8AE4-6B9A-0381-7FBAED86B08F}"/>
              </a:ext>
            </a:extLst>
          </p:cNvPr>
          <p:cNvSpPr>
            <a:spLocks noGrp="1"/>
          </p:cNvSpPr>
          <p:nvPr>
            <p:ph type="dt" sz="half" idx="10"/>
          </p:nvPr>
        </p:nvSpPr>
        <p:spPr/>
        <p:txBody>
          <a:bodyPr/>
          <a:lstStyle/>
          <a:p>
            <a:fld id="{3C06272A-D74E-4550-B0D4-335C439EA467}" type="datetimeFigureOut">
              <a:rPr lang="LID4096" smtClean="0"/>
              <a:t>11/17/2025</a:t>
            </a:fld>
            <a:endParaRPr lang="LID4096"/>
          </a:p>
        </p:txBody>
      </p:sp>
      <p:sp>
        <p:nvSpPr>
          <p:cNvPr id="3" name="Footer Placeholder 2">
            <a:extLst>
              <a:ext uri="{FF2B5EF4-FFF2-40B4-BE49-F238E27FC236}">
                <a16:creationId xmlns:a16="http://schemas.microsoft.com/office/drawing/2014/main" id="{8CCCA2C0-8C09-7C91-414B-E91291D14E25}"/>
              </a:ext>
            </a:extLst>
          </p:cNvPr>
          <p:cNvSpPr>
            <a:spLocks noGrp="1"/>
          </p:cNvSpPr>
          <p:nvPr>
            <p:ph type="ftr" sz="quarter" idx="11"/>
          </p:nvPr>
        </p:nvSpPr>
        <p:spPr/>
        <p:txBody>
          <a:bodyPr/>
          <a:lstStyle/>
          <a:p>
            <a:endParaRPr lang="LID4096"/>
          </a:p>
        </p:txBody>
      </p:sp>
      <p:sp>
        <p:nvSpPr>
          <p:cNvPr id="4" name="Slide Number Placeholder 3">
            <a:extLst>
              <a:ext uri="{FF2B5EF4-FFF2-40B4-BE49-F238E27FC236}">
                <a16:creationId xmlns:a16="http://schemas.microsoft.com/office/drawing/2014/main" id="{790FC393-563E-7F2E-3E44-28161B173557}"/>
              </a:ext>
            </a:extLst>
          </p:cNvPr>
          <p:cNvSpPr>
            <a:spLocks noGrp="1"/>
          </p:cNvSpPr>
          <p:nvPr>
            <p:ph type="sldNum" sz="quarter" idx="12"/>
          </p:nvPr>
        </p:nvSpPr>
        <p:spPr/>
        <p:txBody>
          <a:bodyPr/>
          <a:lstStyle/>
          <a:p>
            <a:fld id="{3573D22F-6F8A-41E0-AD2B-A775CB1BA7B6}" type="slidenum">
              <a:rPr lang="LID4096" smtClean="0"/>
              <a:t>‹#›</a:t>
            </a:fld>
            <a:endParaRPr lang="LID4096"/>
          </a:p>
        </p:txBody>
      </p:sp>
    </p:spTree>
    <p:extLst>
      <p:ext uri="{BB962C8B-B14F-4D97-AF65-F5344CB8AC3E}">
        <p14:creationId xmlns:p14="http://schemas.microsoft.com/office/powerpoint/2010/main" val="40693923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B42B26-A517-D6F7-FD03-880D0E8CE30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LID4096"/>
          </a:p>
        </p:txBody>
      </p:sp>
      <p:sp>
        <p:nvSpPr>
          <p:cNvPr id="3" name="Content Placeholder 2">
            <a:extLst>
              <a:ext uri="{FF2B5EF4-FFF2-40B4-BE49-F238E27FC236}">
                <a16:creationId xmlns:a16="http://schemas.microsoft.com/office/drawing/2014/main" id="{15221663-CC53-0D14-7615-3FDE3B34756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Text Placeholder 3">
            <a:extLst>
              <a:ext uri="{FF2B5EF4-FFF2-40B4-BE49-F238E27FC236}">
                <a16:creationId xmlns:a16="http://schemas.microsoft.com/office/drawing/2014/main" id="{1395FE6C-6D91-3A65-A428-A324E64794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5AFAC6E-758C-0935-9F94-66F5DA710A6D}"/>
              </a:ext>
            </a:extLst>
          </p:cNvPr>
          <p:cNvSpPr>
            <a:spLocks noGrp="1"/>
          </p:cNvSpPr>
          <p:nvPr>
            <p:ph type="dt" sz="half" idx="10"/>
          </p:nvPr>
        </p:nvSpPr>
        <p:spPr/>
        <p:txBody>
          <a:bodyPr/>
          <a:lstStyle/>
          <a:p>
            <a:fld id="{3C06272A-D74E-4550-B0D4-335C439EA467}" type="datetimeFigureOut">
              <a:rPr lang="LID4096" smtClean="0"/>
              <a:t>11/17/2025</a:t>
            </a:fld>
            <a:endParaRPr lang="LID4096"/>
          </a:p>
        </p:txBody>
      </p:sp>
      <p:sp>
        <p:nvSpPr>
          <p:cNvPr id="6" name="Footer Placeholder 5">
            <a:extLst>
              <a:ext uri="{FF2B5EF4-FFF2-40B4-BE49-F238E27FC236}">
                <a16:creationId xmlns:a16="http://schemas.microsoft.com/office/drawing/2014/main" id="{6848389B-7A0C-C1A1-4B62-F3B1A70CF536}"/>
              </a:ext>
            </a:extLst>
          </p:cNvPr>
          <p:cNvSpPr>
            <a:spLocks noGrp="1"/>
          </p:cNvSpPr>
          <p:nvPr>
            <p:ph type="ftr" sz="quarter" idx="11"/>
          </p:nvPr>
        </p:nvSpPr>
        <p:spPr/>
        <p:txBody>
          <a:bodyPr/>
          <a:lstStyle/>
          <a:p>
            <a:endParaRPr lang="LID4096"/>
          </a:p>
        </p:txBody>
      </p:sp>
      <p:sp>
        <p:nvSpPr>
          <p:cNvPr id="7" name="Slide Number Placeholder 6">
            <a:extLst>
              <a:ext uri="{FF2B5EF4-FFF2-40B4-BE49-F238E27FC236}">
                <a16:creationId xmlns:a16="http://schemas.microsoft.com/office/drawing/2014/main" id="{9E00E5ED-E9D1-5C8C-FCDD-9D4A86DCDEA0}"/>
              </a:ext>
            </a:extLst>
          </p:cNvPr>
          <p:cNvSpPr>
            <a:spLocks noGrp="1"/>
          </p:cNvSpPr>
          <p:nvPr>
            <p:ph type="sldNum" sz="quarter" idx="12"/>
          </p:nvPr>
        </p:nvSpPr>
        <p:spPr/>
        <p:txBody>
          <a:bodyPr/>
          <a:lstStyle/>
          <a:p>
            <a:fld id="{3573D22F-6F8A-41E0-AD2B-A775CB1BA7B6}" type="slidenum">
              <a:rPr lang="LID4096" smtClean="0"/>
              <a:t>‹#›</a:t>
            </a:fld>
            <a:endParaRPr lang="LID4096"/>
          </a:p>
        </p:txBody>
      </p:sp>
    </p:spTree>
    <p:extLst>
      <p:ext uri="{BB962C8B-B14F-4D97-AF65-F5344CB8AC3E}">
        <p14:creationId xmlns:p14="http://schemas.microsoft.com/office/powerpoint/2010/main" val="5999332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6CF666-378B-FFC9-8BDC-C136A0DF4AE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LID4096"/>
          </a:p>
        </p:txBody>
      </p:sp>
      <p:sp>
        <p:nvSpPr>
          <p:cNvPr id="3" name="Picture Placeholder 2">
            <a:extLst>
              <a:ext uri="{FF2B5EF4-FFF2-40B4-BE49-F238E27FC236}">
                <a16:creationId xmlns:a16="http://schemas.microsoft.com/office/drawing/2014/main" id="{02967730-0A34-51A7-EC2A-00847A82E70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LID4096"/>
          </a:p>
        </p:txBody>
      </p:sp>
      <p:sp>
        <p:nvSpPr>
          <p:cNvPr id="4" name="Text Placeholder 3">
            <a:extLst>
              <a:ext uri="{FF2B5EF4-FFF2-40B4-BE49-F238E27FC236}">
                <a16:creationId xmlns:a16="http://schemas.microsoft.com/office/drawing/2014/main" id="{5D631C3A-AE41-39EA-0BB0-68E9E1B54FC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991BA6-732A-F830-6E22-B39149A7496D}"/>
              </a:ext>
            </a:extLst>
          </p:cNvPr>
          <p:cNvSpPr>
            <a:spLocks noGrp="1"/>
          </p:cNvSpPr>
          <p:nvPr>
            <p:ph type="dt" sz="half" idx="10"/>
          </p:nvPr>
        </p:nvSpPr>
        <p:spPr/>
        <p:txBody>
          <a:bodyPr/>
          <a:lstStyle/>
          <a:p>
            <a:fld id="{3C06272A-D74E-4550-B0D4-335C439EA467}" type="datetimeFigureOut">
              <a:rPr lang="LID4096" smtClean="0"/>
              <a:t>11/17/2025</a:t>
            </a:fld>
            <a:endParaRPr lang="LID4096"/>
          </a:p>
        </p:txBody>
      </p:sp>
      <p:sp>
        <p:nvSpPr>
          <p:cNvPr id="6" name="Footer Placeholder 5">
            <a:extLst>
              <a:ext uri="{FF2B5EF4-FFF2-40B4-BE49-F238E27FC236}">
                <a16:creationId xmlns:a16="http://schemas.microsoft.com/office/drawing/2014/main" id="{70E70BA2-3C18-ACB7-4825-43AD991A38A1}"/>
              </a:ext>
            </a:extLst>
          </p:cNvPr>
          <p:cNvSpPr>
            <a:spLocks noGrp="1"/>
          </p:cNvSpPr>
          <p:nvPr>
            <p:ph type="ftr" sz="quarter" idx="11"/>
          </p:nvPr>
        </p:nvSpPr>
        <p:spPr/>
        <p:txBody>
          <a:bodyPr/>
          <a:lstStyle/>
          <a:p>
            <a:endParaRPr lang="LID4096"/>
          </a:p>
        </p:txBody>
      </p:sp>
      <p:sp>
        <p:nvSpPr>
          <p:cNvPr id="7" name="Slide Number Placeholder 6">
            <a:extLst>
              <a:ext uri="{FF2B5EF4-FFF2-40B4-BE49-F238E27FC236}">
                <a16:creationId xmlns:a16="http://schemas.microsoft.com/office/drawing/2014/main" id="{C2359582-2D24-4B03-9ECC-04FA1EC1C01D}"/>
              </a:ext>
            </a:extLst>
          </p:cNvPr>
          <p:cNvSpPr>
            <a:spLocks noGrp="1"/>
          </p:cNvSpPr>
          <p:nvPr>
            <p:ph type="sldNum" sz="quarter" idx="12"/>
          </p:nvPr>
        </p:nvSpPr>
        <p:spPr/>
        <p:txBody>
          <a:bodyPr/>
          <a:lstStyle/>
          <a:p>
            <a:fld id="{3573D22F-6F8A-41E0-AD2B-A775CB1BA7B6}" type="slidenum">
              <a:rPr lang="LID4096" smtClean="0"/>
              <a:t>‹#›</a:t>
            </a:fld>
            <a:endParaRPr lang="LID4096"/>
          </a:p>
        </p:txBody>
      </p:sp>
    </p:spTree>
    <p:extLst>
      <p:ext uri="{BB962C8B-B14F-4D97-AF65-F5344CB8AC3E}">
        <p14:creationId xmlns:p14="http://schemas.microsoft.com/office/powerpoint/2010/main" val="2241984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FCBEB-9A1C-852F-9C94-78B1BC0D55AD}"/>
              </a:ext>
            </a:extLst>
          </p:cNvPr>
          <p:cNvSpPr>
            <a:spLocks noGrp="1"/>
          </p:cNvSpPr>
          <p:nvPr>
            <p:ph type="title"/>
          </p:nvPr>
        </p:nvSpPr>
        <p:spPr/>
        <p:txBody>
          <a:bodyPr/>
          <a:lstStyle/>
          <a:p>
            <a:r>
              <a:rPr lang="en-US"/>
              <a:t>Click to edit Master title style</a:t>
            </a:r>
            <a:endParaRPr lang="LID4096"/>
          </a:p>
        </p:txBody>
      </p:sp>
      <p:sp>
        <p:nvSpPr>
          <p:cNvPr id="3" name="Vertical Text Placeholder 2">
            <a:extLst>
              <a:ext uri="{FF2B5EF4-FFF2-40B4-BE49-F238E27FC236}">
                <a16:creationId xmlns:a16="http://schemas.microsoft.com/office/drawing/2014/main" id="{97BE0E54-2710-763A-0160-DC7D1F6B04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0DC70548-A7AF-ADAC-753D-B8C000A95DAD}"/>
              </a:ext>
            </a:extLst>
          </p:cNvPr>
          <p:cNvSpPr>
            <a:spLocks noGrp="1"/>
          </p:cNvSpPr>
          <p:nvPr>
            <p:ph type="dt" sz="half" idx="10"/>
          </p:nvPr>
        </p:nvSpPr>
        <p:spPr/>
        <p:txBody>
          <a:bodyPr/>
          <a:lstStyle/>
          <a:p>
            <a:fld id="{3C06272A-D74E-4550-B0D4-335C439EA467}" type="datetimeFigureOut">
              <a:rPr lang="LID4096" smtClean="0"/>
              <a:t>11/17/2025</a:t>
            </a:fld>
            <a:endParaRPr lang="LID4096"/>
          </a:p>
        </p:txBody>
      </p:sp>
      <p:sp>
        <p:nvSpPr>
          <p:cNvPr id="5" name="Footer Placeholder 4">
            <a:extLst>
              <a:ext uri="{FF2B5EF4-FFF2-40B4-BE49-F238E27FC236}">
                <a16:creationId xmlns:a16="http://schemas.microsoft.com/office/drawing/2014/main" id="{DC89BC3A-8E07-DF34-E926-85C140DCE27A}"/>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E3FBF8DE-704A-B486-AD38-898C6F98FFE2}"/>
              </a:ext>
            </a:extLst>
          </p:cNvPr>
          <p:cNvSpPr>
            <a:spLocks noGrp="1"/>
          </p:cNvSpPr>
          <p:nvPr>
            <p:ph type="sldNum" sz="quarter" idx="12"/>
          </p:nvPr>
        </p:nvSpPr>
        <p:spPr/>
        <p:txBody>
          <a:bodyPr/>
          <a:lstStyle/>
          <a:p>
            <a:fld id="{3573D22F-6F8A-41E0-AD2B-A775CB1BA7B6}" type="slidenum">
              <a:rPr lang="LID4096" smtClean="0"/>
              <a:t>‹#›</a:t>
            </a:fld>
            <a:endParaRPr lang="LID4096"/>
          </a:p>
        </p:txBody>
      </p:sp>
    </p:spTree>
    <p:extLst>
      <p:ext uri="{BB962C8B-B14F-4D97-AF65-F5344CB8AC3E}">
        <p14:creationId xmlns:p14="http://schemas.microsoft.com/office/powerpoint/2010/main" val="27427241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2DCD709-A05C-DEC6-8611-F85FF1A5CC3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LID4096"/>
          </a:p>
        </p:txBody>
      </p:sp>
      <p:sp>
        <p:nvSpPr>
          <p:cNvPr id="3" name="Vertical Text Placeholder 2">
            <a:extLst>
              <a:ext uri="{FF2B5EF4-FFF2-40B4-BE49-F238E27FC236}">
                <a16:creationId xmlns:a16="http://schemas.microsoft.com/office/drawing/2014/main" id="{1F0623AE-40DF-6768-EB99-736531013B7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EEEBCD93-C89A-F8D5-EDCE-F9A7606E2FB2}"/>
              </a:ext>
            </a:extLst>
          </p:cNvPr>
          <p:cNvSpPr>
            <a:spLocks noGrp="1"/>
          </p:cNvSpPr>
          <p:nvPr>
            <p:ph type="dt" sz="half" idx="10"/>
          </p:nvPr>
        </p:nvSpPr>
        <p:spPr/>
        <p:txBody>
          <a:bodyPr/>
          <a:lstStyle/>
          <a:p>
            <a:fld id="{3C06272A-D74E-4550-B0D4-335C439EA467}" type="datetimeFigureOut">
              <a:rPr lang="LID4096" smtClean="0"/>
              <a:t>11/17/2025</a:t>
            </a:fld>
            <a:endParaRPr lang="LID4096"/>
          </a:p>
        </p:txBody>
      </p:sp>
      <p:sp>
        <p:nvSpPr>
          <p:cNvPr id="5" name="Footer Placeholder 4">
            <a:extLst>
              <a:ext uri="{FF2B5EF4-FFF2-40B4-BE49-F238E27FC236}">
                <a16:creationId xmlns:a16="http://schemas.microsoft.com/office/drawing/2014/main" id="{2B9EC535-8732-F7EC-CBBB-909071351D9B}"/>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82029D37-4DBE-3D10-0CF9-252DADDC8B88}"/>
              </a:ext>
            </a:extLst>
          </p:cNvPr>
          <p:cNvSpPr>
            <a:spLocks noGrp="1"/>
          </p:cNvSpPr>
          <p:nvPr>
            <p:ph type="sldNum" sz="quarter" idx="12"/>
          </p:nvPr>
        </p:nvSpPr>
        <p:spPr/>
        <p:txBody>
          <a:bodyPr/>
          <a:lstStyle/>
          <a:p>
            <a:fld id="{3573D22F-6F8A-41E0-AD2B-A775CB1BA7B6}" type="slidenum">
              <a:rPr lang="LID4096" smtClean="0"/>
              <a:t>‹#›</a:t>
            </a:fld>
            <a:endParaRPr lang="LID4096"/>
          </a:p>
        </p:txBody>
      </p:sp>
    </p:spTree>
    <p:extLst>
      <p:ext uri="{BB962C8B-B14F-4D97-AF65-F5344CB8AC3E}">
        <p14:creationId xmlns:p14="http://schemas.microsoft.com/office/powerpoint/2010/main" val="21629970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0630C65-EF6A-376D-3038-114972B503E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LID4096"/>
          </a:p>
        </p:txBody>
      </p:sp>
      <p:sp>
        <p:nvSpPr>
          <p:cNvPr id="3" name="Text Placeholder 2">
            <a:extLst>
              <a:ext uri="{FF2B5EF4-FFF2-40B4-BE49-F238E27FC236}">
                <a16:creationId xmlns:a16="http://schemas.microsoft.com/office/drawing/2014/main" id="{27C96ACE-85B5-065C-5EAE-96F10348093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1610044D-8F2F-6176-2C9C-ED03B6957E5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C06272A-D74E-4550-B0D4-335C439EA467}" type="datetimeFigureOut">
              <a:rPr lang="LID4096" smtClean="0"/>
              <a:t>11/17/2025</a:t>
            </a:fld>
            <a:endParaRPr lang="LID4096"/>
          </a:p>
        </p:txBody>
      </p:sp>
      <p:sp>
        <p:nvSpPr>
          <p:cNvPr id="5" name="Footer Placeholder 4">
            <a:extLst>
              <a:ext uri="{FF2B5EF4-FFF2-40B4-BE49-F238E27FC236}">
                <a16:creationId xmlns:a16="http://schemas.microsoft.com/office/drawing/2014/main" id="{7121CC31-FAE7-963A-92B2-005F2B1F3B1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LID4096"/>
          </a:p>
        </p:txBody>
      </p:sp>
      <p:sp>
        <p:nvSpPr>
          <p:cNvPr id="6" name="Slide Number Placeholder 5">
            <a:extLst>
              <a:ext uri="{FF2B5EF4-FFF2-40B4-BE49-F238E27FC236}">
                <a16:creationId xmlns:a16="http://schemas.microsoft.com/office/drawing/2014/main" id="{7A0E6467-3F43-780B-7281-576A352176E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573D22F-6F8A-41E0-AD2B-A775CB1BA7B6}" type="slidenum">
              <a:rPr lang="LID4096" smtClean="0"/>
              <a:t>‹#›</a:t>
            </a:fld>
            <a:endParaRPr lang="LID4096"/>
          </a:p>
        </p:txBody>
      </p:sp>
    </p:spTree>
    <p:extLst>
      <p:ext uri="{BB962C8B-B14F-4D97-AF65-F5344CB8AC3E}">
        <p14:creationId xmlns:p14="http://schemas.microsoft.com/office/powerpoint/2010/main" val="23611029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2.png"/><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2.png"/><Relationship Id="rId4" Type="http://schemas.microsoft.com/office/2007/relationships/hdphoto" Target="../media/hdphoto1.wdp"/></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slide" Target="slide17.xml"/><Relationship Id="rId7" Type="http://schemas.openxmlformats.org/officeDocument/2006/relationships/slide" Target="slide18.xml"/><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slide" Target="slide14.xml"/><Relationship Id="rId5" Type="http://schemas.openxmlformats.org/officeDocument/2006/relationships/slide" Target="slide12.xml"/><Relationship Id="rId4" Type="http://schemas.openxmlformats.org/officeDocument/2006/relationships/slide" Target="slide4.xml"/></Relationships>
</file>

<file path=ppt/slides/_rels/slide24.xml.rels><?xml version="1.0" encoding="UTF-8" standalone="yes"?>
<Relationships xmlns="http://schemas.openxmlformats.org/package/2006/relationships"><Relationship Id="rId3" Type="http://schemas.openxmlformats.org/officeDocument/2006/relationships/slide" Target="slide17.xml"/><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5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microsoft.com/office/2007/relationships/hdphoto" Target="../media/hdphoto1.wdp"/></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6.xml"/><Relationship Id="rId1" Type="http://schemas.openxmlformats.org/officeDocument/2006/relationships/slideLayout" Target="../slideLayouts/slideLayout2.xml"/><Relationship Id="rId5" Type="http://schemas.openxmlformats.org/officeDocument/2006/relationships/image" Target="../media/image10.png"/><Relationship Id="rId4" Type="http://schemas.microsoft.com/office/2007/relationships/hdphoto" Target="../media/hdphoto1.wdp"/></Relationships>
</file>

<file path=ppt/slides/_rels/slide6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7.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1.png"/><Relationship Id="rId4" Type="http://schemas.microsoft.com/office/2007/relationships/hdphoto" Target="../media/hdphoto2.wdp"/></Relationships>
</file>

<file path=ppt/slides/_rels/slide6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8.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1.png"/><Relationship Id="rId4" Type="http://schemas.microsoft.com/office/2007/relationships/hdphoto" Target="../media/hdphoto2.wdp"/></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1.xml"/><Relationship Id="rId1" Type="http://schemas.openxmlformats.org/officeDocument/2006/relationships/slideLayout" Target="../slideLayouts/slideLayout2.xml"/><Relationship Id="rId6" Type="http://schemas.openxmlformats.org/officeDocument/2006/relationships/image" Target="../media/image14.png"/><Relationship Id="rId5" Type="http://schemas.microsoft.com/office/2007/relationships/hdphoto" Target="../media/hdphoto1.wdp"/><Relationship Id="rId4" Type="http://schemas.openxmlformats.org/officeDocument/2006/relationships/image" Target="../media/image1.png"/></Relationships>
</file>

<file path=ppt/slides/_rels/slide6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2.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microsoft.com/office/2007/relationships/hdphoto" Target="../media/hdphoto1.wdp"/></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1D408-F15E-D43C-E6A2-FD7B9CA68071}"/>
              </a:ext>
            </a:extLst>
          </p:cNvPr>
          <p:cNvSpPr>
            <a:spLocks noGrp="1"/>
          </p:cNvSpPr>
          <p:nvPr>
            <p:ph type="title"/>
          </p:nvPr>
        </p:nvSpPr>
        <p:spPr>
          <a:xfrm>
            <a:off x="838200" y="2766218"/>
            <a:ext cx="10515600" cy="1325563"/>
          </a:xfrm>
        </p:spPr>
        <p:txBody>
          <a:bodyPr>
            <a:normAutofit/>
          </a:bodyPr>
          <a:lstStyle/>
          <a:p>
            <a:pPr algn="ctr"/>
            <a:r>
              <a:rPr lang="en-US" sz="6000" dirty="0" err="1"/>
              <a:t>Netwerktopologieën</a:t>
            </a:r>
            <a:endParaRPr lang="LID4096" sz="6000" dirty="0"/>
          </a:p>
        </p:txBody>
      </p:sp>
    </p:spTree>
    <p:extLst>
      <p:ext uri="{BB962C8B-B14F-4D97-AF65-F5344CB8AC3E}">
        <p14:creationId xmlns:p14="http://schemas.microsoft.com/office/powerpoint/2010/main" val="8563145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045585-B74C-E0B3-A8CD-FA5A81178BC6}"/>
              </a:ext>
            </a:extLst>
          </p:cNvPr>
          <p:cNvSpPr>
            <a:spLocks noGrp="1"/>
          </p:cNvSpPr>
          <p:nvPr>
            <p:ph type="title"/>
          </p:nvPr>
        </p:nvSpPr>
        <p:spPr/>
        <p:txBody>
          <a:bodyPr/>
          <a:lstStyle/>
          <a:p>
            <a:r>
              <a:rPr lang="en-US" dirty="0" err="1"/>
              <a:t>Maasnetwerk</a:t>
            </a:r>
            <a:endParaRPr lang="LID4096" dirty="0"/>
          </a:p>
        </p:txBody>
      </p:sp>
      <p:pic>
        <p:nvPicPr>
          <p:cNvPr id="4" name="Afbeelding 6" descr="http://vignette3.wikia.nocookie.net/gtawiki/images/c/c9/Computer_Icon.png/revision/latest?cb=20100421004434">
            <a:extLst>
              <a:ext uri="{FF2B5EF4-FFF2-40B4-BE49-F238E27FC236}">
                <a16:creationId xmlns:a16="http://schemas.microsoft.com/office/drawing/2014/main" id="{A73737CD-D8DD-9871-EACE-1732DC8F0142}"/>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3505360" y="3059972"/>
            <a:ext cx="1033705" cy="1041960"/>
          </a:xfrm>
          <a:prstGeom prst="rect">
            <a:avLst/>
          </a:prstGeom>
          <a:noFill/>
          <a:ln>
            <a:noFill/>
          </a:ln>
        </p:spPr>
      </p:pic>
      <p:pic>
        <p:nvPicPr>
          <p:cNvPr id="5" name="Afbeelding 7" descr="http://vignette3.wikia.nocookie.net/gtawiki/images/c/c9/Computer_Icon.png/revision/latest?cb=20100421004434">
            <a:extLst>
              <a:ext uri="{FF2B5EF4-FFF2-40B4-BE49-F238E27FC236}">
                <a16:creationId xmlns:a16="http://schemas.microsoft.com/office/drawing/2014/main" id="{8599707B-5614-8F9E-B5F6-CC7E4248C22F}"/>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5421568" y="1169708"/>
            <a:ext cx="1033705" cy="1041960"/>
          </a:xfrm>
          <a:prstGeom prst="rect">
            <a:avLst/>
          </a:prstGeom>
          <a:noFill/>
          <a:ln>
            <a:noFill/>
          </a:ln>
        </p:spPr>
      </p:pic>
      <p:pic>
        <p:nvPicPr>
          <p:cNvPr id="6" name="Afbeelding 8" descr="http://vignette3.wikia.nocookie.net/gtawiki/images/c/c9/Computer_Icon.png/revision/latest?cb=20100421004434">
            <a:extLst>
              <a:ext uri="{FF2B5EF4-FFF2-40B4-BE49-F238E27FC236}">
                <a16:creationId xmlns:a16="http://schemas.microsoft.com/office/drawing/2014/main" id="{F693E9E7-C2C1-0FA4-F517-5091C5B63427}"/>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7224831" y="3065659"/>
            <a:ext cx="1033705" cy="1041960"/>
          </a:xfrm>
          <a:prstGeom prst="rect">
            <a:avLst/>
          </a:prstGeom>
          <a:noFill/>
          <a:ln>
            <a:noFill/>
          </a:ln>
        </p:spPr>
      </p:pic>
      <p:pic>
        <p:nvPicPr>
          <p:cNvPr id="7" name="Afbeelding 10" descr="http://vignette3.wikia.nocookie.net/gtawiki/images/c/c9/Computer_Icon.png/revision/latest?cb=20100421004434">
            <a:extLst>
              <a:ext uri="{FF2B5EF4-FFF2-40B4-BE49-F238E27FC236}">
                <a16:creationId xmlns:a16="http://schemas.microsoft.com/office/drawing/2014/main" id="{29909DFA-1DFA-2218-10BA-9EF98ED54781}"/>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4204719" y="5319462"/>
            <a:ext cx="1033705" cy="1041960"/>
          </a:xfrm>
          <a:prstGeom prst="rect">
            <a:avLst/>
          </a:prstGeom>
          <a:noFill/>
          <a:ln>
            <a:noFill/>
          </a:ln>
        </p:spPr>
      </p:pic>
      <p:pic>
        <p:nvPicPr>
          <p:cNvPr id="8" name="Afbeelding 11" descr="http://vignette3.wikia.nocookie.net/gtawiki/images/c/c9/Computer_Icon.png/revision/latest?cb=20100421004434">
            <a:extLst>
              <a:ext uri="{FF2B5EF4-FFF2-40B4-BE49-F238E27FC236}">
                <a16:creationId xmlns:a16="http://schemas.microsoft.com/office/drawing/2014/main" id="{457C81B6-BF45-5DFB-D860-B998644C8D15}"/>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6635472" y="5330330"/>
            <a:ext cx="1033705" cy="1041960"/>
          </a:xfrm>
          <a:prstGeom prst="rect">
            <a:avLst/>
          </a:prstGeom>
          <a:noFill/>
          <a:ln>
            <a:noFill/>
          </a:ln>
        </p:spPr>
      </p:pic>
      <p:cxnSp>
        <p:nvCxnSpPr>
          <p:cNvPr id="9" name="Rechte verbindingslijn 12">
            <a:extLst>
              <a:ext uri="{FF2B5EF4-FFF2-40B4-BE49-F238E27FC236}">
                <a16:creationId xmlns:a16="http://schemas.microsoft.com/office/drawing/2014/main" id="{50F7BEB4-8226-4651-9A72-590D3282527A}"/>
              </a:ext>
            </a:extLst>
          </p:cNvPr>
          <p:cNvCxnSpPr/>
          <p:nvPr/>
        </p:nvCxnSpPr>
        <p:spPr>
          <a:xfrm flipV="1">
            <a:off x="4608166" y="2145005"/>
            <a:ext cx="963983" cy="989811"/>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0" name="Rechte verbindingslijn 13">
            <a:extLst>
              <a:ext uri="{FF2B5EF4-FFF2-40B4-BE49-F238E27FC236}">
                <a16:creationId xmlns:a16="http://schemas.microsoft.com/office/drawing/2014/main" id="{57B5AFBE-BBEC-7068-CB7D-90E28BE2C830}"/>
              </a:ext>
            </a:extLst>
          </p:cNvPr>
          <p:cNvCxnSpPr/>
          <p:nvPr/>
        </p:nvCxnSpPr>
        <p:spPr>
          <a:xfrm>
            <a:off x="6433793" y="2195556"/>
            <a:ext cx="834882" cy="897803"/>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1" name="Rechte verbindingslijn 14">
            <a:extLst>
              <a:ext uri="{FF2B5EF4-FFF2-40B4-BE49-F238E27FC236}">
                <a16:creationId xmlns:a16="http://schemas.microsoft.com/office/drawing/2014/main" id="{8809F1C6-ECEF-D81A-702C-7BBBE865AAAB}"/>
              </a:ext>
            </a:extLst>
          </p:cNvPr>
          <p:cNvCxnSpPr/>
          <p:nvPr/>
        </p:nvCxnSpPr>
        <p:spPr>
          <a:xfrm flipV="1">
            <a:off x="7256166" y="4207627"/>
            <a:ext cx="322314" cy="1097971"/>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2" name="Rechte verbindingslijn 16">
            <a:extLst>
              <a:ext uri="{FF2B5EF4-FFF2-40B4-BE49-F238E27FC236}">
                <a16:creationId xmlns:a16="http://schemas.microsoft.com/office/drawing/2014/main" id="{5CD5A175-B980-2C34-E0A6-EF7860F69841}"/>
              </a:ext>
            </a:extLst>
          </p:cNvPr>
          <p:cNvCxnSpPr/>
          <p:nvPr/>
        </p:nvCxnSpPr>
        <p:spPr>
          <a:xfrm flipV="1">
            <a:off x="5319812" y="5823024"/>
            <a:ext cx="1265867" cy="17418"/>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3" name="Rechte verbindingslijn 17">
            <a:extLst>
              <a:ext uri="{FF2B5EF4-FFF2-40B4-BE49-F238E27FC236}">
                <a16:creationId xmlns:a16="http://schemas.microsoft.com/office/drawing/2014/main" id="{6393C48B-F8C0-CA9F-EB87-3C12B3B51A98}"/>
              </a:ext>
            </a:extLst>
          </p:cNvPr>
          <p:cNvCxnSpPr/>
          <p:nvPr/>
        </p:nvCxnSpPr>
        <p:spPr>
          <a:xfrm flipV="1">
            <a:off x="4964997" y="2211668"/>
            <a:ext cx="844638" cy="3066556"/>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4" name="Rechte verbindingslijn 18">
            <a:extLst>
              <a:ext uri="{FF2B5EF4-FFF2-40B4-BE49-F238E27FC236}">
                <a16:creationId xmlns:a16="http://schemas.microsoft.com/office/drawing/2014/main" id="{4AF30C72-29A4-723F-43D9-700B4954BBB6}"/>
              </a:ext>
            </a:extLst>
          </p:cNvPr>
          <p:cNvCxnSpPr/>
          <p:nvPr/>
        </p:nvCxnSpPr>
        <p:spPr>
          <a:xfrm>
            <a:off x="6087474" y="2227646"/>
            <a:ext cx="951157" cy="3180917"/>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5" name="Rechte verbindingslijn 19">
            <a:extLst>
              <a:ext uri="{FF2B5EF4-FFF2-40B4-BE49-F238E27FC236}">
                <a16:creationId xmlns:a16="http://schemas.microsoft.com/office/drawing/2014/main" id="{FB37FF18-AAB2-996C-9A99-B0D003DC2706}"/>
              </a:ext>
            </a:extLst>
          </p:cNvPr>
          <p:cNvCxnSpPr/>
          <p:nvPr/>
        </p:nvCxnSpPr>
        <p:spPr>
          <a:xfrm flipV="1">
            <a:off x="4633257" y="3616093"/>
            <a:ext cx="2523565" cy="15640"/>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6" name="Rechte verbindingslijn 20">
            <a:extLst>
              <a:ext uri="{FF2B5EF4-FFF2-40B4-BE49-F238E27FC236}">
                <a16:creationId xmlns:a16="http://schemas.microsoft.com/office/drawing/2014/main" id="{AF1FDC72-7DC0-E6D7-F10E-226A17977424}"/>
              </a:ext>
            </a:extLst>
          </p:cNvPr>
          <p:cNvCxnSpPr/>
          <p:nvPr/>
        </p:nvCxnSpPr>
        <p:spPr>
          <a:xfrm>
            <a:off x="4531454" y="4101932"/>
            <a:ext cx="2052097" cy="1454198"/>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7" name="Rechte verbindingslijn 21">
            <a:extLst>
              <a:ext uri="{FF2B5EF4-FFF2-40B4-BE49-F238E27FC236}">
                <a16:creationId xmlns:a16="http://schemas.microsoft.com/office/drawing/2014/main" id="{EC33B232-A5D3-B18D-B009-AB652BC656C1}"/>
              </a:ext>
            </a:extLst>
          </p:cNvPr>
          <p:cNvCxnSpPr/>
          <p:nvPr/>
        </p:nvCxnSpPr>
        <p:spPr>
          <a:xfrm flipV="1">
            <a:off x="5319812" y="4060475"/>
            <a:ext cx="2030068" cy="1536893"/>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8" name="Rechte verbindingslijn 38">
            <a:extLst>
              <a:ext uri="{FF2B5EF4-FFF2-40B4-BE49-F238E27FC236}">
                <a16:creationId xmlns:a16="http://schemas.microsoft.com/office/drawing/2014/main" id="{24FC9AF7-1C13-31D8-C268-5730F9E12502}"/>
              </a:ext>
            </a:extLst>
          </p:cNvPr>
          <p:cNvCxnSpPr/>
          <p:nvPr/>
        </p:nvCxnSpPr>
        <p:spPr>
          <a:xfrm flipH="1" flipV="1">
            <a:off x="4097911" y="4101931"/>
            <a:ext cx="433543" cy="1228399"/>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305613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par>
                                <p:cTn id="20" presetID="10" presetClass="entr" presetSubtype="0" fill="hold"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par>
                                <p:cTn id="23" presetID="10" presetClass="entr" presetSubtype="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par>
                                <p:cTn id="26" presetID="10" presetClass="entr" presetSubtype="0" fill="hold"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par>
                                <p:cTn id="29" presetID="10" presetClass="entr" presetSubtype="0"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par>
                                <p:cTn id="32" presetID="10" presetClass="entr" presetSubtype="0" fill="hold"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00"/>
                                        <p:tgtEl>
                                          <p:spTgt spid="13"/>
                                        </p:tgtEl>
                                      </p:cBhvr>
                                    </p:animEffect>
                                  </p:childTnLst>
                                </p:cTn>
                              </p:par>
                              <p:par>
                                <p:cTn id="35" presetID="10" presetClass="entr" presetSubtype="0" fill="hold"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par>
                                <p:cTn id="38" presetID="10" presetClass="entr" presetSubtype="0" fill="hold"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00"/>
                                        <p:tgtEl>
                                          <p:spTgt spid="15"/>
                                        </p:tgtEl>
                                      </p:cBhvr>
                                    </p:animEffect>
                                  </p:childTnLst>
                                </p:cTn>
                              </p:par>
                              <p:par>
                                <p:cTn id="41" presetID="10" presetClass="entr" presetSubtype="0" fill="hold"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500"/>
                                        <p:tgtEl>
                                          <p:spTgt spid="16"/>
                                        </p:tgtEl>
                                      </p:cBhvr>
                                    </p:animEffect>
                                  </p:childTnLst>
                                </p:cTn>
                              </p:par>
                              <p:par>
                                <p:cTn id="44" presetID="10" presetClass="entr" presetSubtype="0" fill="hold" nodeType="with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500"/>
                                        <p:tgtEl>
                                          <p:spTgt spid="17"/>
                                        </p:tgtEl>
                                      </p:cBhvr>
                                    </p:animEffect>
                                  </p:childTnLst>
                                </p:cTn>
                              </p:par>
                              <p:par>
                                <p:cTn id="47" presetID="10" presetClass="entr" presetSubtype="0" fill="hold" nodeType="with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260219-DE5A-F334-F2FD-6591B5192C80}"/>
              </a:ext>
            </a:extLst>
          </p:cNvPr>
          <p:cNvSpPr>
            <a:spLocks noGrp="1"/>
          </p:cNvSpPr>
          <p:nvPr>
            <p:ph type="title"/>
          </p:nvPr>
        </p:nvSpPr>
        <p:spPr/>
        <p:txBody>
          <a:bodyPr/>
          <a:lstStyle/>
          <a:p>
            <a:r>
              <a:rPr lang="en-US" dirty="0" err="1"/>
              <a:t>Ringnetwerk</a:t>
            </a:r>
            <a:endParaRPr lang="LID4096" dirty="0"/>
          </a:p>
        </p:txBody>
      </p:sp>
      <p:pic>
        <p:nvPicPr>
          <p:cNvPr id="4" name="Afbeelding 6" descr="http://vignette3.wikia.nocookie.net/gtawiki/images/c/c9/Computer_Icon.png/revision/latest?cb=20100421004434">
            <a:extLst>
              <a:ext uri="{FF2B5EF4-FFF2-40B4-BE49-F238E27FC236}">
                <a16:creationId xmlns:a16="http://schemas.microsoft.com/office/drawing/2014/main" id="{26C40EEF-3C3F-927A-7C2E-9454D6058A0A}"/>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3662939" y="3059972"/>
            <a:ext cx="1033705" cy="1041960"/>
          </a:xfrm>
          <a:prstGeom prst="rect">
            <a:avLst/>
          </a:prstGeom>
          <a:noFill/>
          <a:ln>
            <a:noFill/>
          </a:ln>
        </p:spPr>
      </p:pic>
      <p:pic>
        <p:nvPicPr>
          <p:cNvPr id="5" name="Afbeelding 7" descr="http://vignette3.wikia.nocookie.net/gtawiki/images/c/c9/Computer_Icon.png/revision/latest?cb=20100421004434">
            <a:extLst>
              <a:ext uri="{FF2B5EF4-FFF2-40B4-BE49-F238E27FC236}">
                <a16:creationId xmlns:a16="http://schemas.microsoft.com/office/drawing/2014/main" id="{A5564CAC-781D-2977-B720-1D56CAB607B8}"/>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5579147" y="1169708"/>
            <a:ext cx="1033705" cy="1041960"/>
          </a:xfrm>
          <a:prstGeom prst="rect">
            <a:avLst/>
          </a:prstGeom>
          <a:noFill/>
          <a:ln>
            <a:noFill/>
          </a:ln>
        </p:spPr>
      </p:pic>
      <p:pic>
        <p:nvPicPr>
          <p:cNvPr id="6" name="Afbeelding 8" descr="http://vignette3.wikia.nocookie.net/gtawiki/images/c/c9/Computer_Icon.png/revision/latest?cb=20100421004434">
            <a:extLst>
              <a:ext uri="{FF2B5EF4-FFF2-40B4-BE49-F238E27FC236}">
                <a16:creationId xmlns:a16="http://schemas.microsoft.com/office/drawing/2014/main" id="{AB06DAC8-D6AE-EB32-4861-9E7A15ED573E}"/>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7382410" y="3065659"/>
            <a:ext cx="1033705" cy="1041960"/>
          </a:xfrm>
          <a:prstGeom prst="rect">
            <a:avLst/>
          </a:prstGeom>
          <a:noFill/>
          <a:ln>
            <a:noFill/>
          </a:ln>
        </p:spPr>
      </p:pic>
      <p:pic>
        <p:nvPicPr>
          <p:cNvPr id="7" name="Afbeelding 10" descr="http://vignette3.wikia.nocookie.net/gtawiki/images/c/c9/Computer_Icon.png/revision/latest?cb=20100421004434">
            <a:extLst>
              <a:ext uri="{FF2B5EF4-FFF2-40B4-BE49-F238E27FC236}">
                <a16:creationId xmlns:a16="http://schemas.microsoft.com/office/drawing/2014/main" id="{78670119-9313-8497-D128-4018469308D2}"/>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4362298" y="5319462"/>
            <a:ext cx="1033705" cy="1041960"/>
          </a:xfrm>
          <a:prstGeom prst="rect">
            <a:avLst/>
          </a:prstGeom>
          <a:noFill/>
          <a:ln>
            <a:noFill/>
          </a:ln>
        </p:spPr>
      </p:pic>
      <p:pic>
        <p:nvPicPr>
          <p:cNvPr id="8" name="Afbeelding 11" descr="http://vignette3.wikia.nocookie.net/gtawiki/images/c/c9/Computer_Icon.png/revision/latest?cb=20100421004434">
            <a:extLst>
              <a:ext uri="{FF2B5EF4-FFF2-40B4-BE49-F238E27FC236}">
                <a16:creationId xmlns:a16="http://schemas.microsoft.com/office/drawing/2014/main" id="{7545D6D1-CA52-875A-9547-A4EBC5E06A1B}"/>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6793051" y="5330330"/>
            <a:ext cx="1033705" cy="1041960"/>
          </a:xfrm>
          <a:prstGeom prst="rect">
            <a:avLst/>
          </a:prstGeom>
          <a:noFill/>
          <a:ln>
            <a:noFill/>
          </a:ln>
        </p:spPr>
      </p:pic>
      <p:cxnSp>
        <p:nvCxnSpPr>
          <p:cNvPr id="9" name="Rechte verbindingslijn 12">
            <a:extLst>
              <a:ext uri="{FF2B5EF4-FFF2-40B4-BE49-F238E27FC236}">
                <a16:creationId xmlns:a16="http://schemas.microsoft.com/office/drawing/2014/main" id="{DB786036-BDE4-7083-0F25-57C302C94499}"/>
              </a:ext>
            </a:extLst>
          </p:cNvPr>
          <p:cNvCxnSpPr/>
          <p:nvPr/>
        </p:nvCxnSpPr>
        <p:spPr>
          <a:xfrm flipV="1">
            <a:off x="4473192" y="2114885"/>
            <a:ext cx="1004199" cy="914532"/>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0" name="Rechte verbindingslijn 13">
            <a:extLst>
              <a:ext uri="{FF2B5EF4-FFF2-40B4-BE49-F238E27FC236}">
                <a16:creationId xmlns:a16="http://schemas.microsoft.com/office/drawing/2014/main" id="{FC112F2A-5A9F-AC68-91ED-8654E06CA7AB}"/>
              </a:ext>
            </a:extLst>
          </p:cNvPr>
          <p:cNvCxnSpPr/>
          <p:nvPr/>
        </p:nvCxnSpPr>
        <p:spPr>
          <a:xfrm>
            <a:off x="6591372" y="2195556"/>
            <a:ext cx="834882" cy="897803"/>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1" name="Rechte verbindingslijn 14">
            <a:extLst>
              <a:ext uri="{FF2B5EF4-FFF2-40B4-BE49-F238E27FC236}">
                <a16:creationId xmlns:a16="http://schemas.microsoft.com/office/drawing/2014/main" id="{E11BFB7F-7E7D-1245-543D-873F0D2DDAF4}"/>
              </a:ext>
            </a:extLst>
          </p:cNvPr>
          <p:cNvCxnSpPr/>
          <p:nvPr/>
        </p:nvCxnSpPr>
        <p:spPr>
          <a:xfrm flipV="1">
            <a:off x="7413745" y="4169989"/>
            <a:ext cx="279201" cy="1135610"/>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2" name="Rechte verbindingslijn 16">
            <a:extLst>
              <a:ext uri="{FF2B5EF4-FFF2-40B4-BE49-F238E27FC236}">
                <a16:creationId xmlns:a16="http://schemas.microsoft.com/office/drawing/2014/main" id="{E30DC5DD-BB48-9469-12C5-560180694551}"/>
              </a:ext>
            </a:extLst>
          </p:cNvPr>
          <p:cNvCxnSpPr/>
          <p:nvPr/>
        </p:nvCxnSpPr>
        <p:spPr>
          <a:xfrm flipV="1">
            <a:off x="5477391" y="5823024"/>
            <a:ext cx="1265867" cy="17418"/>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3" name="Rechte verbindingslijn 38">
            <a:extLst>
              <a:ext uri="{FF2B5EF4-FFF2-40B4-BE49-F238E27FC236}">
                <a16:creationId xmlns:a16="http://schemas.microsoft.com/office/drawing/2014/main" id="{6D58AB14-E10F-321C-C718-5FFADB07EC69}"/>
              </a:ext>
            </a:extLst>
          </p:cNvPr>
          <p:cNvCxnSpPr/>
          <p:nvPr/>
        </p:nvCxnSpPr>
        <p:spPr>
          <a:xfrm flipH="1" flipV="1">
            <a:off x="4255490" y="4101931"/>
            <a:ext cx="433543" cy="1228399"/>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47708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par>
                                <p:cTn id="20" presetID="10" presetClass="entr" presetSubtype="0" fill="hold"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par>
                                <p:cTn id="23" presetID="10" presetClass="entr" presetSubtype="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par>
                                <p:cTn id="26" presetID="10" presetClass="entr" presetSubtype="0" fill="hold"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par>
                                <p:cTn id="29" presetID="10" presetClass="entr" presetSubtype="0"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par>
                                <p:cTn id="32" presetID="10" presetClass="entr" presetSubtype="0" fill="hold"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80D494-3E2A-F887-F859-CA871366403F}"/>
              </a:ext>
            </a:extLst>
          </p:cNvPr>
          <p:cNvSpPr>
            <a:spLocks noGrp="1"/>
          </p:cNvSpPr>
          <p:nvPr>
            <p:ph type="title"/>
          </p:nvPr>
        </p:nvSpPr>
        <p:spPr/>
        <p:txBody>
          <a:bodyPr/>
          <a:lstStyle/>
          <a:p>
            <a:r>
              <a:rPr lang="en-US" dirty="0" err="1"/>
              <a:t>Busnetwerk</a:t>
            </a:r>
            <a:endParaRPr lang="LID4096" dirty="0"/>
          </a:p>
        </p:txBody>
      </p:sp>
      <p:pic>
        <p:nvPicPr>
          <p:cNvPr id="4" name="Afbeelding 6" descr="http://vignette3.wikia.nocookie.net/gtawiki/images/c/c9/Computer_Icon.png/revision/latest?cb=20100421004434">
            <a:extLst>
              <a:ext uri="{FF2B5EF4-FFF2-40B4-BE49-F238E27FC236}">
                <a16:creationId xmlns:a16="http://schemas.microsoft.com/office/drawing/2014/main" id="{B180798F-72C7-AF49-EA02-232E8FE80FA0}"/>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4352583" y="3243079"/>
            <a:ext cx="1033705" cy="1041960"/>
          </a:xfrm>
          <a:prstGeom prst="rect">
            <a:avLst/>
          </a:prstGeom>
          <a:noFill/>
          <a:ln>
            <a:noFill/>
          </a:ln>
        </p:spPr>
      </p:pic>
      <p:pic>
        <p:nvPicPr>
          <p:cNvPr id="5" name="Afbeelding 8" descr="http://vignette3.wikia.nocookie.net/gtawiki/images/c/c9/Computer_Icon.png/revision/latest?cb=20100421004434">
            <a:extLst>
              <a:ext uri="{FF2B5EF4-FFF2-40B4-BE49-F238E27FC236}">
                <a16:creationId xmlns:a16="http://schemas.microsoft.com/office/drawing/2014/main" id="{48716CD2-F272-D91A-0B05-B78168D0587C}"/>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7260792" y="2069866"/>
            <a:ext cx="1033705" cy="1041960"/>
          </a:xfrm>
          <a:prstGeom prst="rect">
            <a:avLst/>
          </a:prstGeom>
          <a:noFill/>
          <a:ln>
            <a:noFill/>
          </a:ln>
        </p:spPr>
      </p:pic>
      <p:pic>
        <p:nvPicPr>
          <p:cNvPr id="6" name="Afbeelding 10" descr="http://vignette3.wikia.nocookie.net/gtawiki/images/c/c9/Computer_Icon.png/revision/latest?cb=20100421004434">
            <a:extLst>
              <a:ext uri="{FF2B5EF4-FFF2-40B4-BE49-F238E27FC236}">
                <a16:creationId xmlns:a16="http://schemas.microsoft.com/office/drawing/2014/main" id="{407DCFE3-9151-F326-DC3A-9DE29916F901}"/>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4351951" y="5257889"/>
            <a:ext cx="1033705" cy="1041960"/>
          </a:xfrm>
          <a:prstGeom prst="rect">
            <a:avLst/>
          </a:prstGeom>
          <a:noFill/>
          <a:ln>
            <a:noFill/>
          </a:ln>
        </p:spPr>
      </p:pic>
      <p:pic>
        <p:nvPicPr>
          <p:cNvPr id="7" name="Afbeelding 11" descr="http://vignette3.wikia.nocookie.net/gtawiki/images/c/c9/Computer_Icon.png/revision/latest?cb=20100421004434">
            <a:extLst>
              <a:ext uri="{FF2B5EF4-FFF2-40B4-BE49-F238E27FC236}">
                <a16:creationId xmlns:a16="http://schemas.microsoft.com/office/drawing/2014/main" id="{60896EE2-5ECE-B338-FD2B-F7D1619D7C42}"/>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7289633" y="4266897"/>
            <a:ext cx="1033705" cy="1041960"/>
          </a:xfrm>
          <a:prstGeom prst="rect">
            <a:avLst/>
          </a:prstGeom>
          <a:noFill/>
          <a:ln>
            <a:noFill/>
          </a:ln>
        </p:spPr>
      </p:pic>
      <p:cxnSp>
        <p:nvCxnSpPr>
          <p:cNvPr id="8" name="Rechte verbindingslijn 13">
            <a:extLst>
              <a:ext uri="{FF2B5EF4-FFF2-40B4-BE49-F238E27FC236}">
                <a16:creationId xmlns:a16="http://schemas.microsoft.com/office/drawing/2014/main" id="{58A52B81-C7CC-15D8-C631-6B9C217F414F}"/>
              </a:ext>
            </a:extLst>
          </p:cNvPr>
          <p:cNvCxnSpPr/>
          <p:nvPr/>
        </p:nvCxnSpPr>
        <p:spPr>
          <a:xfrm>
            <a:off x="6333134" y="1187446"/>
            <a:ext cx="1348" cy="4918086"/>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 name="Rechte verbindingslijn 38">
            <a:extLst>
              <a:ext uri="{FF2B5EF4-FFF2-40B4-BE49-F238E27FC236}">
                <a16:creationId xmlns:a16="http://schemas.microsoft.com/office/drawing/2014/main" id="{7D39B784-49FC-4E6C-ADB5-204866A66F14}"/>
              </a:ext>
            </a:extLst>
          </p:cNvPr>
          <p:cNvCxnSpPr/>
          <p:nvPr/>
        </p:nvCxnSpPr>
        <p:spPr>
          <a:xfrm flipH="1">
            <a:off x="5471882" y="3757137"/>
            <a:ext cx="861252" cy="6922"/>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0" name="Rechte verbindingslijn 28">
            <a:extLst>
              <a:ext uri="{FF2B5EF4-FFF2-40B4-BE49-F238E27FC236}">
                <a16:creationId xmlns:a16="http://schemas.microsoft.com/office/drawing/2014/main" id="{F0DC909D-3B28-DCE9-B630-E47AC3E765C1}"/>
              </a:ext>
            </a:extLst>
          </p:cNvPr>
          <p:cNvCxnSpPr/>
          <p:nvPr/>
        </p:nvCxnSpPr>
        <p:spPr>
          <a:xfrm flipH="1">
            <a:off x="5480702" y="1556012"/>
            <a:ext cx="861252" cy="6922"/>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1" name="Rechte verbindingslijn 29">
            <a:extLst>
              <a:ext uri="{FF2B5EF4-FFF2-40B4-BE49-F238E27FC236}">
                <a16:creationId xmlns:a16="http://schemas.microsoft.com/office/drawing/2014/main" id="{E2CCC99D-78B8-F7BE-B2C4-A52E5AA5441E}"/>
              </a:ext>
            </a:extLst>
          </p:cNvPr>
          <p:cNvCxnSpPr/>
          <p:nvPr/>
        </p:nvCxnSpPr>
        <p:spPr>
          <a:xfrm flipH="1">
            <a:off x="5471882" y="5778869"/>
            <a:ext cx="861252" cy="6922"/>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2" name="Rechte verbindingslijn 30">
            <a:extLst>
              <a:ext uri="{FF2B5EF4-FFF2-40B4-BE49-F238E27FC236}">
                <a16:creationId xmlns:a16="http://schemas.microsoft.com/office/drawing/2014/main" id="{BB1C8326-26C6-FFF6-FBA6-B72153D854F8}"/>
              </a:ext>
            </a:extLst>
          </p:cNvPr>
          <p:cNvCxnSpPr/>
          <p:nvPr/>
        </p:nvCxnSpPr>
        <p:spPr>
          <a:xfrm flipH="1">
            <a:off x="6333134" y="4768003"/>
            <a:ext cx="861252" cy="6922"/>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3" name="Rechte verbindingslijn 31">
            <a:extLst>
              <a:ext uri="{FF2B5EF4-FFF2-40B4-BE49-F238E27FC236}">
                <a16:creationId xmlns:a16="http://schemas.microsoft.com/office/drawing/2014/main" id="{D268A566-E5EB-4CD1-4D97-3A0BDDED22EB}"/>
              </a:ext>
            </a:extLst>
          </p:cNvPr>
          <p:cNvCxnSpPr/>
          <p:nvPr/>
        </p:nvCxnSpPr>
        <p:spPr>
          <a:xfrm flipH="1">
            <a:off x="6333134" y="2587385"/>
            <a:ext cx="861252" cy="6922"/>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14" name="Gelijkbenige driehoek 32">
            <a:extLst>
              <a:ext uri="{FF2B5EF4-FFF2-40B4-BE49-F238E27FC236}">
                <a16:creationId xmlns:a16="http://schemas.microsoft.com/office/drawing/2014/main" id="{7A902292-6664-5CF2-67BD-861A1CF811D8}"/>
              </a:ext>
            </a:extLst>
          </p:cNvPr>
          <p:cNvSpPr/>
          <p:nvPr/>
        </p:nvSpPr>
        <p:spPr>
          <a:xfrm rot="10800000">
            <a:off x="6189118" y="1083697"/>
            <a:ext cx="288032" cy="288032"/>
          </a:xfrm>
          <a:prstGeom prst="triangl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5" name="Gelijkbenige driehoek 33">
            <a:extLst>
              <a:ext uri="{FF2B5EF4-FFF2-40B4-BE49-F238E27FC236}">
                <a16:creationId xmlns:a16="http://schemas.microsoft.com/office/drawing/2014/main" id="{89015ADE-C432-AECA-9E85-22D78133AB6D}"/>
              </a:ext>
            </a:extLst>
          </p:cNvPr>
          <p:cNvSpPr/>
          <p:nvPr/>
        </p:nvSpPr>
        <p:spPr>
          <a:xfrm>
            <a:off x="6189118" y="6011817"/>
            <a:ext cx="288032" cy="288032"/>
          </a:xfrm>
          <a:prstGeom prst="triangl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pic>
        <p:nvPicPr>
          <p:cNvPr id="16" name="Afbeelding 8" descr="http://vignette3.wikia.nocookie.net/gtawiki/images/c/c9/Computer_Icon.png/revision/latest?cb=20100421004434">
            <a:extLst>
              <a:ext uri="{FF2B5EF4-FFF2-40B4-BE49-F238E27FC236}">
                <a16:creationId xmlns:a16="http://schemas.microsoft.com/office/drawing/2014/main" id="{AEDB291F-F04A-71CF-D843-DF4E57BF7CA6}"/>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4351951" y="1027906"/>
            <a:ext cx="1033705" cy="1041960"/>
          </a:xfrm>
          <a:prstGeom prst="rect">
            <a:avLst/>
          </a:prstGeom>
          <a:noFill/>
          <a:ln>
            <a:noFill/>
          </a:ln>
        </p:spPr>
      </p:pic>
      <p:sp>
        <p:nvSpPr>
          <p:cNvPr id="17" name="TextBox 16">
            <a:extLst>
              <a:ext uri="{FF2B5EF4-FFF2-40B4-BE49-F238E27FC236}">
                <a16:creationId xmlns:a16="http://schemas.microsoft.com/office/drawing/2014/main" id="{D2AAE806-817B-6522-0F65-F8DDA134C8A1}"/>
              </a:ext>
            </a:extLst>
          </p:cNvPr>
          <p:cNvSpPr txBox="1"/>
          <p:nvPr/>
        </p:nvSpPr>
        <p:spPr>
          <a:xfrm>
            <a:off x="6477150" y="962890"/>
            <a:ext cx="2243016" cy="461665"/>
          </a:xfrm>
          <a:prstGeom prst="rect">
            <a:avLst/>
          </a:prstGeom>
          <a:noFill/>
        </p:spPr>
        <p:txBody>
          <a:bodyPr wrap="square" rtlCol="0">
            <a:spAutoFit/>
          </a:bodyPr>
          <a:lstStyle/>
          <a:p>
            <a:r>
              <a:rPr lang="en-US" sz="2400" b="1" dirty="0"/>
              <a:t>Terminator</a:t>
            </a:r>
            <a:endParaRPr lang="LID4096" sz="2400" b="1" dirty="0"/>
          </a:p>
        </p:txBody>
      </p:sp>
      <p:sp>
        <p:nvSpPr>
          <p:cNvPr id="18" name="TextBox 17">
            <a:extLst>
              <a:ext uri="{FF2B5EF4-FFF2-40B4-BE49-F238E27FC236}">
                <a16:creationId xmlns:a16="http://schemas.microsoft.com/office/drawing/2014/main" id="{43FD8B8B-0289-F069-2387-4AF6C437E749}"/>
              </a:ext>
            </a:extLst>
          </p:cNvPr>
          <p:cNvSpPr txBox="1"/>
          <p:nvPr/>
        </p:nvSpPr>
        <p:spPr>
          <a:xfrm>
            <a:off x="6477150" y="5990540"/>
            <a:ext cx="2243016" cy="461665"/>
          </a:xfrm>
          <a:prstGeom prst="rect">
            <a:avLst/>
          </a:prstGeom>
          <a:noFill/>
        </p:spPr>
        <p:txBody>
          <a:bodyPr wrap="square" rtlCol="0">
            <a:spAutoFit/>
          </a:bodyPr>
          <a:lstStyle/>
          <a:p>
            <a:r>
              <a:rPr lang="en-US" sz="2400" b="1" dirty="0"/>
              <a:t>Terminator</a:t>
            </a:r>
            <a:endParaRPr lang="LID4096" sz="2400" b="1" dirty="0"/>
          </a:p>
        </p:txBody>
      </p:sp>
    </p:spTree>
    <p:extLst>
      <p:ext uri="{BB962C8B-B14F-4D97-AF65-F5344CB8AC3E}">
        <p14:creationId xmlns:p14="http://schemas.microsoft.com/office/powerpoint/2010/main" val="2187947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par>
                                <p:cTn id="20" presetID="10" presetClass="entr" presetSubtype="0" fill="hold"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par>
                                <p:cTn id="23" presetID="10" presetClass="entr" presetSubtype="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par>
                                <p:cTn id="26" presetID="10" presetClass="entr" presetSubtype="0" fill="hold"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par>
                                <p:cTn id="29" presetID="10" presetClass="entr" presetSubtype="0"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par>
                                <p:cTn id="32" presetID="10" presetClass="entr" presetSubtype="0" fill="hold"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00"/>
                                        <p:tgtEl>
                                          <p:spTgt spid="13"/>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00"/>
                                        <p:tgtEl>
                                          <p:spTgt spid="15"/>
                                        </p:tgtEl>
                                      </p:cBhvr>
                                    </p:animEffect>
                                  </p:childTnLst>
                                </p:cTn>
                              </p:par>
                              <p:par>
                                <p:cTn id="41" presetID="10" presetClass="entr" presetSubtype="0" fill="hold"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A4A8D6-D2CC-A5FD-83EC-FAB9AC3A6C5F}"/>
              </a:ext>
            </a:extLst>
          </p:cNvPr>
          <p:cNvSpPr>
            <a:spLocks noGrp="1"/>
          </p:cNvSpPr>
          <p:nvPr>
            <p:ph type="title"/>
          </p:nvPr>
        </p:nvSpPr>
        <p:spPr/>
        <p:txBody>
          <a:bodyPr/>
          <a:lstStyle/>
          <a:p>
            <a:r>
              <a:rPr lang="en-US" dirty="0" err="1"/>
              <a:t>Sternetwerk</a:t>
            </a:r>
            <a:endParaRPr lang="LID4096" dirty="0"/>
          </a:p>
        </p:txBody>
      </p:sp>
      <p:pic>
        <p:nvPicPr>
          <p:cNvPr id="4" name="Afbeelding 6" descr="http://vignette3.wikia.nocookie.net/gtawiki/images/c/c9/Computer_Icon.png/revision/latest?cb=20100421004434">
            <a:extLst>
              <a:ext uri="{FF2B5EF4-FFF2-40B4-BE49-F238E27FC236}">
                <a16:creationId xmlns:a16="http://schemas.microsoft.com/office/drawing/2014/main" id="{FDA5C861-F2B2-41EF-5FD2-D81317D33353}"/>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3403761" y="3180557"/>
            <a:ext cx="1033705" cy="1041960"/>
          </a:xfrm>
          <a:prstGeom prst="rect">
            <a:avLst/>
          </a:prstGeom>
          <a:noFill/>
          <a:ln>
            <a:noFill/>
          </a:ln>
        </p:spPr>
      </p:pic>
      <p:pic>
        <p:nvPicPr>
          <p:cNvPr id="5" name="Afbeelding 7" descr="http://vignette3.wikia.nocookie.net/gtawiki/images/c/c9/Computer_Icon.png/revision/latest?cb=20100421004434">
            <a:extLst>
              <a:ext uri="{FF2B5EF4-FFF2-40B4-BE49-F238E27FC236}">
                <a16:creationId xmlns:a16="http://schemas.microsoft.com/office/drawing/2014/main" id="{124AC8FB-1D08-9EB1-220B-9CD5CF904BBF}"/>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5319969" y="1290293"/>
            <a:ext cx="1033705" cy="1041960"/>
          </a:xfrm>
          <a:prstGeom prst="rect">
            <a:avLst/>
          </a:prstGeom>
          <a:noFill/>
          <a:ln>
            <a:noFill/>
          </a:ln>
        </p:spPr>
      </p:pic>
      <p:pic>
        <p:nvPicPr>
          <p:cNvPr id="6" name="Afbeelding 8" descr="http://vignette3.wikia.nocookie.net/gtawiki/images/c/c9/Computer_Icon.png/revision/latest?cb=20100421004434">
            <a:extLst>
              <a:ext uri="{FF2B5EF4-FFF2-40B4-BE49-F238E27FC236}">
                <a16:creationId xmlns:a16="http://schemas.microsoft.com/office/drawing/2014/main" id="{161B5F8C-C614-0F10-B28A-9531F72A1725}"/>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7123232" y="3186244"/>
            <a:ext cx="1033705" cy="1041960"/>
          </a:xfrm>
          <a:prstGeom prst="rect">
            <a:avLst/>
          </a:prstGeom>
          <a:noFill/>
          <a:ln>
            <a:noFill/>
          </a:ln>
        </p:spPr>
      </p:pic>
      <p:pic>
        <p:nvPicPr>
          <p:cNvPr id="7" name="Afbeelding 10" descr="http://vignette3.wikia.nocookie.net/gtawiki/images/c/c9/Computer_Icon.png/revision/latest?cb=20100421004434">
            <a:extLst>
              <a:ext uri="{FF2B5EF4-FFF2-40B4-BE49-F238E27FC236}">
                <a16:creationId xmlns:a16="http://schemas.microsoft.com/office/drawing/2014/main" id="{5502342D-1657-ED2A-104B-F9BF48C07BCF}"/>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4103120" y="5440047"/>
            <a:ext cx="1033705" cy="1041960"/>
          </a:xfrm>
          <a:prstGeom prst="rect">
            <a:avLst/>
          </a:prstGeom>
          <a:noFill/>
          <a:ln>
            <a:noFill/>
          </a:ln>
        </p:spPr>
      </p:pic>
      <p:pic>
        <p:nvPicPr>
          <p:cNvPr id="8" name="Afbeelding 11" descr="http://vignette3.wikia.nocookie.net/gtawiki/images/c/c9/Computer_Icon.png/revision/latest?cb=20100421004434">
            <a:extLst>
              <a:ext uri="{FF2B5EF4-FFF2-40B4-BE49-F238E27FC236}">
                <a16:creationId xmlns:a16="http://schemas.microsoft.com/office/drawing/2014/main" id="{37A9D851-628F-4133-6B44-FF6C754037F8}"/>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6533873" y="5450915"/>
            <a:ext cx="1033705" cy="1041960"/>
          </a:xfrm>
          <a:prstGeom prst="rect">
            <a:avLst/>
          </a:prstGeom>
          <a:noFill/>
          <a:ln>
            <a:noFill/>
          </a:ln>
        </p:spPr>
      </p:pic>
      <p:cxnSp>
        <p:nvCxnSpPr>
          <p:cNvPr id="9" name="Rechte verbindingslijn 12">
            <a:extLst>
              <a:ext uri="{FF2B5EF4-FFF2-40B4-BE49-F238E27FC236}">
                <a16:creationId xmlns:a16="http://schemas.microsoft.com/office/drawing/2014/main" id="{CCC0F542-E40A-B9C6-A698-BC274432D57E}"/>
              </a:ext>
            </a:extLst>
          </p:cNvPr>
          <p:cNvCxnSpPr/>
          <p:nvPr/>
        </p:nvCxnSpPr>
        <p:spPr>
          <a:xfrm flipH="1" flipV="1">
            <a:off x="5836821" y="2415642"/>
            <a:ext cx="14325" cy="1134141"/>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0" name="Rechte verbindingslijn 13">
            <a:extLst>
              <a:ext uri="{FF2B5EF4-FFF2-40B4-BE49-F238E27FC236}">
                <a16:creationId xmlns:a16="http://schemas.microsoft.com/office/drawing/2014/main" id="{3DBA4A74-B72A-9914-A8FF-5B0FE182FF13}"/>
              </a:ext>
            </a:extLst>
          </p:cNvPr>
          <p:cNvCxnSpPr/>
          <p:nvPr/>
        </p:nvCxnSpPr>
        <p:spPr>
          <a:xfrm>
            <a:off x="5999163" y="4242487"/>
            <a:ext cx="736773" cy="1150595"/>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1" name="Rechte verbindingslijn 14">
            <a:extLst>
              <a:ext uri="{FF2B5EF4-FFF2-40B4-BE49-F238E27FC236}">
                <a16:creationId xmlns:a16="http://schemas.microsoft.com/office/drawing/2014/main" id="{F0F8E611-A17D-5922-E8D7-E19C7AAF96B3}"/>
              </a:ext>
            </a:extLst>
          </p:cNvPr>
          <p:cNvCxnSpPr/>
          <p:nvPr/>
        </p:nvCxnSpPr>
        <p:spPr>
          <a:xfrm flipV="1">
            <a:off x="6367549" y="3796713"/>
            <a:ext cx="683176" cy="31102"/>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2" name="Rechte verbindingslijn 16">
            <a:extLst>
              <a:ext uri="{FF2B5EF4-FFF2-40B4-BE49-F238E27FC236}">
                <a16:creationId xmlns:a16="http://schemas.microsoft.com/office/drawing/2014/main" id="{E4A67503-65A1-53DD-FBE1-D988E3BD20AD}"/>
              </a:ext>
            </a:extLst>
          </p:cNvPr>
          <p:cNvCxnSpPr/>
          <p:nvPr/>
        </p:nvCxnSpPr>
        <p:spPr>
          <a:xfrm flipV="1">
            <a:off x="4786820" y="4350542"/>
            <a:ext cx="683730" cy="957285"/>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3" name="Rechte verbindingslijn 38">
            <a:extLst>
              <a:ext uri="{FF2B5EF4-FFF2-40B4-BE49-F238E27FC236}">
                <a16:creationId xmlns:a16="http://schemas.microsoft.com/office/drawing/2014/main" id="{99B5F6F4-F3CF-1F45-B2FE-27EA88ED584B}"/>
              </a:ext>
            </a:extLst>
          </p:cNvPr>
          <p:cNvCxnSpPr/>
          <p:nvPr/>
        </p:nvCxnSpPr>
        <p:spPr>
          <a:xfrm flipH="1" flipV="1">
            <a:off x="4591124" y="3812265"/>
            <a:ext cx="728845" cy="15550"/>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pic>
        <p:nvPicPr>
          <p:cNvPr id="14" name="Afbeelding 25" descr="http://www.clker.com/cliparts/b/X/g/A/u/c/switch-blue-hi.png">
            <a:extLst>
              <a:ext uri="{FF2B5EF4-FFF2-40B4-BE49-F238E27FC236}">
                <a16:creationId xmlns:a16="http://schemas.microsoft.com/office/drawing/2014/main" id="{26ACDA1B-5339-323B-711E-C190009D6E67}"/>
              </a:ext>
            </a:extLst>
          </p:cNvPr>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470550" y="3729954"/>
            <a:ext cx="703955" cy="440417"/>
          </a:xfrm>
          <a:prstGeom prst="rect">
            <a:avLst/>
          </a:prstGeom>
          <a:noFill/>
          <a:ln>
            <a:noFill/>
          </a:ln>
        </p:spPr>
      </p:pic>
    </p:spTree>
    <p:extLst>
      <p:ext uri="{BB962C8B-B14F-4D97-AF65-F5344CB8AC3E}">
        <p14:creationId xmlns:p14="http://schemas.microsoft.com/office/powerpoint/2010/main" val="2156947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par>
                                <p:cTn id="20" presetID="10" presetClass="entr" presetSubtype="0" fill="hold"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par>
                                <p:cTn id="23" presetID="10" presetClass="entr" presetSubtype="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par>
                                <p:cTn id="26" presetID="10" presetClass="entr" presetSubtype="0" fill="hold"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par>
                                <p:cTn id="29" presetID="10" presetClass="entr" presetSubtype="0"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par>
                                <p:cTn id="32" presetID="10" presetClass="entr" presetSubtype="0" fill="hold"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95F858-D7D4-4BB7-2F7B-9F9288DC3FB0}"/>
              </a:ext>
            </a:extLst>
          </p:cNvPr>
          <p:cNvSpPr>
            <a:spLocks noGrp="1"/>
          </p:cNvSpPr>
          <p:nvPr>
            <p:ph type="title"/>
          </p:nvPr>
        </p:nvSpPr>
        <p:spPr/>
        <p:txBody>
          <a:bodyPr/>
          <a:lstStyle/>
          <a:p>
            <a:r>
              <a:rPr lang="en-US" dirty="0" err="1"/>
              <a:t>Boomtopologie</a:t>
            </a:r>
            <a:r>
              <a:rPr lang="en-US" dirty="0"/>
              <a:t> – </a:t>
            </a:r>
            <a:r>
              <a:rPr lang="en-US" dirty="0" err="1"/>
              <a:t>Hiërarchishe</a:t>
            </a:r>
            <a:r>
              <a:rPr lang="en-US" dirty="0"/>
              <a:t> </a:t>
            </a:r>
            <a:r>
              <a:rPr lang="en-US" dirty="0" err="1"/>
              <a:t>stertopologie</a:t>
            </a:r>
            <a:endParaRPr lang="LID4096" dirty="0"/>
          </a:p>
        </p:txBody>
      </p:sp>
      <p:cxnSp>
        <p:nvCxnSpPr>
          <p:cNvPr id="4" name="Rechte verbindingslijn 6">
            <a:extLst>
              <a:ext uri="{FF2B5EF4-FFF2-40B4-BE49-F238E27FC236}">
                <a16:creationId xmlns:a16="http://schemas.microsoft.com/office/drawing/2014/main" id="{4E7BD373-1A16-B91D-AC91-6A8A0E5DE113}"/>
              </a:ext>
            </a:extLst>
          </p:cNvPr>
          <p:cNvCxnSpPr/>
          <p:nvPr/>
        </p:nvCxnSpPr>
        <p:spPr>
          <a:xfrm flipV="1">
            <a:off x="6061869" y="2735721"/>
            <a:ext cx="11024" cy="2528425"/>
          </a:xfrm>
          <a:prstGeom prst="line">
            <a:avLst/>
          </a:prstGeom>
          <a:ln w="28575">
            <a:solidFill>
              <a:schemeClr val="accent4">
                <a:lumMod val="40000"/>
                <a:lumOff val="60000"/>
              </a:schemeClr>
            </a:solidFill>
          </a:ln>
        </p:spPr>
        <p:style>
          <a:lnRef idx="1">
            <a:schemeClr val="accent4"/>
          </a:lnRef>
          <a:fillRef idx="0">
            <a:schemeClr val="accent4"/>
          </a:fillRef>
          <a:effectRef idx="0">
            <a:schemeClr val="accent4"/>
          </a:effectRef>
          <a:fontRef idx="minor">
            <a:schemeClr val="tx1"/>
          </a:fontRef>
        </p:style>
      </p:cxnSp>
      <p:cxnSp>
        <p:nvCxnSpPr>
          <p:cNvPr id="5" name="Rechte verbindingslijn 7">
            <a:extLst>
              <a:ext uri="{FF2B5EF4-FFF2-40B4-BE49-F238E27FC236}">
                <a16:creationId xmlns:a16="http://schemas.microsoft.com/office/drawing/2014/main" id="{AED02F0C-2B91-B1B5-F285-5CAAC644FE27}"/>
              </a:ext>
            </a:extLst>
          </p:cNvPr>
          <p:cNvCxnSpPr/>
          <p:nvPr/>
        </p:nvCxnSpPr>
        <p:spPr>
          <a:xfrm flipH="1" flipV="1">
            <a:off x="3420445" y="2755241"/>
            <a:ext cx="5392655" cy="3437"/>
          </a:xfrm>
          <a:prstGeom prst="line">
            <a:avLst/>
          </a:prstGeom>
          <a:ln w="28575">
            <a:solidFill>
              <a:schemeClr val="accent4">
                <a:lumMod val="40000"/>
                <a:lumOff val="60000"/>
              </a:schemeClr>
            </a:solidFill>
          </a:ln>
        </p:spPr>
        <p:style>
          <a:lnRef idx="1">
            <a:schemeClr val="accent4"/>
          </a:lnRef>
          <a:fillRef idx="0">
            <a:schemeClr val="accent4"/>
          </a:fillRef>
          <a:effectRef idx="0">
            <a:schemeClr val="accent4"/>
          </a:effectRef>
          <a:fontRef idx="minor">
            <a:schemeClr val="tx1"/>
          </a:fontRef>
        </p:style>
      </p:cxnSp>
      <p:cxnSp>
        <p:nvCxnSpPr>
          <p:cNvPr id="6" name="Rechte verbindingslijn 8">
            <a:extLst>
              <a:ext uri="{FF2B5EF4-FFF2-40B4-BE49-F238E27FC236}">
                <a16:creationId xmlns:a16="http://schemas.microsoft.com/office/drawing/2014/main" id="{843DDFD8-3306-3C13-5653-2EEBEDF46235}"/>
              </a:ext>
            </a:extLst>
          </p:cNvPr>
          <p:cNvCxnSpPr/>
          <p:nvPr/>
        </p:nvCxnSpPr>
        <p:spPr>
          <a:xfrm flipV="1">
            <a:off x="3038750" y="2359694"/>
            <a:ext cx="765891" cy="752055"/>
          </a:xfrm>
          <a:prstGeom prst="line">
            <a:avLst/>
          </a:prstGeom>
          <a:ln w="28575">
            <a:solidFill>
              <a:schemeClr val="accent4">
                <a:lumMod val="40000"/>
                <a:lumOff val="60000"/>
              </a:schemeClr>
            </a:solidFill>
          </a:ln>
        </p:spPr>
        <p:style>
          <a:lnRef idx="1">
            <a:schemeClr val="accent4"/>
          </a:lnRef>
          <a:fillRef idx="0">
            <a:schemeClr val="accent4"/>
          </a:fillRef>
          <a:effectRef idx="0">
            <a:schemeClr val="accent4"/>
          </a:effectRef>
          <a:fontRef idx="minor">
            <a:schemeClr val="tx1"/>
          </a:fontRef>
        </p:style>
      </p:cxnSp>
      <p:pic>
        <p:nvPicPr>
          <p:cNvPr id="7" name="Afbeelding 10" descr="http://vignette3.wikia.nocookie.net/gtawiki/images/c/c9/Computer_Icon.png/revision/latest?cb=20100421004434">
            <a:extLst>
              <a:ext uri="{FF2B5EF4-FFF2-40B4-BE49-F238E27FC236}">
                <a16:creationId xmlns:a16="http://schemas.microsoft.com/office/drawing/2014/main" id="{EAE49552-70EF-3EE3-9FF5-7A31B78A0106}"/>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2527931" y="1797574"/>
            <a:ext cx="510819" cy="562120"/>
          </a:xfrm>
          <a:prstGeom prst="rect">
            <a:avLst/>
          </a:prstGeom>
          <a:noFill/>
          <a:ln>
            <a:noFill/>
          </a:ln>
        </p:spPr>
      </p:pic>
      <p:pic>
        <p:nvPicPr>
          <p:cNvPr id="8" name="Afbeelding 11" descr="http://vignette3.wikia.nocookie.net/gtawiki/images/c/c9/Computer_Icon.png/revision/latest?cb=20100421004434">
            <a:extLst>
              <a:ext uri="{FF2B5EF4-FFF2-40B4-BE49-F238E27FC236}">
                <a16:creationId xmlns:a16="http://schemas.microsoft.com/office/drawing/2014/main" id="{EE4E88E5-8AE0-0FF6-3090-3BE8FEE18F95}"/>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3698684" y="1797574"/>
            <a:ext cx="510819" cy="562120"/>
          </a:xfrm>
          <a:prstGeom prst="rect">
            <a:avLst/>
          </a:prstGeom>
          <a:noFill/>
          <a:ln>
            <a:noFill/>
          </a:ln>
        </p:spPr>
      </p:pic>
      <p:pic>
        <p:nvPicPr>
          <p:cNvPr id="9" name="Afbeelding 12" descr="http://vignette3.wikia.nocookie.net/gtawiki/images/c/c9/Computer_Icon.png/revision/latest?cb=20100421004434">
            <a:extLst>
              <a:ext uri="{FF2B5EF4-FFF2-40B4-BE49-F238E27FC236}">
                <a16:creationId xmlns:a16="http://schemas.microsoft.com/office/drawing/2014/main" id="{3915AC8A-8B1A-2C17-D8E2-89B22912B424}"/>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2527931" y="3111749"/>
            <a:ext cx="510819" cy="562120"/>
          </a:xfrm>
          <a:prstGeom prst="rect">
            <a:avLst/>
          </a:prstGeom>
          <a:noFill/>
          <a:ln>
            <a:noFill/>
          </a:ln>
        </p:spPr>
      </p:pic>
      <p:pic>
        <p:nvPicPr>
          <p:cNvPr id="10" name="Afbeelding 13" descr="http://vignette3.wikia.nocookie.net/gtawiki/images/c/c9/Computer_Icon.png/revision/latest?cb=20100421004434">
            <a:extLst>
              <a:ext uri="{FF2B5EF4-FFF2-40B4-BE49-F238E27FC236}">
                <a16:creationId xmlns:a16="http://schemas.microsoft.com/office/drawing/2014/main" id="{797C284D-BA0A-7C42-C66E-EABD7F979F43}"/>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3698609" y="3091476"/>
            <a:ext cx="510819" cy="562120"/>
          </a:xfrm>
          <a:prstGeom prst="rect">
            <a:avLst/>
          </a:prstGeom>
          <a:noFill/>
          <a:ln>
            <a:noFill/>
          </a:ln>
        </p:spPr>
      </p:pic>
      <p:cxnSp>
        <p:nvCxnSpPr>
          <p:cNvPr id="11" name="Rechte verbindingslijn 14">
            <a:extLst>
              <a:ext uri="{FF2B5EF4-FFF2-40B4-BE49-F238E27FC236}">
                <a16:creationId xmlns:a16="http://schemas.microsoft.com/office/drawing/2014/main" id="{08A3798C-201B-047C-3BF5-6DE15F6A6DBC}"/>
              </a:ext>
            </a:extLst>
          </p:cNvPr>
          <p:cNvCxnSpPr/>
          <p:nvPr/>
        </p:nvCxnSpPr>
        <p:spPr>
          <a:xfrm flipH="1" flipV="1">
            <a:off x="2985734" y="2359694"/>
            <a:ext cx="764376" cy="752055"/>
          </a:xfrm>
          <a:prstGeom prst="line">
            <a:avLst/>
          </a:prstGeom>
          <a:ln w="28575">
            <a:solidFill>
              <a:schemeClr val="accent4">
                <a:lumMod val="40000"/>
                <a:lumOff val="60000"/>
              </a:schemeClr>
            </a:solidFill>
          </a:ln>
        </p:spPr>
        <p:style>
          <a:lnRef idx="1">
            <a:schemeClr val="accent4"/>
          </a:lnRef>
          <a:fillRef idx="0">
            <a:schemeClr val="accent4"/>
          </a:fillRef>
          <a:effectRef idx="0">
            <a:schemeClr val="accent4"/>
          </a:effectRef>
          <a:fontRef idx="minor">
            <a:schemeClr val="tx1"/>
          </a:fontRef>
        </p:style>
      </p:cxnSp>
      <p:pic>
        <p:nvPicPr>
          <p:cNvPr id="12" name="Afbeelding 15" descr="http://www.clker.com/cliparts/b/X/g/A/u/c/switch-blue-hi.png">
            <a:extLst>
              <a:ext uri="{FF2B5EF4-FFF2-40B4-BE49-F238E27FC236}">
                <a16:creationId xmlns:a16="http://schemas.microsoft.com/office/drawing/2014/main" id="{458AFB7F-CD19-B02D-C8DA-1D6477AE3CBC}"/>
              </a:ext>
            </a:extLst>
          </p:cNvPr>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192965" y="2603936"/>
            <a:ext cx="457460" cy="263570"/>
          </a:xfrm>
          <a:prstGeom prst="rect">
            <a:avLst/>
          </a:prstGeom>
          <a:noFill/>
          <a:ln>
            <a:noFill/>
          </a:ln>
        </p:spPr>
      </p:pic>
      <p:cxnSp>
        <p:nvCxnSpPr>
          <p:cNvPr id="13" name="Rechte verbindingslijn 16">
            <a:extLst>
              <a:ext uri="{FF2B5EF4-FFF2-40B4-BE49-F238E27FC236}">
                <a16:creationId xmlns:a16="http://schemas.microsoft.com/office/drawing/2014/main" id="{36D40C70-7D2D-57F3-CF39-2A5939C24608}"/>
              </a:ext>
            </a:extLst>
          </p:cNvPr>
          <p:cNvCxnSpPr/>
          <p:nvPr/>
        </p:nvCxnSpPr>
        <p:spPr>
          <a:xfrm flipV="1">
            <a:off x="8483928" y="2318193"/>
            <a:ext cx="765891" cy="752055"/>
          </a:xfrm>
          <a:prstGeom prst="line">
            <a:avLst/>
          </a:prstGeom>
          <a:ln w="28575">
            <a:solidFill>
              <a:schemeClr val="accent4">
                <a:lumMod val="40000"/>
                <a:lumOff val="60000"/>
              </a:schemeClr>
            </a:solidFill>
          </a:ln>
        </p:spPr>
        <p:style>
          <a:lnRef idx="1">
            <a:schemeClr val="accent4"/>
          </a:lnRef>
          <a:fillRef idx="0">
            <a:schemeClr val="accent4"/>
          </a:fillRef>
          <a:effectRef idx="0">
            <a:schemeClr val="accent4"/>
          </a:effectRef>
          <a:fontRef idx="minor">
            <a:schemeClr val="tx1"/>
          </a:fontRef>
        </p:style>
      </p:cxnSp>
      <p:pic>
        <p:nvPicPr>
          <p:cNvPr id="14" name="Afbeelding 17" descr="http://vignette3.wikia.nocookie.net/gtawiki/images/c/c9/Computer_Icon.png/revision/latest?cb=20100421004434">
            <a:extLst>
              <a:ext uri="{FF2B5EF4-FFF2-40B4-BE49-F238E27FC236}">
                <a16:creationId xmlns:a16="http://schemas.microsoft.com/office/drawing/2014/main" id="{C799BFFE-8AD9-70D1-A6AD-DFD36CE45E5E}"/>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7973109" y="1756073"/>
            <a:ext cx="510819" cy="562120"/>
          </a:xfrm>
          <a:prstGeom prst="rect">
            <a:avLst/>
          </a:prstGeom>
          <a:noFill/>
          <a:ln>
            <a:noFill/>
          </a:ln>
        </p:spPr>
      </p:pic>
      <p:pic>
        <p:nvPicPr>
          <p:cNvPr id="15" name="Afbeelding 18" descr="http://vignette3.wikia.nocookie.net/gtawiki/images/c/c9/Computer_Icon.png/revision/latest?cb=20100421004434">
            <a:extLst>
              <a:ext uri="{FF2B5EF4-FFF2-40B4-BE49-F238E27FC236}">
                <a16:creationId xmlns:a16="http://schemas.microsoft.com/office/drawing/2014/main" id="{AA363188-B26A-7351-2FDF-CF0E81FBFC9E}"/>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9143862" y="1756073"/>
            <a:ext cx="510819" cy="562120"/>
          </a:xfrm>
          <a:prstGeom prst="rect">
            <a:avLst/>
          </a:prstGeom>
          <a:noFill/>
          <a:ln>
            <a:noFill/>
          </a:ln>
        </p:spPr>
      </p:pic>
      <p:pic>
        <p:nvPicPr>
          <p:cNvPr id="16" name="Afbeelding 19" descr="http://vignette3.wikia.nocookie.net/gtawiki/images/c/c9/Computer_Icon.png/revision/latest?cb=20100421004434">
            <a:extLst>
              <a:ext uri="{FF2B5EF4-FFF2-40B4-BE49-F238E27FC236}">
                <a16:creationId xmlns:a16="http://schemas.microsoft.com/office/drawing/2014/main" id="{9821DE0B-2436-4116-AEEC-51B03D25069E}"/>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7973109" y="3070248"/>
            <a:ext cx="510819" cy="562120"/>
          </a:xfrm>
          <a:prstGeom prst="rect">
            <a:avLst/>
          </a:prstGeom>
          <a:noFill/>
          <a:ln>
            <a:noFill/>
          </a:ln>
        </p:spPr>
      </p:pic>
      <p:pic>
        <p:nvPicPr>
          <p:cNvPr id="17" name="Afbeelding 20" descr="http://vignette3.wikia.nocookie.net/gtawiki/images/c/c9/Computer_Icon.png/revision/latest?cb=20100421004434">
            <a:extLst>
              <a:ext uri="{FF2B5EF4-FFF2-40B4-BE49-F238E27FC236}">
                <a16:creationId xmlns:a16="http://schemas.microsoft.com/office/drawing/2014/main" id="{C47DB0EE-0405-E684-F659-D1B8AC5CDA1A}"/>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9143787" y="3049975"/>
            <a:ext cx="510819" cy="562120"/>
          </a:xfrm>
          <a:prstGeom prst="rect">
            <a:avLst/>
          </a:prstGeom>
          <a:noFill/>
          <a:ln>
            <a:noFill/>
          </a:ln>
        </p:spPr>
      </p:pic>
      <p:cxnSp>
        <p:nvCxnSpPr>
          <p:cNvPr id="18" name="Rechte verbindingslijn 21">
            <a:extLst>
              <a:ext uri="{FF2B5EF4-FFF2-40B4-BE49-F238E27FC236}">
                <a16:creationId xmlns:a16="http://schemas.microsoft.com/office/drawing/2014/main" id="{A09A1640-BB87-CA2E-CC66-2DD1FFD6A489}"/>
              </a:ext>
            </a:extLst>
          </p:cNvPr>
          <p:cNvCxnSpPr/>
          <p:nvPr/>
        </p:nvCxnSpPr>
        <p:spPr>
          <a:xfrm flipH="1" flipV="1">
            <a:off x="8430912" y="2318193"/>
            <a:ext cx="764376" cy="752055"/>
          </a:xfrm>
          <a:prstGeom prst="line">
            <a:avLst/>
          </a:prstGeom>
          <a:ln w="28575">
            <a:solidFill>
              <a:schemeClr val="accent4">
                <a:lumMod val="40000"/>
                <a:lumOff val="60000"/>
              </a:schemeClr>
            </a:solidFill>
          </a:ln>
        </p:spPr>
        <p:style>
          <a:lnRef idx="1">
            <a:schemeClr val="accent4"/>
          </a:lnRef>
          <a:fillRef idx="0">
            <a:schemeClr val="accent4"/>
          </a:fillRef>
          <a:effectRef idx="0">
            <a:schemeClr val="accent4"/>
          </a:effectRef>
          <a:fontRef idx="minor">
            <a:schemeClr val="tx1"/>
          </a:fontRef>
        </p:style>
      </p:cxnSp>
      <p:pic>
        <p:nvPicPr>
          <p:cNvPr id="19" name="Afbeelding 22" descr="http://www.clker.com/cliparts/b/X/g/A/u/c/switch-blue-hi.png">
            <a:extLst>
              <a:ext uri="{FF2B5EF4-FFF2-40B4-BE49-F238E27FC236}">
                <a16:creationId xmlns:a16="http://schemas.microsoft.com/office/drawing/2014/main" id="{8133C6A1-501E-2052-113A-61545639400D}"/>
              </a:ext>
            </a:extLst>
          </p:cNvPr>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638143" y="2562435"/>
            <a:ext cx="457460" cy="263570"/>
          </a:xfrm>
          <a:prstGeom prst="rect">
            <a:avLst/>
          </a:prstGeom>
          <a:noFill/>
          <a:ln>
            <a:noFill/>
          </a:ln>
        </p:spPr>
      </p:pic>
      <p:cxnSp>
        <p:nvCxnSpPr>
          <p:cNvPr id="20" name="Rechte verbindingslijn 23">
            <a:extLst>
              <a:ext uri="{FF2B5EF4-FFF2-40B4-BE49-F238E27FC236}">
                <a16:creationId xmlns:a16="http://schemas.microsoft.com/office/drawing/2014/main" id="{61F7FB00-BC34-5E9F-6E67-4C43E072B6A5}"/>
              </a:ext>
            </a:extLst>
          </p:cNvPr>
          <p:cNvCxnSpPr/>
          <p:nvPr/>
        </p:nvCxnSpPr>
        <p:spPr>
          <a:xfrm flipV="1">
            <a:off x="5683612" y="5010239"/>
            <a:ext cx="765891" cy="752055"/>
          </a:xfrm>
          <a:prstGeom prst="line">
            <a:avLst/>
          </a:prstGeom>
          <a:ln w="28575">
            <a:solidFill>
              <a:schemeClr val="accent4">
                <a:lumMod val="40000"/>
                <a:lumOff val="60000"/>
              </a:schemeClr>
            </a:solidFill>
          </a:ln>
        </p:spPr>
        <p:style>
          <a:lnRef idx="1">
            <a:schemeClr val="accent4"/>
          </a:lnRef>
          <a:fillRef idx="0">
            <a:schemeClr val="accent4"/>
          </a:fillRef>
          <a:effectRef idx="0">
            <a:schemeClr val="accent4"/>
          </a:effectRef>
          <a:fontRef idx="minor">
            <a:schemeClr val="tx1"/>
          </a:fontRef>
        </p:style>
      </p:cxnSp>
      <p:pic>
        <p:nvPicPr>
          <p:cNvPr id="21" name="Afbeelding 24" descr="http://vignette3.wikia.nocookie.net/gtawiki/images/c/c9/Computer_Icon.png/revision/latest?cb=20100421004434">
            <a:extLst>
              <a:ext uri="{FF2B5EF4-FFF2-40B4-BE49-F238E27FC236}">
                <a16:creationId xmlns:a16="http://schemas.microsoft.com/office/drawing/2014/main" id="{C8CF0238-10E0-78FB-1123-7D2E9ECFD354}"/>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5172793" y="4448119"/>
            <a:ext cx="510819" cy="562120"/>
          </a:xfrm>
          <a:prstGeom prst="rect">
            <a:avLst/>
          </a:prstGeom>
          <a:noFill/>
          <a:ln>
            <a:noFill/>
          </a:ln>
        </p:spPr>
      </p:pic>
      <p:pic>
        <p:nvPicPr>
          <p:cNvPr id="22" name="Afbeelding 25" descr="http://vignette3.wikia.nocookie.net/gtawiki/images/c/c9/Computer_Icon.png/revision/latest?cb=20100421004434">
            <a:extLst>
              <a:ext uri="{FF2B5EF4-FFF2-40B4-BE49-F238E27FC236}">
                <a16:creationId xmlns:a16="http://schemas.microsoft.com/office/drawing/2014/main" id="{F750DBA8-1AA3-58F1-E83B-8DF4413E1032}"/>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6343546" y="4448119"/>
            <a:ext cx="510819" cy="562120"/>
          </a:xfrm>
          <a:prstGeom prst="rect">
            <a:avLst/>
          </a:prstGeom>
          <a:noFill/>
          <a:ln>
            <a:noFill/>
          </a:ln>
        </p:spPr>
      </p:pic>
      <p:pic>
        <p:nvPicPr>
          <p:cNvPr id="23" name="Afbeelding 26" descr="http://vignette3.wikia.nocookie.net/gtawiki/images/c/c9/Computer_Icon.png/revision/latest?cb=20100421004434">
            <a:extLst>
              <a:ext uri="{FF2B5EF4-FFF2-40B4-BE49-F238E27FC236}">
                <a16:creationId xmlns:a16="http://schemas.microsoft.com/office/drawing/2014/main" id="{5D4811B2-A4FC-FD32-8724-915DDC1CBDD0}"/>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5172793" y="5762294"/>
            <a:ext cx="510819" cy="562120"/>
          </a:xfrm>
          <a:prstGeom prst="rect">
            <a:avLst/>
          </a:prstGeom>
          <a:noFill/>
          <a:ln>
            <a:noFill/>
          </a:ln>
        </p:spPr>
      </p:pic>
      <p:pic>
        <p:nvPicPr>
          <p:cNvPr id="24" name="Afbeelding 27" descr="http://vignette3.wikia.nocookie.net/gtawiki/images/c/c9/Computer_Icon.png/revision/latest?cb=20100421004434">
            <a:extLst>
              <a:ext uri="{FF2B5EF4-FFF2-40B4-BE49-F238E27FC236}">
                <a16:creationId xmlns:a16="http://schemas.microsoft.com/office/drawing/2014/main" id="{9FD8FA6B-79F4-BEF9-1305-26BD1E51C56F}"/>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6343471" y="5742021"/>
            <a:ext cx="510819" cy="562120"/>
          </a:xfrm>
          <a:prstGeom prst="rect">
            <a:avLst/>
          </a:prstGeom>
          <a:noFill/>
          <a:ln>
            <a:noFill/>
          </a:ln>
        </p:spPr>
      </p:pic>
      <p:cxnSp>
        <p:nvCxnSpPr>
          <p:cNvPr id="25" name="Rechte verbindingslijn 28">
            <a:extLst>
              <a:ext uri="{FF2B5EF4-FFF2-40B4-BE49-F238E27FC236}">
                <a16:creationId xmlns:a16="http://schemas.microsoft.com/office/drawing/2014/main" id="{C4E9459F-F62F-08B3-A016-FBBACE9C3500}"/>
              </a:ext>
            </a:extLst>
          </p:cNvPr>
          <p:cNvCxnSpPr/>
          <p:nvPr/>
        </p:nvCxnSpPr>
        <p:spPr>
          <a:xfrm flipH="1" flipV="1">
            <a:off x="5630596" y="5010239"/>
            <a:ext cx="764376" cy="752055"/>
          </a:xfrm>
          <a:prstGeom prst="line">
            <a:avLst/>
          </a:prstGeom>
          <a:ln w="28575">
            <a:solidFill>
              <a:schemeClr val="accent4">
                <a:lumMod val="40000"/>
                <a:lumOff val="60000"/>
              </a:schemeClr>
            </a:solidFill>
          </a:ln>
        </p:spPr>
        <p:style>
          <a:lnRef idx="1">
            <a:schemeClr val="accent4"/>
          </a:lnRef>
          <a:fillRef idx="0">
            <a:schemeClr val="accent4"/>
          </a:fillRef>
          <a:effectRef idx="0">
            <a:schemeClr val="accent4"/>
          </a:effectRef>
          <a:fontRef idx="minor">
            <a:schemeClr val="tx1"/>
          </a:fontRef>
        </p:style>
      </p:cxnSp>
      <p:pic>
        <p:nvPicPr>
          <p:cNvPr id="26" name="Afbeelding 30" descr="http://www.clker.com/cliparts/b/X/g/A/u/c/switch-blue-hi.png">
            <a:extLst>
              <a:ext uri="{FF2B5EF4-FFF2-40B4-BE49-F238E27FC236}">
                <a16:creationId xmlns:a16="http://schemas.microsoft.com/office/drawing/2014/main" id="{ED824873-2CA3-FE3D-8C9C-80BFE30F0E39}"/>
              </a:ext>
            </a:extLst>
          </p:cNvPr>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837827" y="5254481"/>
            <a:ext cx="457460" cy="263570"/>
          </a:xfrm>
          <a:prstGeom prst="rect">
            <a:avLst/>
          </a:prstGeom>
          <a:noFill/>
          <a:ln>
            <a:noFill/>
          </a:ln>
        </p:spPr>
      </p:pic>
      <p:pic>
        <p:nvPicPr>
          <p:cNvPr id="27" name="Afbeelding 31" descr="http://www.clker.com/cliparts/b/X/g/A/u/c/switch-blue-hi.png">
            <a:extLst>
              <a:ext uri="{FF2B5EF4-FFF2-40B4-BE49-F238E27FC236}">
                <a16:creationId xmlns:a16="http://schemas.microsoft.com/office/drawing/2014/main" id="{8A27D24E-AC4E-00D2-1DD8-F7C7720D1E8B}"/>
              </a:ext>
            </a:extLst>
          </p:cNvPr>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837827" y="2603936"/>
            <a:ext cx="457460" cy="263570"/>
          </a:xfrm>
          <a:prstGeom prst="rect">
            <a:avLst/>
          </a:prstGeom>
          <a:noFill/>
          <a:ln>
            <a:noFill/>
          </a:ln>
        </p:spPr>
      </p:pic>
    </p:spTree>
    <p:extLst>
      <p:ext uri="{BB962C8B-B14F-4D97-AF65-F5344CB8AC3E}">
        <p14:creationId xmlns:p14="http://schemas.microsoft.com/office/powerpoint/2010/main" val="27355547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D56D5D-2FBD-9396-BF4C-0F114D50BC48}"/>
              </a:ext>
            </a:extLst>
          </p:cNvPr>
          <p:cNvSpPr>
            <a:spLocks noGrp="1"/>
          </p:cNvSpPr>
          <p:nvPr>
            <p:ph type="ctrTitle"/>
          </p:nvPr>
        </p:nvSpPr>
        <p:spPr>
          <a:xfrm>
            <a:off x="1524000" y="1645993"/>
            <a:ext cx="9144000" cy="2387600"/>
          </a:xfrm>
        </p:spPr>
        <p:txBody>
          <a:bodyPr/>
          <a:lstStyle/>
          <a:p>
            <a:r>
              <a:rPr lang="en-US" dirty="0"/>
              <a:t>OSI-reference model</a:t>
            </a:r>
            <a:endParaRPr lang="LID4096" dirty="0"/>
          </a:p>
        </p:txBody>
      </p:sp>
    </p:spTree>
    <p:extLst>
      <p:ext uri="{BB962C8B-B14F-4D97-AF65-F5344CB8AC3E}">
        <p14:creationId xmlns:p14="http://schemas.microsoft.com/office/powerpoint/2010/main" val="26840360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hina enters a new era with Xi Jinping in full command – DW – 10/24/2022">
            <a:extLst>
              <a:ext uri="{FF2B5EF4-FFF2-40B4-BE49-F238E27FC236}">
                <a16:creationId xmlns:a16="http://schemas.microsoft.com/office/drawing/2014/main" id="{E9DDC280-EF2D-387D-A519-5FEDC6B83F6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106" r="34124"/>
          <a:stretch/>
        </p:blipFill>
        <p:spPr bwMode="auto">
          <a:xfrm>
            <a:off x="6372225" y="671689"/>
            <a:ext cx="4686300" cy="55146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Doden en gewonden bij protesten tegen afzetten Peruaanse president | RTL  Nieuws">
            <a:extLst>
              <a:ext uri="{FF2B5EF4-FFF2-40B4-BE49-F238E27FC236}">
                <a16:creationId xmlns:a16="http://schemas.microsoft.com/office/drawing/2014/main" id="{509E33A0-33F0-489A-AFE3-5FE69FA518E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35524" t="11308" r="21294"/>
          <a:stretch/>
        </p:blipFill>
        <p:spPr bwMode="auto">
          <a:xfrm>
            <a:off x="1133475" y="671689"/>
            <a:ext cx="4781550" cy="55146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42387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echthoek 7">
            <a:extLst>
              <a:ext uri="{FF2B5EF4-FFF2-40B4-BE49-F238E27FC236}">
                <a16:creationId xmlns:a16="http://schemas.microsoft.com/office/drawing/2014/main" id="{81AF8514-E5EA-E9A0-95D5-F1960AA7E875}"/>
              </a:ext>
            </a:extLst>
          </p:cNvPr>
          <p:cNvSpPr/>
          <p:nvPr/>
        </p:nvSpPr>
        <p:spPr>
          <a:xfrm>
            <a:off x="2243572" y="980483"/>
            <a:ext cx="2279215" cy="4562855"/>
          </a:xfrm>
          <a:prstGeom prst="rect">
            <a:avLst/>
          </a:prstGeom>
        </p:spPr>
        <p:style>
          <a:lnRef idx="1">
            <a:schemeClr val="accent1"/>
          </a:lnRef>
          <a:fillRef idx="3">
            <a:schemeClr val="accent1"/>
          </a:fillRef>
          <a:effectRef idx="2">
            <a:schemeClr val="accent1"/>
          </a:effectRef>
          <a:fontRef idx="minor">
            <a:schemeClr val="lt1"/>
          </a:fontRef>
        </p:style>
        <p:txBody>
          <a:bodyPr rtlCol="0" anchor="t"/>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nl-BE" sz="3200" dirty="0">
                <a:solidFill>
                  <a:schemeClr val="tx1"/>
                </a:solidFill>
                <a:latin typeface="Barlow Condensed" panose="00000506000000000000" pitchFamily="2" charset="0"/>
              </a:rPr>
              <a:t>China</a:t>
            </a:r>
          </a:p>
        </p:txBody>
      </p:sp>
      <p:sp>
        <p:nvSpPr>
          <p:cNvPr id="33" name="Rechthoek 8">
            <a:extLst>
              <a:ext uri="{FF2B5EF4-FFF2-40B4-BE49-F238E27FC236}">
                <a16:creationId xmlns:a16="http://schemas.microsoft.com/office/drawing/2014/main" id="{22F835CF-0CCA-A032-673E-C90A0A874D95}"/>
              </a:ext>
            </a:extLst>
          </p:cNvPr>
          <p:cNvSpPr/>
          <p:nvPr/>
        </p:nvSpPr>
        <p:spPr>
          <a:xfrm>
            <a:off x="7669213" y="980483"/>
            <a:ext cx="2279215" cy="4562856"/>
          </a:xfrm>
          <a:prstGeom prst="rect">
            <a:avLst/>
          </a:prstGeom>
        </p:spPr>
        <p:style>
          <a:lnRef idx="1">
            <a:schemeClr val="accent2"/>
          </a:lnRef>
          <a:fillRef idx="3">
            <a:schemeClr val="accent2"/>
          </a:fillRef>
          <a:effectRef idx="2">
            <a:schemeClr val="accent2"/>
          </a:effectRef>
          <a:fontRef idx="minor">
            <a:schemeClr val="lt1"/>
          </a:fontRef>
        </p:style>
        <p:txBody>
          <a:bodyPr rtlCol="0" anchor="t"/>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nl-BE" sz="3200" dirty="0">
                <a:solidFill>
                  <a:schemeClr val="tx1"/>
                </a:solidFill>
                <a:latin typeface="Barlow Condensed" panose="00000506000000000000" pitchFamily="2" charset="0"/>
              </a:rPr>
              <a:t>Peru</a:t>
            </a:r>
          </a:p>
        </p:txBody>
      </p:sp>
      <p:sp>
        <p:nvSpPr>
          <p:cNvPr id="34" name="Rechthoek 10">
            <a:extLst>
              <a:ext uri="{FF2B5EF4-FFF2-40B4-BE49-F238E27FC236}">
                <a16:creationId xmlns:a16="http://schemas.microsoft.com/office/drawing/2014/main" id="{959E5325-295C-9030-C8EE-A0406AFF4D44}"/>
              </a:ext>
            </a:extLst>
          </p:cNvPr>
          <p:cNvSpPr/>
          <p:nvPr/>
        </p:nvSpPr>
        <p:spPr>
          <a:xfrm>
            <a:off x="2339063" y="1700563"/>
            <a:ext cx="2088232"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nl-BE" sz="3200" dirty="0">
                <a:solidFill>
                  <a:schemeClr val="tx1"/>
                </a:solidFill>
                <a:latin typeface="Barlow Condensed" panose="00000506000000000000" pitchFamily="2" charset="0"/>
              </a:rPr>
              <a:t>staatshoofd</a:t>
            </a:r>
          </a:p>
        </p:txBody>
      </p:sp>
      <p:sp>
        <p:nvSpPr>
          <p:cNvPr id="35" name="Rechthoek 11">
            <a:extLst>
              <a:ext uri="{FF2B5EF4-FFF2-40B4-BE49-F238E27FC236}">
                <a16:creationId xmlns:a16="http://schemas.microsoft.com/office/drawing/2014/main" id="{1DCCDE61-E23B-0525-4EE5-C2E7373E82ED}"/>
              </a:ext>
            </a:extLst>
          </p:cNvPr>
          <p:cNvSpPr/>
          <p:nvPr/>
        </p:nvSpPr>
        <p:spPr>
          <a:xfrm>
            <a:off x="7764704" y="1700563"/>
            <a:ext cx="2088232" cy="576064"/>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nl-BE" sz="3200" dirty="0">
                <a:solidFill>
                  <a:schemeClr val="tx1"/>
                </a:solidFill>
                <a:latin typeface="Barlow Condensed" panose="00000506000000000000" pitchFamily="2" charset="0"/>
              </a:rPr>
              <a:t>staatshoofd</a:t>
            </a:r>
          </a:p>
        </p:txBody>
      </p:sp>
      <p:sp>
        <p:nvSpPr>
          <p:cNvPr id="36" name="Rechthoek 12">
            <a:extLst>
              <a:ext uri="{FF2B5EF4-FFF2-40B4-BE49-F238E27FC236}">
                <a16:creationId xmlns:a16="http://schemas.microsoft.com/office/drawing/2014/main" id="{FDB818C5-DFD1-A051-6E91-201D04E34504}"/>
              </a:ext>
            </a:extLst>
          </p:cNvPr>
          <p:cNvSpPr/>
          <p:nvPr/>
        </p:nvSpPr>
        <p:spPr>
          <a:xfrm>
            <a:off x="2339063" y="2708675"/>
            <a:ext cx="2088232"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nl-BE" sz="3200" dirty="0">
                <a:solidFill>
                  <a:schemeClr val="tx1"/>
                </a:solidFill>
                <a:latin typeface="Barlow Condensed" panose="00000506000000000000" pitchFamily="2" charset="0"/>
              </a:rPr>
              <a:t>tolk</a:t>
            </a:r>
          </a:p>
        </p:txBody>
      </p:sp>
      <p:sp>
        <p:nvSpPr>
          <p:cNvPr id="37" name="Rechthoek 13">
            <a:extLst>
              <a:ext uri="{FF2B5EF4-FFF2-40B4-BE49-F238E27FC236}">
                <a16:creationId xmlns:a16="http://schemas.microsoft.com/office/drawing/2014/main" id="{FE21DDA4-80F5-7C2D-E598-8201C7685520}"/>
              </a:ext>
            </a:extLst>
          </p:cNvPr>
          <p:cNvSpPr/>
          <p:nvPr/>
        </p:nvSpPr>
        <p:spPr>
          <a:xfrm>
            <a:off x="7764704" y="2708675"/>
            <a:ext cx="2088232" cy="576064"/>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nl-BE" sz="3200" dirty="0">
                <a:solidFill>
                  <a:schemeClr val="tx1"/>
                </a:solidFill>
                <a:latin typeface="Barlow Condensed" panose="00000506000000000000" pitchFamily="2" charset="0"/>
              </a:rPr>
              <a:t>tolk</a:t>
            </a:r>
          </a:p>
        </p:txBody>
      </p:sp>
      <p:sp>
        <p:nvSpPr>
          <p:cNvPr id="38" name="Rechthoek 14">
            <a:extLst>
              <a:ext uri="{FF2B5EF4-FFF2-40B4-BE49-F238E27FC236}">
                <a16:creationId xmlns:a16="http://schemas.microsoft.com/office/drawing/2014/main" id="{119C2D33-F10F-316E-85F9-BEB27E093139}"/>
              </a:ext>
            </a:extLst>
          </p:cNvPr>
          <p:cNvSpPr/>
          <p:nvPr/>
        </p:nvSpPr>
        <p:spPr>
          <a:xfrm>
            <a:off x="2339063" y="3716787"/>
            <a:ext cx="2088232"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nl-BE" sz="3200" dirty="0">
                <a:solidFill>
                  <a:schemeClr val="tx1"/>
                </a:solidFill>
                <a:latin typeface="Barlow Condensed" panose="00000506000000000000" pitchFamily="2" charset="0"/>
              </a:rPr>
              <a:t>cryptograaf</a:t>
            </a:r>
          </a:p>
        </p:txBody>
      </p:sp>
      <p:sp>
        <p:nvSpPr>
          <p:cNvPr id="39" name="Rechthoek 15">
            <a:extLst>
              <a:ext uri="{FF2B5EF4-FFF2-40B4-BE49-F238E27FC236}">
                <a16:creationId xmlns:a16="http://schemas.microsoft.com/office/drawing/2014/main" id="{5CB10F08-4C58-F6FD-4947-9F66E3955964}"/>
              </a:ext>
            </a:extLst>
          </p:cNvPr>
          <p:cNvSpPr/>
          <p:nvPr/>
        </p:nvSpPr>
        <p:spPr>
          <a:xfrm>
            <a:off x="7764704" y="3716787"/>
            <a:ext cx="2088232" cy="576064"/>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nl-BE" sz="3200" dirty="0">
                <a:solidFill>
                  <a:schemeClr val="tx1"/>
                </a:solidFill>
                <a:latin typeface="Barlow Condensed" panose="00000506000000000000" pitchFamily="2" charset="0"/>
              </a:rPr>
              <a:t>cryptograaf</a:t>
            </a:r>
          </a:p>
        </p:txBody>
      </p:sp>
      <p:sp>
        <p:nvSpPr>
          <p:cNvPr id="40" name="Rechthoek 16">
            <a:extLst>
              <a:ext uri="{FF2B5EF4-FFF2-40B4-BE49-F238E27FC236}">
                <a16:creationId xmlns:a16="http://schemas.microsoft.com/office/drawing/2014/main" id="{017C8D43-CF29-0E9B-0B24-822A37185AE6}"/>
              </a:ext>
            </a:extLst>
          </p:cNvPr>
          <p:cNvSpPr/>
          <p:nvPr/>
        </p:nvSpPr>
        <p:spPr>
          <a:xfrm>
            <a:off x="2339063" y="4721976"/>
            <a:ext cx="2088232"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nl-BE" sz="3200" dirty="0">
                <a:solidFill>
                  <a:schemeClr val="tx1"/>
                </a:solidFill>
                <a:latin typeface="Barlow Condensed" panose="00000506000000000000" pitchFamily="2" charset="0"/>
              </a:rPr>
              <a:t>operator</a:t>
            </a:r>
          </a:p>
        </p:txBody>
      </p:sp>
      <p:sp>
        <p:nvSpPr>
          <p:cNvPr id="41" name="Rechthoek 17">
            <a:extLst>
              <a:ext uri="{FF2B5EF4-FFF2-40B4-BE49-F238E27FC236}">
                <a16:creationId xmlns:a16="http://schemas.microsoft.com/office/drawing/2014/main" id="{83065BA7-50D7-A8F8-D441-0CAC0DFBA688}"/>
              </a:ext>
            </a:extLst>
          </p:cNvPr>
          <p:cNvSpPr/>
          <p:nvPr/>
        </p:nvSpPr>
        <p:spPr>
          <a:xfrm>
            <a:off x="7764704" y="4721976"/>
            <a:ext cx="2088232" cy="576064"/>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nl-BE" sz="3200" dirty="0">
                <a:solidFill>
                  <a:schemeClr val="tx1"/>
                </a:solidFill>
                <a:latin typeface="Barlow Condensed" panose="00000506000000000000" pitchFamily="2" charset="0"/>
              </a:rPr>
              <a:t>operator</a:t>
            </a:r>
          </a:p>
        </p:txBody>
      </p:sp>
      <p:cxnSp>
        <p:nvCxnSpPr>
          <p:cNvPr id="42" name="Rechte verbindingslijn 18">
            <a:extLst>
              <a:ext uri="{FF2B5EF4-FFF2-40B4-BE49-F238E27FC236}">
                <a16:creationId xmlns:a16="http://schemas.microsoft.com/office/drawing/2014/main" id="{A4C43FDD-7EA7-9CE6-099A-ADB947EA5057}"/>
              </a:ext>
            </a:extLst>
          </p:cNvPr>
          <p:cNvCxnSpPr/>
          <p:nvPr/>
        </p:nvCxnSpPr>
        <p:spPr>
          <a:xfrm>
            <a:off x="4427295" y="1988595"/>
            <a:ext cx="3337409" cy="0"/>
          </a:xfrm>
          <a:prstGeom prst="line">
            <a:avLst/>
          </a:prstGeom>
          <a:ln/>
        </p:spPr>
        <p:style>
          <a:lnRef idx="1">
            <a:schemeClr val="dk1"/>
          </a:lnRef>
          <a:fillRef idx="0">
            <a:schemeClr val="dk1"/>
          </a:fillRef>
          <a:effectRef idx="0">
            <a:schemeClr val="dk1"/>
          </a:effectRef>
          <a:fontRef idx="minor">
            <a:schemeClr val="tx1"/>
          </a:fontRef>
        </p:style>
      </p:cxnSp>
      <p:sp>
        <p:nvSpPr>
          <p:cNvPr id="43" name="Tekstvak 19">
            <a:extLst>
              <a:ext uri="{FF2B5EF4-FFF2-40B4-BE49-F238E27FC236}">
                <a16:creationId xmlns:a16="http://schemas.microsoft.com/office/drawing/2014/main" id="{CE3AE297-964A-BFB1-1EFA-2F6343E12471}"/>
              </a:ext>
            </a:extLst>
          </p:cNvPr>
          <p:cNvSpPr txBox="1"/>
          <p:nvPr/>
        </p:nvSpPr>
        <p:spPr>
          <a:xfrm>
            <a:off x="4984177" y="1565915"/>
            <a:ext cx="2234907" cy="461665"/>
          </a:xfrm>
          <a:prstGeom prst="rect">
            <a:avLst/>
          </a:prstGeom>
          <a:noFill/>
        </p:spPr>
        <p:txBody>
          <a:bodyPr wrap="none" rtlCol="0">
            <a:spAutoFit/>
          </a:bodyPr>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nl-BE" sz="2400" dirty="0">
                <a:latin typeface="Barlow Condensed" panose="00000506000000000000" pitchFamily="2" charset="0"/>
              </a:rPr>
              <a:t>diplomatieke regels</a:t>
            </a:r>
          </a:p>
        </p:txBody>
      </p:sp>
      <p:sp>
        <p:nvSpPr>
          <p:cNvPr id="44" name="Tekstvak 20">
            <a:extLst>
              <a:ext uri="{FF2B5EF4-FFF2-40B4-BE49-F238E27FC236}">
                <a16:creationId xmlns:a16="http://schemas.microsoft.com/office/drawing/2014/main" id="{9F0D6932-40AA-F471-E062-2FBAD540FD3A}"/>
              </a:ext>
            </a:extLst>
          </p:cNvPr>
          <p:cNvSpPr txBox="1"/>
          <p:nvPr/>
        </p:nvSpPr>
        <p:spPr>
          <a:xfrm>
            <a:off x="4747034" y="2578555"/>
            <a:ext cx="2778325" cy="461665"/>
          </a:xfrm>
          <a:prstGeom prst="rect">
            <a:avLst/>
          </a:prstGeom>
          <a:noFill/>
        </p:spPr>
        <p:txBody>
          <a:bodyPr wrap="none" rtlCol="0">
            <a:spAutoFit/>
          </a:bodyPr>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nl-BE" sz="2400" dirty="0">
                <a:latin typeface="Barlow Condensed" panose="00000506000000000000" pitchFamily="2" charset="0"/>
              </a:rPr>
              <a:t>gemeenschappelijke taal</a:t>
            </a:r>
          </a:p>
        </p:txBody>
      </p:sp>
      <p:sp>
        <p:nvSpPr>
          <p:cNvPr id="45" name="Tekstvak 21">
            <a:extLst>
              <a:ext uri="{FF2B5EF4-FFF2-40B4-BE49-F238E27FC236}">
                <a16:creationId xmlns:a16="http://schemas.microsoft.com/office/drawing/2014/main" id="{76B3B4F1-4511-6CFF-C35F-FD1B4A10A7EE}"/>
              </a:ext>
            </a:extLst>
          </p:cNvPr>
          <p:cNvSpPr txBox="1"/>
          <p:nvPr/>
        </p:nvSpPr>
        <p:spPr>
          <a:xfrm>
            <a:off x="4685602" y="3552004"/>
            <a:ext cx="2892138" cy="461665"/>
          </a:xfrm>
          <a:prstGeom prst="rect">
            <a:avLst/>
          </a:prstGeom>
          <a:noFill/>
        </p:spPr>
        <p:txBody>
          <a:bodyPr wrap="none" rtlCol="0">
            <a:spAutoFit/>
          </a:bodyPr>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nl-BE" sz="2400" dirty="0">
                <a:latin typeface="Barlow Condensed" panose="00000506000000000000" pitchFamily="2" charset="0"/>
              </a:rPr>
              <a:t>gemeenschappelijke code</a:t>
            </a:r>
          </a:p>
        </p:txBody>
      </p:sp>
      <p:sp>
        <p:nvSpPr>
          <p:cNvPr id="46" name="Tekstvak 22">
            <a:extLst>
              <a:ext uri="{FF2B5EF4-FFF2-40B4-BE49-F238E27FC236}">
                <a16:creationId xmlns:a16="http://schemas.microsoft.com/office/drawing/2014/main" id="{B09D3571-9381-DE5B-B403-D58772894944}"/>
              </a:ext>
            </a:extLst>
          </p:cNvPr>
          <p:cNvSpPr txBox="1"/>
          <p:nvPr/>
        </p:nvSpPr>
        <p:spPr>
          <a:xfrm>
            <a:off x="4562271" y="4586198"/>
            <a:ext cx="3106941" cy="461665"/>
          </a:xfrm>
          <a:prstGeom prst="rect">
            <a:avLst/>
          </a:prstGeom>
          <a:noFill/>
        </p:spPr>
        <p:txBody>
          <a:bodyPr wrap="none" rtlCol="0">
            <a:spAutoFit/>
          </a:bodyPr>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nl-BE" sz="2400" dirty="0">
                <a:latin typeface="Barlow Condensed" panose="00000506000000000000" pitchFamily="2" charset="0"/>
              </a:rPr>
              <a:t>gemeenschappelijk medium</a:t>
            </a:r>
          </a:p>
        </p:txBody>
      </p:sp>
      <p:cxnSp>
        <p:nvCxnSpPr>
          <p:cNvPr id="47" name="Rechte verbindingslijn 23">
            <a:extLst>
              <a:ext uri="{FF2B5EF4-FFF2-40B4-BE49-F238E27FC236}">
                <a16:creationId xmlns:a16="http://schemas.microsoft.com/office/drawing/2014/main" id="{6B7170BD-36B8-994F-F98C-E1B05D0500C4}"/>
              </a:ext>
            </a:extLst>
          </p:cNvPr>
          <p:cNvCxnSpPr/>
          <p:nvPr/>
        </p:nvCxnSpPr>
        <p:spPr>
          <a:xfrm>
            <a:off x="3383179" y="5280465"/>
            <a:ext cx="0" cy="506979"/>
          </a:xfrm>
          <a:prstGeom prst="line">
            <a:avLst/>
          </a:prstGeom>
          <a:ln/>
        </p:spPr>
        <p:style>
          <a:lnRef idx="1">
            <a:schemeClr val="dk1"/>
          </a:lnRef>
          <a:fillRef idx="0">
            <a:schemeClr val="dk1"/>
          </a:fillRef>
          <a:effectRef idx="0">
            <a:schemeClr val="dk1"/>
          </a:effectRef>
          <a:fontRef idx="minor">
            <a:schemeClr val="tx1"/>
          </a:fontRef>
        </p:style>
      </p:cxnSp>
      <p:cxnSp>
        <p:nvCxnSpPr>
          <p:cNvPr id="48" name="Rechte verbindingslijn 24">
            <a:extLst>
              <a:ext uri="{FF2B5EF4-FFF2-40B4-BE49-F238E27FC236}">
                <a16:creationId xmlns:a16="http://schemas.microsoft.com/office/drawing/2014/main" id="{B1D6DD9F-B8FB-FDFB-63EA-41046B75DFD3}"/>
              </a:ext>
            </a:extLst>
          </p:cNvPr>
          <p:cNvCxnSpPr/>
          <p:nvPr/>
        </p:nvCxnSpPr>
        <p:spPr>
          <a:xfrm>
            <a:off x="8915275" y="5289848"/>
            <a:ext cx="0" cy="506979"/>
          </a:xfrm>
          <a:prstGeom prst="line">
            <a:avLst/>
          </a:prstGeom>
          <a:ln/>
        </p:spPr>
        <p:style>
          <a:lnRef idx="1">
            <a:schemeClr val="dk1"/>
          </a:lnRef>
          <a:fillRef idx="0">
            <a:schemeClr val="dk1"/>
          </a:fillRef>
          <a:effectRef idx="0">
            <a:schemeClr val="dk1"/>
          </a:effectRef>
          <a:fontRef idx="minor">
            <a:schemeClr val="tx1"/>
          </a:fontRef>
        </p:style>
      </p:cxnSp>
      <p:cxnSp>
        <p:nvCxnSpPr>
          <p:cNvPr id="49" name="Rechte verbindingslijn 25">
            <a:extLst>
              <a:ext uri="{FF2B5EF4-FFF2-40B4-BE49-F238E27FC236}">
                <a16:creationId xmlns:a16="http://schemas.microsoft.com/office/drawing/2014/main" id="{0594368B-0BFF-DD47-BC39-166325FE591C}"/>
              </a:ext>
            </a:extLst>
          </p:cNvPr>
          <p:cNvCxnSpPr/>
          <p:nvPr/>
        </p:nvCxnSpPr>
        <p:spPr>
          <a:xfrm>
            <a:off x="3383179" y="5796827"/>
            <a:ext cx="5532096" cy="0"/>
          </a:xfrm>
          <a:prstGeom prst="line">
            <a:avLst/>
          </a:prstGeom>
          <a:ln/>
        </p:spPr>
        <p:style>
          <a:lnRef idx="1">
            <a:schemeClr val="dk1"/>
          </a:lnRef>
          <a:fillRef idx="0">
            <a:schemeClr val="dk1"/>
          </a:fillRef>
          <a:effectRef idx="0">
            <a:schemeClr val="dk1"/>
          </a:effectRef>
          <a:fontRef idx="minor">
            <a:schemeClr val="tx1"/>
          </a:fontRef>
        </p:style>
      </p:cxnSp>
      <p:cxnSp>
        <p:nvCxnSpPr>
          <p:cNvPr id="50" name="Rechte verbindingslijn 26">
            <a:extLst>
              <a:ext uri="{FF2B5EF4-FFF2-40B4-BE49-F238E27FC236}">
                <a16:creationId xmlns:a16="http://schemas.microsoft.com/office/drawing/2014/main" id="{7B759570-BE05-4893-DEFD-BAC91C925F8D}"/>
              </a:ext>
            </a:extLst>
          </p:cNvPr>
          <p:cNvCxnSpPr/>
          <p:nvPr/>
        </p:nvCxnSpPr>
        <p:spPr>
          <a:xfrm>
            <a:off x="4427295" y="2996707"/>
            <a:ext cx="3337409" cy="0"/>
          </a:xfrm>
          <a:prstGeom prst="line">
            <a:avLst/>
          </a:prstGeom>
          <a:ln/>
        </p:spPr>
        <p:style>
          <a:lnRef idx="1">
            <a:schemeClr val="dk1"/>
          </a:lnRef>
          <a:fillRef idx="0">
            <a:schemeClr val="dk1"/>
          </a:fillRef>
          <a:effectRef idx="0">
            <a:schemeClr val="dk1"/>
          </a:effectRef>
          <a:fontRef idx="minor">
            <a:schemeClr val="tx1"/>
          </a:fontRef>
        </p:style>
      </p:cxnSp>
      <p:cxnSp>
        <p:nvCxnSpPr>
          <p:cNvPr id="51" name="Rechte verbindingslijn 27">
            <a:extLst>
              <a:ext uri="{FF2B5EF4-FFF2-40B4-BE49-F238E27FC236}">
                <a16:creationId xmlns:a16="http://schemas.microsoft.com/office/drawing/2014/main" id="{A995189F-A49C-9CCB-84DF-A3602D89BD5C}"/>
              </a:ext>
            </a:extLst>
          </p:cNvPr>
          <p:cNvCxnSpPr/>
          <p:nvPr/>
        </p:nvCxnSpPr>
        <p:spPr>
          <a:xfrm>
            <a:off x="4427295" y="4007902"/>
            <a:ext cx="3337409" cy="0"/>
          </a:xfrm>
          <a:prstGeom prst="line">
            <a:avLst/>
          </a:prstGeom>
          <a:ln/>
        </p:spPr>
        <p:style>
          <a:lnRef idx="1">
            <a:schemeClr val="dk1"/>
          </a:lnRef>
          <a:fillRef idx="0">
            <a:schemeClr val="dk1"/>
          </a:fillRef>
          <a:effectRef idx="0">
            <a:schemeClr val="dk1"/>
          </a:effectRef>
          <a:fontRef idx="minor">
            <a:schemeClr val="tx1"/>
          </a:fontRef>
        </p:style>
      </p:cxnSp>
      <p:cxnSp>
        <p:nvCxnSpPr>
          <p:cNvPr id="52" name="Rechte verbindingslijn 28">
            <a:extLst>
              <a:ext uri="{FF2B5EF4-FFF2-40B4-BE49-F238E27FC236}">
                <a16:creationId xmlns:a16="http://schemas.microsoft.com/office/drawing/2014/main" id="{393DDB3C-9BA7-8786-1FAC-63027018000B}"/>
              </a:ext>
            </a:extLst>
          </p:cNvPr>
          <p:cNvCxnSpPr/>
          <p:nvPr/>
        </p:nvCxnSpPr>
        <p:spPr>
          <a:xfrm>
            <a:off x="4427295" y="5012931"/>
            <a:ext cx="3337409" cy="0"/>
          </a:xfrm>
          <a:prstGeom prst="line">
            <a:avLst/>
          </a:prstGeom>
          <a:ln/>
        </p:spPr>
        <p:style>
          <a:lnRef idx="1">
            <a:schemeClr val="dk1"/>
          </a:lnRef>
          <a:fillRef idx="0">
            <a:schemeClr val="dk1"/>
          </a:fillRef>
          <a:effectRef idx="0">
            <a:schemeClr val="dk1"/>
          </a:effectRef>
          <a:fontRef idx="minor">
            <a:schemeClr val="tx1"/>
          </a:fontRef>
        </p:style>
      </p:cxnSp>
      <p:sp>
        <p:nvSpPr>
          <p:cNvPr id="53" name="Gelijkbenige driehoek 29">
            <a:extLst>
              <a:ext uri="{FF2B5EF4-FFF2-40B4-BE49-F238E27FC236}">
                <a16:creationId xmlns:a16="http://schemas.microsoft.com/office/drawing/2014/main" id="{2BEF4A16-4250-D5AE-E2C5-F8CC7FEACD75}"/>
              </a:ext>
            </a:extLst>
          </p:cNvPr>
          <p:cNvSpPr/>
          <p:nvPr/>
        </p:nvSpPr>
        <p:spPr>
          <a:xfrm rot="10800000">
            <a:off x="3203159" y="2348635"/>
            <a:ext cx="360040" cy="278740"/>
          </a:xfrm>
          <a:prstGeom prst="triangle">
            <a:avLst>
              <a:gd name="adj" fmla="val 53135"/>
            </a:avLst>
          </a:prstGeom>
        </p:spPr>
        <p:style>
          <a:lnRef idx="2">
            <a:schemeClr val="accent1"/>
          </a:lnRef>
          <a:fillRef idx="1">
            <a:schemeClr val="lt1"/>
          </a:fillRef>
          <a:effectRef idx="0">
            <a:schemeClr val="accent1"/>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nl-BE" sz="2400">
              <a:solidFill>
                <a:schemeClr val="tx1"/>
              </a:solidFill>
              <a:latin typeface="Barlow Condensed" panose="00000506000000000000" pitchFamily="2" charset="0"/>
            </a:endParaRPr>
          </a:p>
        </p:txBody>
      </p:sp>
      <p:sp>
        <p:nvSpPr>
          <p:cNvPr id="54" name="Gelijkbenige driehoek 30">
            <a:extLst>
              <a:ext uri="{FF2B5EF4-FFF2-40B4-BE49-F238E27FC236}">
                <a16:creationId xmlns:a16="http://schemas.microsoft.com/office/drawing/2014/main" id="{357C2117-E691-FBA3-49F2-2A21D801198A}"/>
              </a:ext>
            </a:extLst>
          </p:cNvPr>
          <p:cNvSpPr/>
          <p:nvPr/>
        </p:nvSpPr>
        <p:spPr>
          <a:xfrm rot="10800000">
            <a:off x="3203063" y="3372920"/>
            <a:ext cx="360040" cy="278740"/>
          </a:xfrm>
          <a:prstGeom prst="triangle">
            <a:avLst>
              <a:gd name="adj" fmla="val 53135"/>
            </a:avLst>
          </a:prstGeom>
        </p:spPr>
        <p:style>
          <a:lnRef idx="2">
            <a:schemeClr val="accent1"/>
          </a:lnRef>
          <a:fillRef idx="1">
            <a:schemeClr val="lt1"/>
          </a:fillRef>
          <a:effectRef idx="0">
            <a:schemeClr val="accent1"/>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nl-BE" sz="2400">
              <a:solidFill>
                <a:schemeClr val="tx1"/>
              </a:solidFill>
              <a:latin typeface="Barlow Condensed" panose="00000506000000000000" pitchFamily="2" charset="0"/>
            </a:endParaRPr>
          </a:p>
        </p:txBody>
      </p:sp>
      <p:sp>
        <p:nvSpPr>
          <p:cNvPr id="55" name="Gelijkbenige driehoek 31">
            <a:extLst>
              <a:ext uri="{FF2B5EF4-FFF2-40B4-BE49-F238E27FC236}">
                <a16:creationId xmlns:a16="http://schemas.microsoft.com/office/drawing/2014/main" id="{53C5DBA7-C84E-E53B-3B35-76016F49BB43}"/>
              </a:ext>
            </a:extLst>
          </p:cNvPr>
          <p:cNvSpPr/>
          <p:nvPr/>
        </p:nvSpPr>
        <p:spPr>
          <a:xfrm rot="10800000">
            <a:off x="3203065" y="4373591"/>
            <a:ext cx="360040" cy="278740"/>
          </a:xfrm>
          <a:prstGeom prst="triangle">
            <a:avLst>
              <a:gd name="adj" fmla="val 53135"/>
            </a:avLst>
          </a:prstGeom>
        </p:spPr>
        <p:style>
          <a:lnRef idx="2">
            <a:schemeClr val="accent1"/>
          </a:lnRef>
          <a:fillRef idx="1">
            <a:schemeClr val="lt1"/>
          </a:fillRef>
          <a:effectRef idx="0">
            <a:schemeClr val="accent1"/>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nl-BE" sz="2400">
              <a:solidFill>
                <a:schemeClr val="tx1"/>
              </a:solidFill>
              <a:latin typeface="Barlow Condensed" panose="00000506000000000000" pitchFamily="2" charset="0"/>
            </a:endParaRPr>
          </a:p>
        </p:txBody>
      </p:sp>
      <p:sp>
        <p:nvSpPr>
          <p:cNvPr id="56" name="Gelijkbenige driehoek 32">
            <a:extLst>
              <a:ext uri="{FF2B5EF4-FFF2-40B4-BE49-F238E27FC236}">
                <a16:creationId xmlns:a16="http://schemas.microsoft.com/office/drawing/2014/main" id="{855853E2-9274-0599-57EA-4B1E4CEEFD66}"/>
              </a:ext>
            </a:extLst>
          </p:cNvPr>
          <p:cNvSpPr/>
          <p:nvPr/>
        </p:nvSpPr>
        <p:spPr>
          <a:xfrm>
            <a:off x="8735255" y="4373591"/>
            <a:ext cx="360040" cy="278740"/>
          </a:xfrm>
          <a:prstGeom prst="triangle">
            <a:avLst>
              <a:gd name="adj" fmla="val 53135"/>
            </a:avLst>
          </a:prstGeom>
        </p:spPr>
        <p:style>
          <a:lnRef idx="2">
            <a:schemeClr val="accent2"/>
          </a:lnRef>
          <a:fillRef idx="1">
            <a:schemeClr val="lt1"/>
          </a:fillRef>
          <a:effectRef idx="0">
            <a:schemeClr val="accent2"/>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nl-BE" sz="2400">
              <a:solidFill>
                <a:schemeClr val="tx1"/>
              </a:solidFill>
              <a:latin typeface="Barlow Condensed" panose="00000506000000000000" pitchFamily="2" charset="0"/>
            </a:endParaRPr>
          </a:p>
        </p:txBody>
      </p:sp>
      <p:sp>
        <p:nvSpPr>
          <p:cNvPr id="57" name="Gelijkbenige driehoek 33">
            <a:extLst>
              <a:ext uri="{FF2B5EF4-FFF2-40B4-BE49-F238E27FC236}">
                <a16:creationId xmlns:a16="http://schemas.microsoft.com/office/drawing/2014/main" id="{3AB5BFBB-B52F-B654-9CCE-B6CA362ECD32}"/>
              </a:ext>
            </a:extLst>
          </p:cNvPr>
          <p:cNvSpPr/>
          <p:nvPr/>
        </p:nvSpPr>
        <p:spPr>
          <a:xfrm>
            <a:off x="8735255" y="3372921"/>
            <a:ext cx="360040" cy="278740"/>
          </a:xfrm>
          <a:prstGeom prst="triangle">
            <a:avLst>
              <a:gd name="adj" fmla="val 53135"/>
            </a:avLst>
          </a:prstGeom>
        </p:spPr>
        <p:style>
          <a:lnRef idx="2">
            <a:schemeClr val="accent2"/>
          </a:lnRef>
          <a:fillRef idx="1">
            <a:schemeClr val="lt1"/>
          </a:fillRef>
          <a:effectRef idx="0">
            <a:schemeClr val="accent2"/>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nl-BE" sz="2400">
              <a:solidFill>
                <a:schemeClr val="tx1"/>
              </a:solidFill>
              <a:latin typeface="Barlow Condensed" panose="00000506000000000000" pitchFamily="2" charset="0"/>
            </a:endParaRPr>
          </a:p>
        </p:txBody>
      </p:sp>
      <p:sp>
        <p:nvSpPr>
          <p:cNvPr id="58" name="Gelijkbenige driehoek 34">
            <a:extLst>
              <a:ext uri="{FF2B5EF4-FFF2-40B4-BE49-F238E27FC236}">
                <a16:creationId xmlns:a16="http://schemas.microsoft.com/office/drawing/2014/main" id="{CC18ED03-1F7A-47C1-137E-EA1CBCE9A296}"/>
              </a:ext>
            </a:extLst>
          </p:cNvPr>
          <p:cNvSpPr/>
          <p:nvPr/>
        </p:nvSpPr>
        <p:spPr>
          <a:xfrm>
            <a:off x="8735255" y="2348635"/>
            <a:ext cx="360040" cy="278740"/>
          </a:xfrm>
          <a:prstGeom prst="triangle">
            <a:avLst>
              <a:gd name="adj" fmla="val 53135"/>
            </a:avLst>
          </a:prstGeom>
        </p:spPr>
        <p:style>
          <a:lnRef idx="2">
            <a:schemeClr val="accent2"/>
          </a:lnRef>
          <a:fillRef idx="1">
            <a:schemeClr val="lt1"/>
          </a:fillRef>
          <a:effectRef idx="0">
            <a:schemeClr val="accent2"/>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nl-BE" sz="2400">
              <a:solidFill>
                <a:schemeClr val="tx1"/>
              </a:solidFill>
              <a:latin typeface="Barlow Condensed" panose="00000506000000000000" pitchFamily="2" charset="0"/>
            </a:endParaRPr>
          </a:p>
        </p:txBody>
      </p:sp>
      <p:sp>
        <p:nvSpPr>
          <p:cNvPr id="59" name="Tekstvak 35">
            <a:extLst>
              <a:ext uri="{FF2B5EF4-FFF2-40B4-BE49-F238E27FC236}">
                <a16:creationId xmlns:a16="http://schemas.microsoft.com/office/drawing/2014/main" id="{D515D6F8-3121-B967-8793-02253F7B9FEC}"/>
              </a:ext>
            </a:extLst>
          </p:cNvPr>
          <p:cNvSpPr txBox="1"/>
          <p:nvPr/>
        </p:nvSpPr>
        <p:spPr>
          <a:xfrm>
            <a:off x="5037460" y="5367033"/>
            <a:ext cx="2098651" cy="461665"/>
          </a:xfrm>
          <a:prstGeom prst="rect">
            <a:avLst/>
          </a:prstGeom>
          <a:noFill/>
        </p:spPr>
        <p:txBody>
          <a:bodyPr wrap="none" rtlCol="0">
            <a:spAutoFit/>
          </a:bodyPr>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nl-BE" sz="2400" dirty="0">
                <a:latin typeface="Barlow Condensed" panose="00000506000000000000" pitchFamily="2" charset="0"/>
              </a:rPr>
              <a:t>fysieke verbinding</a:t>
            </a:r>
          </a:p>
        </p:txBody>
      </p:sp>
    </p:spTree>
    <p:extLst>
      <p:ext uri="{BB962C8B-B14F-4D97-AF65-F5344CB8AC3E}">
        <p14:creationId xmlns:p14="http://schemas.microsoft.com/office/powerpoint/2010/main" val="12407292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6A457-5E14-0880-F85F-B4FB202F62CE}"/>
              </a:ext>
            </a:extLst>
          </p:cNvPr>
          <p:cNvSpPr>
            <a:spLocks noGrp="1"/>
          </p:cNvSpPr>
          <p:nvPr>
            <p:ph type="title"/>
          </p:nvPr>
        </p:nvSpPr>
        <p:spPr>
          <a:xfrm>
            <a:off x="838200" y="204661"/>
            <a:ext cx="10515600" cy="1325563"/>
          </a:xfrm>
        </p:spPr>
        <p:txBody>
          <a:bodyPr/>
          <a:lstStyle/>
          <a:p>
            <a:r>
              <a:rPr lang="en-US" dirty="0"/>
              <a:t>OSI-reference model</a:t>
            </a:r>
            <a:endParaRPr lang="LID4096" dirty="0"/>
          </a:p>
        </p:txBody>
      </p:sp>
      <p:sp>
        <p:nvSpPr>
          <p:cNvPr id="4" name="Rechthoek 7">
            <a:extLst>
              <a:ext uri="{FF2B5EF4-FFF2-40B4-BE49-F238E27FC236}">
                <a16:creationId xmlns:a16="http://schemas.microsoft.com/office/drawing/2014/main" id="{02D04B8B-3018-9DA6-86C7-B2906643829A}"/>
              </a:ext>
            </a:extLst>
          </p:cNvPr>
          <p:cNvSpPr/>
          <p:nvPr/>
        </p:nvSpPr>
        <p:spPr>
          <a:xfrm>
            <a:off x="1019104" y="1355974"/>
            <a:ext cx="2689332" cy="5136901"/>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t"/>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nl-BE" sz="3200" dirty="0">
              <a:latin typeface="Barlow Condensed" panose="00000506000000000000" pitchFamily="2" charset="0"/>
            </a:endParaRPr>
          </a:p>
        </p:txBody>
      </p:sp>
      <p:sp>
        <p:nvSpPr>
          <p:cNvPr id="5" name="Rechthoek 8">
            <a:extLst>
              <a:ext uri="{FF2B5EF4-FFF2-40B4-BE49-F238E27FC236}">
                <a16:creationId xmlns:a16="http://schemas.microsoft.com/office/drawing/2014/main" id="{C0780F49-F8A1-0864-85B8-9B4B74ABA3E0}"/>
              </a:ext>
            </a:extLst>
          </p:cNvPr>
          <p:cNvSpPr/>
          <p:nvPr/>
        </p:nvSpPr>
        <p:spPr>
          <a:xfrm>
            <a:off x="8202205" y="1393910"/>
            <a:ext cx="2689337" cy="5136902"/>
          </a:xfrm>
          <a:prstGeom prst="rect">
            <a:avLst/>
          </a:prstGeom>
          <a:ln/>
        </p:spPr>
        <p:style>
          <a:lnRef idx="3">
            <a:schemeClr val="lt1"/>
          </a:lnRef>
          <a:fillRef idx="1">
            <a:schemeClr val="accent1"/>
          </a:fillRef>
          <a:effectRef idx="1">
            <a:schemeClr val="accent1"/>
          </a:effectRef>
          <a:fontRef idx="minor">
            <a:schemeClr val="lt1"/>
          </a:fontRef>
        </p:style>
        <p:txBody>
          <a:bodyPr rtlCol="0" anchor="t"/>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nl-BE" sz="3200" dirty="0">
              <a:latin typeface="Barlow Condensed" panose="00000506000000000000" pitchFamily="2" charset="0"/>
            </a:endParaRPr>
          </a:p>
        </p:txBody>
      </p:sp>
      <p:sp>
        <p:nvSpPr>
          <p:cNvPr id="6" name="Rechthoek 10">
            <a:extLst>
              <a:ext uri="{FF2B5EF4-FFF2-40B4-BE49-F238E27FC236}">
                <a16:creationId xmlns:a16="http://schemas.microsoft.com/office/drawing/2014/main" id="{616F78A1-8A3F-7E7B-1DBA-42B53DCB42F6}"/>
              </a:ext>
            </a:extLst>
          </p:cNvPr>
          <p:cNvSpPr/>
          <p:nvPr/>
        </p:nvSpPr>
        <p:spPr>
          <a:xfrm>
            <a:off x="1121491" y="1431513"/>
            <a:ext cx="2088232" cy="576064"/>
          </a:xfrm>
          <a:prstGeom prst="rect">
            <a:avLst/>
          </a:prstGeom>
        </p:spPr>
        <p:style>
          <a:lnRef idx="2">
            <a:schemeClr val="dk1"/>
          </a:lnRef>
          <a:fillRef idx="1">
            <a:schemeClr val="lt1"/>
          </a:fillRef>
          <a:effectRef idx="0">
            <a:schemeClr val="dk1"/>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nl-BE" sz="2400" dirty="0" err="1">
                <a:solidFill>
                  <a:schemeClr val="accent1"/>
                </a:solidFill>
                <a:latin typeface="Barlow Condensed" panose="00000506000000000000" pitchFamily="2" charset="0"/>
              </a:rPr>
              <a:t>toepassingslaag</a:t>
            </a:r>
            <a:endParaRPr lang="nl-BE" sz="2400" dirty="0">
              <a:solidFill>
                <a:schemeClr val="accent1"/>
              </a:solidFill>
              <a:latin typeface="Barlow Condensed" panose="00000506000000000000" pitchFamily="2" charset="0"/>
            </a:endParaRPr>
          </a:p>
        </p:txBody>
      </p:sp>
      <p:sp>
        <p:nvSpPr>
          <p:cNvPr id="7" name="Rechthoek 11">
            <a:extLst>
              <a:ext uri="{FF2B5EF4-FFF2-40B4-BE49-F238E27FC236}">
                <a16:creationId xmlns:a16="http://schemas.microsoft.com/office/drawing/2014/main" id="{A7699FA1-91CE-9031-A821-F8E5BD40989B}"/>
              </a:ext>
            </a:extLst>
          </p:cNvPr>
          <p:cNvSpPr/>
          <p:nvPr/>
        </p:nvSpPr>
        <p:spPr>
          <a:xfrm>
            <a:off x="8714714" y="1469449"/>
            <a:ext cx="2088232" cy="576064"/>
          </a:xfrm>
          <a:prstGeom prst="rect">
            <a:avLst/>
          </a:prstGeom>
        </p:spPr>
        <p:style>
          <a:lnRef idx="2">
            <a:schemeClr val="dk1"/>
          </a:lnRef>
          <a:fillRef idx="1">
            <a:schemeClr val="lt1"/>
          </a:fillRef>
          <a:effectRef idx="0">
            <a:schemeClr val="dk1"/>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nl-BE" sz="2400" dirty="0" err="1">
                <a:solidFill>
                  <a:schemeClr val="accent2"/>
                </a:solidFill>
                <a:latin typeface="Barlow Condensed" panose="00000506000000000000" pitchFamily="2" charset="0"/>
              </a:rPr>
              <a:t>toepassingslaag</a:t>
            </a:r>
            <a:endParaRPr lang="nl-BE" sz="2400" dirty="0">
              <a:solidFill>
                <a:schemeClr val="accent2"/>
              </a:solidFill>
              <a:latin typeface="Barlow Condensed" panose="00000506000000000000" pitchFamily="2" charset="0"/>
            </a:endParaRPr>
          </a:p>
        </p:txBody>
      </p:sp>
      <p:sp>
        <p:nvSpPr>
          <p:cNvPr id="8" name="Rechthoek 12">
            <a:extLst>
              <a:ext uri="{FF2B5EF4-FFF2-40B4-BE49-F238E27FC236}">
                <a16:creationId xmlns:a16="http://schemas.microsoft.com/office/drawing/2014/main" id="{29AA1AC8-30DB-BD99-1A2A-F04D15CB8783}"/>
              </a:ext>
            </a:extLst>
          </p:cNvPr>
          <p:cNvSpPr/>
          <p:nvPr/>
        </p:nvSpPr>
        <p:spPr>
          <a:xfrm>
            <a:off x="1121491" y="2170483"/>
            <a:ext cx="2088232" cy="576064"/>
          </a:xfrm>
          <a:prstGeom prst="rect">
            <a:avLst/>
          </a:prstGeom>
        </p:spPr>
        <p:style>
          <a:lnRef idx="2">
            <a:schemeClr val="dk1"/>
          </a:lnRef>
          <a:fillRef idx="1">
            <a:schemeClr val="lt1"/>
          </a:fillRef>
          <a:effectRef idx="0">
            <a:schemeClr val="dk1"/>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nl-BE" sz="2400" dirty="0" err="1">
                <a:solidFill>
                  <a:schemeClr val="accent1"/>
                </a:solidFill>
                <a:latin typeface="Barlow Condensed" panose="00000506000000000000" pitchFamily="2" charset="0"/>
              </a:rPr>
              <a:t>presentatielaag</a:t>
            </a:r>
            <a:endParaRPr lang="nl-BE" sz="2400" dirty="0">
              <a:solidFill>
                <a:schemeClr val="accent1"/>
              </a:solidFill>
              <a:latin typeface="Barlow Condensed" panose="00000506000000000000" pitchFamily="2" charset="0"/>
            </a:endParaRPr>
          </a:p>
        </p:txBody>
      </p:sp>
      <p:sp>
        <p:nvSpPr>
          <p:cNvPr id="9" name="Rechthoek 13">
            <a:extLst>
              <a:ext uri="{FF2B5EF4-FFF2-40B4-BE49-F238E27FC236}">
                <a16:creationId xmlns:a16="http://schemas.microsoft.com/office/drawing/2014/main" id="{7269845D-4F4E-E924-4174-579361A057A5}"/>
              </a:ext>
            </a:extLst>
          </p:cNvPr>
          <p:cNvSpPr/>
          <p:nvPr/>
        </p:nvSpPr>
        <p:spPr>
          <a:xfrm>
            <a:off x="8714714" y="2208419"/>
            <a:ext cx="2088232" cy="576064"/>
          </a:xfrm>
          <a:prstGeom prst="rect">
            <a:avLst/>
          </a:prstGeom>
        </p:spPr>
        <p:style>
          <a:lnRef idx="2">
            <a:schemeClr val="dk1"/>
          </a:lnRef>
          <a:fillRef idx="1">
            <a:schemeClr val="lt1"/>
          </a:fillRef>
          <a:effectRef idx="0">
            <a:schemeClr val="dk1"/>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nl-BE" sz="2400" dirty="0" err="1">
                <a:solidFill>
                  <a:schemeClr val="accent2"/>
                </a:solidFill>
                <a:latin typeface="Barlow Condensed" panose="00000506000000000000" pitchFamily="2" charset="0"/>
              </a:rPr>
              <a:t>presentatielaag</a:t>
            </a:r>
            <a:endParaRPr lang="nl-BE" sz="2400" dirty="0">
              <a:solidFill>
                <a:schemeClr val="accent2"/>
              </a:solidFill>
              <a:latin typeface="Barlow Condensed" panose="00000506000000000000" pitchFamily="2" charset="0"/>
            </a:endParaRPr>
          </a:p>
        </p:txBody>
      </p:sp>
      <p:sp>
        <p:nvSpPr>
          <p:cNvPr id="10" name="Rechthoek 14">
            <a:extLst>
              <a:ext uri="{FF2B5EF4-FFF2-40B4-BE49-F238E27FC236}">
                <a16:creationId xmlns:a16="http://schemas.microsoft.com/office/drawing/2014/main" id="{1A479DE9-711C-D0E0-4F5C-942C3CFC564F}"/>
              </a:ext>
            </a:extLst>
          </p:cNvPr>
          <p:cNvSpPr/>
          <p:nvPr/>
        </p:nvSpPr>
        <p:spPr>
          <a:xfrm>
            <a:off x="1121491" y="2917160"/>
            <a:ext cx="2088232" cy="576064"/>
          </a:xfrm>
          <a:prstGeom prst="rect">
            <a:avLst/>
          </a:prstGeom>
        </p:spPr>
        <p:style>
          <a:lnRef idx="2">
            <a:schemeClr val="dk1"/>
          </a:lnRef>
          <a:fillRef idx="1">
            <a:schemeClr val="lt1"/>
          </a:fillRef>
          <a:effectRef idx="0">
            <a:schemeClr val="dk1"/>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nl-BE" sz="2400" dirty="0" err="1">
                <a:solidFill>
                  <a:schemeClr val="accent1"/>
                </a:solidFill>
                <a:latin typeface="Barlow Condensed" panose="00000506000000000000" pitchFamily="2" charset="0"/>
              </a:rPr>
              <a:t>sessielaag</a:t>
            </a:r>
            <a:endParaRPr lang="nl-BE" sz="2400" dirty="0">
              <a:solidFill>
                <a:schemeClr val="accent1"/>
              </a:solidFill>
              <a:latin typeface="Barlow Condensed" panose="00000506000000000000" pitchFamily="2" charset="0"/>
            </a:endParaRPr>
          </a:p>
        </p:txBody>
      </p:sp>
      <p:sp>
        <p:nvSpPr>
          <p:cNvPr id="11" name="Rechthoek 15">
            <a:extLst>
              <a:ext uri="{FF2B5EF4-FFF2-40B4-BE49-F238E27FC236}">
                <a16:creationId xmlns:a16="http://schemas.microsoft.com/office/drawing/2014/main" id="{1693E347-00E2-9EC2-E3F6-68408027CD50}"/>
              </a:ext>
            </a:extLst>
          </p:cNvPr>
          <p:cNvSpPr/>
          <p:nvPr/>
        </p:nvSpPr>
        <p:spPr>
          <a:xfrm>
            <a:off x="8714714" y="2955096"/>
            <a:ext cx="2088232" cy="576064"/>
          </a:xfrm>
          <a:prstGeom prst="rect">
            <a:avLst/>
          </a:prstGeom>
        </p:spPr>
        <p:style>
          <a:lnRef idx="2">
            <a:schemeClr val="dk1"/>
          </a:lnRef>
          <a:fillRef idx="1">
            <a:schemeClr val="lt1"/>
          </a:fillRef>
          <a:effectRef idx="0">
            <a:schemeClr val="dk1"/>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nl-BE" sz="2400" dirty="0" err="1">
                <a:solidFill>
                  <a:schemeClr val="accent2"/>
                </a:solidFill>
                <a:latin typeface="Barlow Condensed" panose="00000506000000000000" pitchFamily="2" charset="0"/>
              </a:rPr>
              <a:t>sessielaag</a:t>
            </a:r>
            <a:endParaRPr lang="nl-BE" sz="2400" dirty="0">
              <a:solidFill>
                <a:schemeClr val="accent2"/>
              </a:solidFill>
              <a:latin typeface="Barlow Condensed" panose="00000506000000000000" pitchFamily="2" charset="0"/>
            </a:endParaRPr>
          </a:p>
        </p:txBody>
      </p:sp>
      <p:sp>
        <p:nvSpPr>
          <p:cNvPr id="12" name="Rechthoek 16">
            <a:extLst>
              <a:ext uri="{FF2B5EF4-FFF2-40B4-BE49-F238E27FC236}">
                <a16:creationId xmlns:a16="http://schemas.microsoft.com/office/drawing/2014/main" id="{2E6B5CA6-C30F-1296-0B91-C6DEBA7EEC4A}"/>
              </a:ext>
            </a:extLst>
          </p:cNvPr>
          <p:cNvSpPr/>
          <p:nvPr/>
        </p:nvSpPr>
        <p:spPr>
          <a:xfrm>
            <a:off x="1121491" y="3650938"/>
            <a:ext cx="2088232" cy="576064"/>
          </a:xfrm>
          <a:prstGeom prst="rect">
            <a:avLst/>
          </a:prstGeom>
        </p:spPr>
        <p:style>
          <a:lnRef idx="2">
            <a:schemeClr val="dk1"/>
          </a:lnRef>
          <a:fillRef idx="1">
            <a:schemeClr val="lt1"/>
          </a:fillRef>
          <a:effectRef idx="0">
            <a:schemeClr val="dk1"/>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nl-BE" sz="2400" dirty="0" err="1">
                <a:solidFill>
                  <a:schemeClr val="accent1"/>
                </a:solidFill>
                <a:latin typeface="Barlow Condensed" panose="00000506000000000000" pitchFamily="2" charset="0"/>
              </a:rPr>
              <a:t>transportlaag</a:t>
            </a:r>
            <a:endParaRPr lang="nl-BE" sz="2400" dirty="0">
              <a:solidFill>
                <a:schemeClr val="accent1"/>
              </a:solidFill>
              <a:latin typeface="Barlow Condensed" panose="00000506000000000000" pitchFamily="2" charset="0"/>
            </a:endParaRPr>
          </a:p>
        </p:txBody>
      </p:sp>
      <p:sp>
        <p:nvSpPr>
          <p:cNvPr id="13" name="Rechthoek 17">
            <a:extLst>
              <a:ext uri="{FF2B5EF4-FFF2-40B4-BE49-F238E27FC236}">
                <a16:creationId xmlns:a16="http://schemas.microsoft.com/office/drawing/2014/main" id="{47B881AA-363C-7524-FD94-04F181816BDE}"/>
              </a:ext>
            </a:extLst>
          </p:cNvPr>
          <p:cNvSpPr/>
          <p:nvPr/>
        </p:nvSpPr>
        <p:spPr>
          <a:xfrm>
            <a:off x="8714714" y="3688874"/>
            <a:ext cx="2088232" cy="576064"/>
          </a:xfrm>
          <a:prstGeom prst="rect">
            <a:avLst/>
          </a:prstGeom>
        </p:spPr>
        <p:style>
          <a:lnRef idx="2">
            <a:schemeClr val="dk1"/>
          </a:lnRef>
          <a:fillRef idx="1">
            <a:schemeClr val="lt1"/>
          </a:fillRef>
          <a:effectRef idx="0">
            <a:schemeClr val="dk1"/>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nl-BE" sz="2400" dirty="0" err="1">
                <a:solidFill>
                  <a:schemeClr val="accent2"/>
                </a:solidFill>
                <a:latin typeface="Barlow Condensed" panose="00000506000000000000" pitchFamily="2" charset="0"/>
              </a:rPr>
              <a:t>transportlaag</a:t>
            </a:r>
            <a:endParaRPr lang="nl-BE" sz="2400" dirty="0">
              <a:solidFill>
                <a:schemeClr val="accent2"/>
              </a:solidFill>
              <a:latin typeface="Barlow Condensed" panose="00000506000000000000" pitchFamily="2" charset="0"/>
            </a:endParaRPr>
          </a:p>
        </p:txBody>
      </p:sp>
      <p:cxnSp>
        <p:nvCxnSpPr>
          <p:cNvPr id="14" name="Rechte verbindingslijn 18">
            <a:extLst>
              <a:ext uri="{FF2B5EF4-FFF2-40B4-BE49-F238E27FC236}">
                <a16:creationId xmlns:a16="http://schemas.microsoft.com/office/drawing/2014/main" id="{385D1C8D-383E-3F4A-9782-6FF34080CB4E}"/>
              </a:ext>
            </a:extLst>
          </p:cNvPr>
          <p:cNvCxnSpPr/>
          <p:nvPr/>
        </p:nvCxnSpPr>
        <p:spPr>
          <a:xfrm>
            <a:off x="3708436" y="1762009"/>
            <a:ext cx="4470806" cy="3958"/>
          </a:xfrm>
          <a:prstGeom prst="line">
            <a:avLst/>
          </a:prstGeom>
          <a:ln/>
        </p:spPr>
        <p:style>
          <a:lnRef idx="2">
            <a:schemeClr val="dk1"/>
          </a:lnRef>
          <a:fillRef idx="1">
            <a:schemeClr val="lt1"/>
          </a:fillRef>
          <a:effectRef idx="0">
            <a:schemeClr val="dk1"/>
          </a:effectRef>
          <a:fontRef idx="minor">
            <a:schemeClr val="dk1"/>
          </a:fontRef>
        </p:style>
      </p:cxnSp>
      <p:cxnSp>
        <p:nvCxnSpPr>
          <p:cNvPr id="15" name="Rechte verbindingslijn 19">
            <a:extLst>
              <a:ext uri="{FF2B5EF4-FFF2-40B4-BE49-F238E27FC236}">
                <a16:creationId xmlns:a16="http://schemas.microsoft.com/office/drawing/2014/main" id="{B99F257F-5F21-0A65-0FC4-FB6E1C10BC44}"/>
              </a:ext>
            </a:extLst>
          </p:cNvPr>
          <p:cNvCxnSpPr/>
          <p:nvPr/>
        </p:nvCxnSpPr>
        <p:spPr>
          <a:xfrm>
            <a:off x="2158711" y="5896313"/>
            <a:ext cx="0" cy="506979"/>
          </a:xfrm>
          <a:prstGeom prst="line">
            <a:avLst/>
          </a:prstGeom>
          <a:ln/>
        </p:spPr>
        <p:style>
          <a:lnRef idx="2">
            <a:schemeClr val="dk1"/>
          </a:lnRef>
          <a:fillRef idx="1">
            <a:schemeClr val="lt1"/>
          </a:fillRef>
          <a:effectRef idx="0">
            <a:schemeClr val="dk1"/>
          </a:effectRef>
          <a:fontRef idx="minor">
            <a:schemeClr val="dk1"/>
          </a:fontRef>
        </p:style>
      </p:cxnSp>
      <p:cxnSp>
        <p:nvCxnSpPr>
          <p:cNvPr id="16" name="Rechte verbindingslijn 20">
            <a:extLst>
              <a:ext uri="{FF2B5EF4-FFF2-40B4-BE49-F238E27FC236}">
                <a16:creationId xmlns:a16="http://schemas.microsoft.com/office/drawing/2014/main" id="{FD3D2E9B-EC62-4232-61E1-11F26E6657CE}"/>
              </a:ext>
            </a:extLst>
          </p:cNvPr>
          <p:cNvCxnSpPr/>
          <p:nvPr/>
        </p:nvCxnSpPr>
        <p:spPr>
          <a:xfrm>
            <a:off x="9858389" y="5943632"/>
            <a:ext cx="0" cy="506979"/>
          </a:xfrm>
          <a:prstGeom prst="line">
            <a:avLst/>
          </a:prstGeom>
          <a:ln/>
        </p:spPr>
        <p:style>
          <a:lnRef idx="2">
            <a:schemeClr val="dk1"/>
          </a:lnRef>
          <a:fillRef idx="1">
            <a:schemeClr val="lt1"/>
          </a:fillRef>
          <a:effectRef idx="0">
            <a:schemeClr val="dk1"/>
          </a:effectRef>
          <a:fontRef idx="minor">
            <a:schemeClr val="dk1"/>
          </a:fontRef>
        </p:style>
      </p:cxnSp>
      <p:cxnSp>
        <p:nvCxnSpPr>
          <p:cNvPr id="17" name="Rechte verbindingslijn 21">
            <a:extLst>
              <a:ext uri="{FF2B5EF4-FFF2-40B4-BE49-F238E27FC236}">
                <a16:creationId xmlns:a16="http://schemas.microsoft.com/office/drawing/2014/main" id="{0A3B9753-7DFA-F8C6-82BD-7492D6099E48}"/>
              </a:ext>
            </a:extLst>
          </p:cNvPr>
          <p:cNvCxnSpPr/>
          <p:nvPr/>
        </p:nvCxnSpPr>
        <p:spPr>
          <a:xfrm>
            <a:off x="3708436" y="2482099"/>
            <a:ext cx="4470806" cy="17899"/>
          </a:xfrm>
          <a:prstGeom prst="line">
            <a:avLst/>
          </a:prstGeom>
          <a:ln/>
        </p:spPr>
        <p:style>
          <a:lnRef idx="2">
            <a:schemeClr val="dk1"/>
          </a:lnRef>
          <a:fillRef idx="1">
            <a:schemeClr val="lt1"/>
          </a:fillRef>
          <a:effectRef idx="0">
            <a:schemeClr val="dk1"/>
          </a:effectRef>
          <a:fontRef idx="minor">
            <a:schemeClr val="dk1"/>
          </a:fontRef>
        </p:style>
      </p:cxnSp>
      <p:cxnSp>
        <p:nvCxnSpPr>
          <p:cNvPr id="18" name="Rechte verbindingslijn 22">
            <a:extLst>
              <a:ext uri="{FF2B5EF4-FFF2-40B4-BE49-F238E27FC236}">
                <a16:creationId xmlns:a16="http://schemas.microsoft.com/office/drawing/2014/main" id="{01B528A7-2083-3B4F-04EA-F367931834A1}"/>
              </a:ext>
            </a:extLst>
          </p:cNvPr>
          <p:cNvCxnSpPr/>
          <p:nvPr/>
        </p:nvCxnSpPr>
        <p:spPr>
          <a:xfrm>
            <a:off x="3751836" y="3238968"/>
            <a:ext cx="4457862" cy="26407"/>
          </a:xfrm>
          <a:prstGeom prst="line">
            <a:avLst/>
          </a:prstGeom>
          <a:ln/>
        </p:spPr>
        <p:style>
          <a:lnRef idx="2">
            <a:schemeClr val="dk1"/>
          </a:lnRef>
          <a:fillRef idx="1">
            <a:schemeClr val="lt1"/>
          </a:fillRef>
          <a:effectRef idx="0">
            <a:schemeClr val="dk1"/>
          </a:effectRef>
          <a:fontRef idx="minor">
            <a:schemeClr val="dk1"/>
          </a:fontRef>
        </p:style>
      </p:cxnSp>
      <p:sp>
        <p:nvSpPr>
          <p:cNvPr id="19" name="Tekstvak 24">
            <a:extLst>
              <a:ext uri="{FF2B5EF4-FFF2-40B4-BE49-F238E27FC236}">
                <a16:creationId xmlns:a16="http://schemas.microsoft.com/office/drawing/2014/main" id="{F00BE1A8-0AC5-DB10-BC32-C2309AE35197}"/>
              </a:ext>
            </a:extLst>
          </p:cNvPr>
          <p:cNvSpPr txBox="1"/>
          <p:nvPr/>
        </p:nvSpPr>
        <p:spPr>
          <a:xfrm>
            <a:off x="4869176" y="6262042"/>
            <a:ext cx="2084225" cy="461665"/>
          </a:xfrm>
          <a:prstGeom prst="rect">
            <a:avLst/>
          </a:prstGeom>
          <a:noFill/>
          <a:ln>
            <a:noFill/>
          </a:ln>
        </p:spPr>
        <p:style>
          <a:lnRef idx="0">
            <a:scrgbClr r="0" g="0" b="0"/>
          </a:lnRef>
          <a:fillRef idx="0">
            <a:scrgbClr r="0" g="0" b="0"/>
          </a:fillRef>
          <a:effectRef idx="0">
            <a:scrgbClr r="0" g="0" b="0"/>
          </a:effectRef>
          <a:fontRef idx="minor">
            <a:schemeClr val="dk1"/>
          </a:fontRef>
        </p:style>
        <p:txBody>
          <a:bodyPr wrap="none" rtlCol="0">
            <a:spAutoFit/>
          </a:bodyPr>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nl-BE" sz="2400" dirty="0">
                <a:latin typeface="Barlow Condensed" panose="00000506000000000000" pitchFamily="2" charset="0"/>
              </a:rPr>
              <a:t>fysieke</a:t>
            </a:r>
            <a:r>
              <a:rPr lang="nl-BE" dirty="0">
                <a:latin typeface="Barlow Condensed" panose="00000506000000000000" pitchFamily="2" charset="0"/>
              </a:rPr>
              <a:t> </a:t>
            </a:r>
            <a:r>
              <a:rPr lang="nl-BE" sz="2400" dirty="0">
                <a:latin typeface="Barlow Condensed" panose="00000506000000000000" pitchFamily="2" charset="0"/>
              </a:rPr>
              <a:t>verbinding</a:t>
            </a:r>
            <a:endParaRPr lang="nl-BE" dirty="0">
              <a:latin typeface="Barlow Condensed" panose="00000506000000000000" pitchFamily="2" charset="0"/>
            </a:endParaRPr>
          </a:p>
        </p:txBody>
      </p:sp>
      <p:sp>
        <p:nvSpPr>
          <p:cNvPr id="20" name="Rechthoek 25">
            <a:extLst>
              <a:ext uri="{FF2B5EF4-FFF2-40B4-BE49-F238E27FC236}">
                <a16:creationId xmlns:a16="http://schemas.microsoft.com/office/drawing/2014/main" id="{5B897AA3-4005-AEEB-63DD-D4862D166A15}"/>
              </a:ext>
            </a:extLst>
          </p:cNvPr>
          <p:cNvSpPr/>
          <p:nvPr/>
        </p:nvSpPr>
        <p:spPr>
          <a:xfrm>
            <a:off x="1121491" y="4371486"/>
            <a:ext cx="2088232" cy="576064"/>
          </a:xfrm>
          <a:prstGeom prst="rect">
            <a:avLst/>
          </a:prstGeom>
        </p:spPr>
        <p:style>
          <a:lnRef idx="2">
            <a:schemeClr val="dk1"/>
          </a:lnRef>
          <a:fillRef idx="1">
            <a:schemeClr val="lt1"/>
          </a:fillRef>
          <a:effectRef idx="0">
            <a:schemeClr val="dk1"/>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nl-BE" sz="2400" dirty="0" err="1">
                <a:solidFill>
                  <a:schemeClr val="accent1"/>
                </a:solidFill>
                <a:latin typeface="Barlow Condensed" panose="00000506000000000000" pitchFamily="2" charset="0"/>
              </a:rPr>
              <a:t>netwerklaag</a:t>
            </a:r>
            <a:endParaRPr lang="nl-BE" sz="2400" dirty="0">
              <a:solidFill>
                <a:schemeClr val="accent1"/>
              </a:solidFill>
              <a:latin typeface="Barlow Condensed" panose="00000506000000000000" pitchFamily="2" charset="0"/>
            </a:endParaRPr>
          </a:p>
        </p:txBody>
      </p:sp>
      <p:sp>
        <p:nvSpPr>
          <p:cNvPr id="21" name="Rechthoek 26">
            <a:extLst>
              <a:ext uri="{FF2B5EF4-FFF2-40B4-BE49-F238E27FC236}">
                <a16:creationId xmlns:a16="http://schemas.microsoft.com/office/drawing/2014/main" id="{3630E921-D642-2FDF-568D-E80681985745}"/>
              </a:ext>
            </a:extLst>
          </p:cNvPr>
          <p:cNvSpPr/>
          <p:nvPr/>
        </p:nvSpPr>
        <p:spPr>
          <a:xfrm>
            <a:off x="8714714" y="4409422"/>
            <a:ext cx="2088232" cy="576064"/>
          </a:xfrm>
          <a:prstGeom prst="rect">
            <a:avLst/>
          </a:prstGeom>
        </p:spPr>
        <p:style>
          <a:lnRef idx="2">
            <a:schemeClr val="dk1"/>
          </a:lnRef>
          <a:fillRef idx="1">
            <a:schemeClr val="lt1"/>
          </a:fillRef>
          <a:effectRef idx="0">
            <a:schemeClr val="dk1"/>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nl-BE" sz="2400" dirty="0" err="1">
                <a:solidFill>
                  <a:schemeClr val="accent2"/>
                </a:solidFill>
                <a:latin typeface="Barlow Condensed" panose="00000506000000000000" pitchFamily="2" charset="0"/>
              </a:rPr>
              <a:t>netwerklaag</a:t>
            </a:r>
            <a:endParaRPr lang="nl-BE" sz="2400" dirty="0">
              <a:solidFill>
                <a:schemeClr val="accent2"/>
              </a:solidFill>
              <a:latin typeface="Barlow Condensed" panose="00000506000000000000" pitchFamily="2" charset="0"/>
            </a:endParaRPr>
          </a:p>
        </p:txBody>
      </p:sp>
      <p:sp>
        <p:nvSpPr>
          <p:cNvPr id="22" name="Rechthoek 27">
            <a:extLst>
              <a:ext uri="{FF2B5EF4-FFF2-40B4-BE49-F238E27FC236}">
                <a16:creationId xmlns:a16="http://schemas.microsoft.com/office/drawing/2014/main" id="{F668B43E-3141-2417-A739-240ACB920A20}"/>
              </a:ext>
            </a:extLst>
          </p:cNvPr>
          <p:cNvSpPr/>
          <p:nvPr/>
        </p:nvSpPr>
        <p:spPr>
          <a:xfrm>
            <a:off x="1121491" y="5118163"/>
            <a:ext cx="2088232" cy="576064"/>
          </a:xfrm>
          <a:prstGeom prst="rect">
            <a:avLst/>
          </a:prstGeom>
        </p:spPr>
        <p:style>
          <a:lnRef idx="2">
            <a:schemeClr val="dk1"/>
          </a:lnRef>
          <a:fillRef idx="1">
            <a:schemeClr val="lt1"/>
          </a:fillRef>
          <a:effectRef idx="0">
            <a:schemeClr val="dk1"/>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nl-BE" sz="2400" dirty="0" err="1">
                <a:solidFill>
                  <a:schemeClr val="accent1"/>
                </a:solidFill>
                <a:latin typeface="Barlow Condensed" panose="00000506000000000000" pitchFamily="2" charset="0"/>
              </a:rPr>
              <a:t>verbindingslaag</a:t>
            </a:r>
            <a:endParaRPr lang="nl-BE" sz="2400" dirty="0">
              <a:solidFill>
                <a:schemeClr val="accent1"/>
              </a:solidFill>
              <a:latin typeface="Barlow Condensed" panose="00000506000000000000" pitchFamily="2" charset="0"/>
            </a:endParaRPr>
          </a:p>
        </p:txBody>
      </p:sp>
      <p:sp>
        <p:nvSpPr>
          <p:cNvPr id="23" name="Rechthoek 28">
            <a:extLst>
              <a:ext uri="{FF2B5EF4-FFF2-40B4-BE49-F238E27FC236}">
                <a16:creationId xmlns:a16="http://schemas.microsoft.com/office/drawing/2014/main" id="{C302417F-F9B3-7590-EB49-174438E9BAD6}"/>
              </a:ext>
            </a:extLst>
          </p:cNvPr>
          <p:cNvSpPr/>
          <p:nvPr/>
        </p:nvSpPr>
        <p:spPr>
          <a:xfrm>
            <a:off x="8714714" y="5156099"/>
            <a:ext cx="2088232" cy="576064"/>
          </a:xfrm>
          <a:prstGeom prst="rect">
            <a:avLst/>
          </a:prstGeom>
        </p:spPr>
        <p:style>
          <a:lnRef idx="2">
            <a:schemeClr val="dk1"/>
          </a:lnRef>
          <a:fillRef idx="1">
            <a:schemeClr val="lt1"/>
          </a:fillRef>
          <a:effectRef idx="0">
            <a:schemeClr val="dk1"/>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nl-BE" sz="2400" dirty="0" err="1">
                <a:solidFill>
                  <a:schemeClr val="accent2"/>
                </a:solidFill>
                <a:latin typeface="Barlow Condensed" panose="00000506000000000000" pitchFamily="2" charset="0"/>
              </a:rPr>
              <a:t>verbindingslaag</a:t>
            </a:r>
            <a:endParaRPr lang="nl-BE" sz="2400" dirty="0">
              <a:solidFill>
                <a:schemeClr val="accent2"/>
              </a:solidFill>
              <a:latin typeface="Barlow Condensed" panose="00000506000000000000" pitchFamily="2" charset="0"/>
            </a:endParaRPr>
          </a:p>
        </p:txBody>
      </p:sp>
      <p:sp>
        <p:nvSpPr>
          <p:cNvPr id="24" name="Rechthoek 29">
            <a:extLst>
              <a:ext uri="{FF2B5EF4-FFF2-40B4-BE49-F238E27FC236}">
                <a16:creationId xmlns:a16="http://schemas.microsoft.com/office/drawing/2014/main" id="{46272BD6-ED0A-3EF4-1365-F070EC54DD4E}"/>
              </a:ext>
            </a:extLst>
          </p:cNvPr>
          <p:cNvSpPr/>
          <p:nvPr/>
        </p:nvSpPr>
        <p:spPr>
          <a:xfrm>
            <a:off x="1121491" y="5836611"/>
            <a:ext cx="2088232" cy="576064"/>
          </a:xfrm>
          <a:prstGeom prst="rect">
            <a:avLst/>
          </a:prstGeom>
        </p:spPr>
        <p:style>
          <a:lnRef idx="2">
            <a:schemeClr val="dk1"/>
          </a:lnRef>
          <a:fillRef idx="1">
            <a:schemeClr val="lt1"/>
          </a:fillRef>
          <a:effectRef idx="0">
            <a:schemeClr val="dk1"/>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nl-BE" sz="2400" dirty="0">
                <a:solidFill>
                  <a:schemeClr val="accent1"/>
                </a:solidFill>
                <a:latin typeface="Barlow Condensed" panose="00000506000000000000" pitchFamily="2" charset="0"/>
              </a:rPr>
              <a:t>fysieke laag</a:t>
            </a:r>
          </a:p>
        </p:txBody>
      </p:sp>
      <p:sp>
        <p:nvSpPr>
          <p:cNvPr id="25" name="Rechthoek 30">
            <a:extLst>
              <a:ext uri="{FF2B5EF4-FFF2-40B4-BE49-F238E27FC236}">
                <a16:creationId xmlns:a16="http://schemas.microsoft.com/office/drawing/2014/main" id="{41649295-232A-5721-3D8B-5673CE825971}"/>
              </a:ext>
            </a:extLst>
          </p:cNvPr>
          <p:cNvSpPr/>
          <p:nvPr/>
        </p:nvSpPr>
        <p:spPr>
          <a:xfrm>
            <a:off x="8714714" y="5874547"/>
            <a:ext cx="2088232" cy="576064"/>
          </a:xfrm>
          <a:prstGeom prst="rect">
            <a:avLst/>
          </a:prstGeom>
        </p:spPr>
        <p:style>
          <a:lnRef idx="2">
            <a:schemeClr val="dk1"/>
          </a:lnRef>
          <a:fillRef idx="1">
            <a:schemeClr val="lt1"/>
          </a:fillRef>
          <a:effectRef idx="0">
            <a:schemeClr val="dk1"/>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nl-BE" sz="2400" dirty="0">
                <a:solidFill>
                  <a:schemeClr val="accent2"/>
                </a:solidFill>
                <a:latin typeface="Barlow Condensed" panose="00000506000000000000" pitchFamily="2" charset="0"/>
              </a:rPr>
              <a:t>fysieke laag</a:t>
            </a:r>
          </a:p>
        </p:txBody>
      </p:sp>
      <p:cxnSp>
        <p:nvCxnSpPr>
          <p:cNvPr id="26" name="Rechte verbindingslijn 31">
            <a:extLst>
              <a:ext uri="{FF2B5EF4-FFF2-40B4-BE49-F238E27FC236}">
                <a16:creationId xmlns:a16="http://schemas.microsoft.com/office/drawing/2014/main" id="{2671202A-E5DB-DE98-DD5E-081480874E17}"/>
              </a:ext>
            </a:extLst>
          </p:cNvPr>
          <p:cNvCxnSpPr/>
          <p:nvPr/>
        </p:nvCxnSpPr>
        <p:spPr>
          <a:xfrm>
            <a:off x="3708436" y="4701424"/>
            <a:ext cx="4450369" cy="13505"/>
          </a:xfrm>
          <a:prstGeom prst="line">
            <a:avLst/>
          </a:prstGeom>
          <a:ln/>
        </p:spPr>
        <p:style>
          <a:lnRef idx="2">
            <a:schemeClr val="dk1"/>
          </a:lnRef>
          <a:fillRef idx="1">
            <a:schemeClr val="lt1"/>
          </a:fillRef>
          <a:effectRef idx="0">
            <a:schemeClr val="dk1"/>
          </a:effectRef>
          <a:fontRef idx="minor">
            <a:schemeClr val="dk1"/>
          </a:fontRef>
        </p:style>
      </p:cxnSp>
      <p:cxnSp>
        <p:nvCxnSpPr>
          <p:cNvPr id="27" name="Rechte verbindingslijn 32">
            <a:extLst>
              <a:ext uri="{FF2B5EF4-FFF2-40B4-BE49-F238E27FC236}">
                <a16:creationId xmlns:a16="http://schemas.microsoft.com/office/drawing/2014/main" id="{183B6A31-E453-71B6-62A1-C554182424FA}"/>
              </a:ext>
            </a:extLst>
          </p:cNvPr>
          <p:cNvCxnSpPr/>
          <p:nvPr/>
        </p:nvCxnSpPr>
        <p:spPr>
          <a:xfrm>
            <a:off x="3708436" y="5453899"/>
            <a:ext cx="4491243" cy="3767"/>
          </a:xfrm>
          <a:prstGeom prst="line">
            <a:avLst/>
          </a:prstGeom>
          <a:ln/>
        </p:spPr>
        <p:style>
          <a:lnRef idx="2">
            <a:schemeClr val="dk1"/>
          </a:lnRef>
          <a:fillRef idx="1">
            <a:schemeClr val="lt1"/>
          </a:fillRef>
          <a:effectRef idx="0">
            <a:schemeClr val="dk1"/>
          </a:effectRef>
          <a:fontRef idx="minor">
            <a:schemeClr val="dk1"/>
          </a:fontRef>
        </p:style>
      </p:cxnSp>
      <p:cxnSp>
        <p:nvCxnSpPr>
          <p:cNvPr id="28" name="Rechte verbindingslijn 33">
            <a:extLst>
              <a:ext uri="{FF2B5EF4-FFF2-40B4-BE49-F238E27FC236}">
                <a16:creationId xmlns:a16="http://schemas.microsoft.com/office/drawing/2014/main" id="{C94A8A18-E2A2-D27D-3F15-8E5D325578C4}"/>
              </a:ext>
            </a:extLst>
          </p:cNvPr>
          <p:cNvCxnSpPr/>
          <p:nvPr/>
        </p:nvCxnSpPr>
        <p:spPr>
          <a:xfrm flipV="1">
            <a:off x="3751836" y="6196636"/>
            <a:ext cx="4450369" cy="1"/>
          </a:xfrm>
          <a:prstGeom prst="line">
            <a:avLst/>
          </a:prstGeom>
          <a:ln/>
        </p:spPr>
        <p:style>
          <a:lnRef idx="2">
            <a:schemeClr val="dk1"/>
          </a:lnRef>
          <a:fillRef idx="1">
            <a:schemeClr val="lt1"/>
          </a:fillRef>
          <a:effectRef idx="0">
            <a:schemeClr val="dk1"/>
          </a:effectRef>
          <a:fontRef idx="minor">
            <a:schemeClr val="dk1"/>
          </a:fontRef>
        </p:style>
      </p:cxnSp>
      <p:cxnSp>
        <p:nvCxnSpPr>
          <p:cNvPr id="29" name="Rechte verbindingslijn 34">
            <a:extLst>
              <a:ext uri="{FF2B5EF4-FFF2-40B4-BE49-F238E27FC236}">
                <a16:creationId xmlns:a16="http://schemas.microsoft.com/office/drawing/2014/main" id="{68F6DA08-45BD-1563-201E-98BEDFC571E8}"/>
              </a:ext>
            </a:extLst>
          </p:cNvPr>
          <p:cNvCxnSpPr/>
          <p:nvPr/>
        </p:nvCxnSpPr>
        <p:spPr>
          <a:xfrm flipH="1" flipV="1">
            <a:off x="2176166" y="6386126"/>
            <a:ext cx="885" cy="304599"/>
          </a:xfrm>
          <a:prstGeom prst="line">
            <a:avLst/>
          </a:prstGeom>
          <a:ln/>
        </p:spPr>
        <p:style>
          <a:lnRef idx="2">
            <a:schemeClr val="dk1"/>
          </a:lnRef>
          <a:fillRef idx="1">
            <a:schemeClr val="lt1"/>
          </a:fillRef>
          <a:effectRef idx="0">
            <a:schemeClr val="dk1"/>
          </a:effectRef>
          <a:fontRef idx="minor">
            <a:schemeClr val="dk1"/>
          </a:fontRef>
        </p:style>
      </p:cxnSp>
      <p:cxnSp>
        <p:nvCxnSpPr>
          <p:cNvPr id="30" name="Rechte verbindingslijn 35">
            <a:extLst>
              <a:ext uri="{FF2B5EF4-FFF2-40B4-BE49-F238E27FC236}">
                <a16:creationId xmlns:a16="http://schemas.microsoft.com/office/drawing/2014/main" id="{3BD16474-7318-6670-9789-5F3DEC80737A}"/>
              </a:ext>
            </a:extLst>
          </p:cNvPr>
          <p:cNvCxnSpPr/>
          <p:nvPr/>
        </p:nvCxnSpPr>
        <p:spPr>
          <a:xfrm flipV="1">
            <a:off x="9833329" y="6423393"/>
            <a:ext cx="5156" cy="276964"/>
          </a:xfrm>
          <a:prstGeom prst="line">
            <a:avLst/>
          </a:prstGeom>
          <a:ln/>
        </p:spPr>
        <p:style>
          <a:lnRef idx="2">
            <a:schemeClr val="dk1"/>
          </a:lnRef>
          <a:fillRef idx="1">
            <a:schemeClr val="lt1"/>
          </a:fillRef>
          <a:effectRef idx="0">
            <a:schemeClr val="dk1"/>
          </a:effectRef>
          <a:fontRef idx="minor">
            <a:schemeClr val="dk1"/>
          </a:fontRef>
        </p:style>
      </p:cxnSp>
      <p:cxnSp>
        <p:nvCxnSpPr>
          <p:cNvPr id="31" name="Rechte verbindingslijn 36">
            <a:extLst>
              <a:ext uri="{FF2B5EF4-FFF2-40B4-BE49-F238E27FC236}">
                <a16:creationId xmlns:a16="http://schemas.microsoft.com/office/drawing/2014/main" id="{34C56103-4802-DCC9-BAAE-42FED426E18C}"/>
              </a:ext>
            </a:extLst>
          </p:cNvPr>
          <p:cNvCxnSpPr/>
          <p:nvPr/>
        </p:nvCxnSpPr>
        <p:spPr>
          <a:xfrm>
            <a:off x="2176166" y="6700357"/>
            <a:ext cx="7657163" cy="0"/>
          </a:xfrm>
          <a:prstGeom prst="line">
            <a:avLst/>
          </a:prstGeom>
          <a:ln/>
        </p:spPr>
        <p:style>
          <a:lnRef idx="2">
            <a:schemeClr val="dk1"/>
          </a:lnRef>
          <a:fillRef idx="1">
            <a:schemeClr val="lt1"/>
          </a:fillRef>
          <a:effectRef idx="0">
            <a:schemeClr val="dk1"/>
          </a:effectRef>
          <a:fontRef idx="minor">
            <a:schemeClr val="dk1"/>
          </a:fontRef>
        </p:style>
      </p:cxnSp>
      <p:sp>
        <p:nvSpPr>
          <p:cNvPr id="32" name="Rechthoek 37">
            <a:extLst>
              <a:ext uri="{FF2B5EF4-FFF2-40B4-BE49-F238E27FC236}">
                <a16:creationId xmlns:a16="http://schemas.microsoft.com/office/drawing/2014/main" id="{0D66DAE1-9F6B-BE98-9595-DF95524B5093}"/>
              </a:ext>
            </a:extLst>
          </p:cNvPr>
          <p:cNvSpPr/>
          <p:nvPr/>
        </p:nvSpPr>
        <p:spPr>
          <a:xfrm>
            <a:off x="3209723" y="1431513"/>
            <a:ext cx="414398" cy="576064"/>
          </a:xfrm>
          <a:prstGeom prst="rect">
            <a:avLst/>
          </a:prstGeom>
        </p:spPr>
        <p:style>
          <a:lnRef idx="2">
            <a:schemeClr val="dk1"/>
          </a:lnRef>
          <a:fillRef idx="1">
            <a:schemeClr val="lt1"/>
          </a:fillRef>
          <a:effectRef idx="0">
            <a:schemeClr val="dk1"/>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nl-BE" sz="2400" dirty="0">
                <a:solidFill>
                  <a:schemeClr val="accent1"/>
                </a:solidFill>
                <a:latin typeface="Barlow Condensed" panose="00000506000000000000" pitchFamily="2" charset="0"/>
              </a:rPr>
              <a:t>7</a:t>
            </a:r>
          </a:p>
        </p:txBody>
      </p:sp>
      <p:sp>
        <p:nvSpPr>
          <p:cNvPr id="33" name="Rechthoek 38">
            <a:extLst>
              <a:ext uri="{FF2B5EF4-FFF2-40B4-BE49-F238E27FC236}">
                <a16:creationId xmlns:a16="http://schemas.microsoft.com/office/drawing/2014/main" id="{7008DC22-ABB4-3963-4E84-44832077951A}"/>
              </a:ext>
            </a:extLst>
          </p:cNvPr>
          <p:cNvSpPr/>
          <p:nvPr/>
        </p:nvSpPr>
        <p:spPr>
          <a:xfrm>
            <a:off x="3209723" y="2167356"/>
            <a:ext cx="414398" cy="576064"/>
          </a:xfrm>
          <a:prstGeom prst="rect">
            <a:avLst/>
          </a:prstGeom>
        </p:spPr>
        <p:style>
          <a:lnRef idx="2">
            <a:schemeClr val="dk1"/>
          </a:lnRef>
          <a:fillRef idx="1">
            <a:schemeClr val="lt1"/>
          </a:fillRef>
          <a:effectRef idx="0">
            <a:schemeClr val="dk1"/>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nl-BE" sz="2400" dirty="0">
                <a:solidFill>
                  <a:schemeClr val="accent1"/>
                </a:solidFill>
                <a:latin typeface="Barlow Condensed" panose="00000506000000000000" pitchFamily="2" charset="0"/>
              </a:rPr>
              <a:t>6</a:t>
            </a:r>
          </a:p>
        </p:txBody>
      </p:sp>
      <p:sp>
        <p:nvSpPr>
          <p:cNvPr id="34" name="Rechthoek 39">
            <a:extLst>
              <a:ext uri="{FF2B5EF4-FFF2-40B4-BE49-F238E27FC236}">
                <a16:creationId xmlns:a16="http://schemas.microsoft.com/office/drawing/2014/main" id="{4A1E9DEB-9446-365C-EAD6-675E363193D8}"/>
              </a:ext>
            </a:extLst>
          </p:cNvPr>
          <p:cNvSpPr/>
          <p:nvPr/>
        </p:nvSpPr>
        <p:spPr>
          <a:xfrm>
            <a:off x="3209723" y="2917351"/>
            <a:ext cx="414398" cy="576064"/>
          </a:xfrm>
          <a:prstGeom prst="rect">
            <a:avLst/>
          </a:prstGeom>
        </p:spPr>
        <p:style>
          <a:lnRef idx="2">
            <a:schemeClr val="dk1"/>
          </a:lnRef>
          <a:fillRef idx="1">
            <a:schemeClr val="lt1"/>
          </a:fillRef>
          <a:effectRef idx="0">
            <a:schemeClr val="dk1"/>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nl-BE" sz="2400" dirty="0">
                <a:solidFill>
                  <a:schemeClr val="accent1"/>
                </a:solidFill>
                <a:latin typeface="Barlow Condensed" panose="00000506000000000000" pitchFamily="2" charset="0"/>
              </a:rPr>
              <a:t>5</a:t>
            </a:r>
          </a:p>
        </p:txBody>
      </p:sp>
      <p:sp>
        <p:nvSpPr>
          <p:cNvPr id="35" name="Rechthoek 40">
            <a:extLst>
              <a:ext uri="{FF2B5EF4-FFF2-40B4-BE49-F238E27FC236}">
                <a16:creationId xmlns:a16="http://schemas.microsoft.com/office/drawing/2014/main" id="{17B40D62-6BA8-667F-686D-03FB48285C11}"/>
              </a:ext>
            </a:extLst>
          </p:cNvPr>
          <p:cNvSpPr/>
          <p:nvPr/>
        </p:nvSpPr>
        <p:spPr>
          <a:xfrm>
            <a:off x="3209723" y="3650747"/>
            <a:ext cx="414398" cy="576064"/>
          </a:xfrm>
          <a:prstGeom prst="rect">
            <a:avLst/>
          </a:prstGeom>
        </p:spPr>
        <p:style>
          <a:lnRef idx="2">
            <a:schemeClr val="dk1"/>
          </a:lnRef>
          <a:fillRef idx="1">
            <a:schemeClr val="lt1"/>
          </a:fillRef>
          <a:effectRef idx="0">
            <a:schemeClr val="dk1"/>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nl-BE" sz="2400" dirty="0">
                <a:solidFill>
                  <a:schemeClr val="accent1"/>
                </a:solidFill>
                <a:latin typeface="Barlow Condensed" panose="00000506000000000000" pitchFamily="2" charset="0"/>
              </a:rPr>
              <a:t>4</a:t>
            </a:r>
          </a:p>
        </p:txBody>
      </p:sp>
      <p:sp>
        <p:nvSpPr>
          <p:cNvPr id="36" name="Rechthoek 41">
            <a:extLst>
              <a:ext uri="{FF2B5EF4-FFF2-40B4-BE49-F238E27FC236}">
                <a16:creationId xmlns:a16="http://schemas.microsoft.com/office/drawing/2014/main" id="{021AAE40-B37D-E9CA-24AE-C6B7C4C72249}"/>
              </a:ext>
            </a:extLst>
          </p:cNvPr>
          <p:cNvSpPr/>
          <p:nvPr/>
        </p:nvSpPr>
        <p:spPr>
          <a:xfrm>
            <a:off x="3209219" y="4372554"/>
            <a:ext cx="414398" cy="576064"/>
          </a:xfrm>
          <a:prstGeom prst="rect">
            <a:avLst/>
          </a:prstGeom>
        </p:spPr>
        <p:style>
          <a:lnRef idx="2">
            <a:schemeClr val="dk1"/>
          </a:lnRef>
          <a:fillRef idx="1">
            <a:schemeClr val="lt1"/>
          </a:fillRef>
          <a:effectRef idx="0">
            <a:schemeClr val="dk1"/>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nl-BE" sz="2400" dirty="0">
                <a:solidFill>
                  <a:schemeClr val="accent1"/>
                </a:solidFill>
                <a:latin typeface="Barlow Condensed" panose="00000506000000000000" pitchFamily="2" charset="0"/>
              </a:rPr>
              <a:t>3</a:t>
            </a:r>
          </a:p>
        </p:txBody>
      </p:sp>
      <p:sp>
        <p:nvSpPr>
          <p:cNvPr id="37" name="Rechthoek 42">
            <a:extLst>
              <a:ext uri="{FF2B5EF4-FFF2-40B4-BE49-F238E27FC236}">
                <a16:creationId xmlns:a16="http://schemas.microsoft.com/office/drawing/2014/main" id="{DC1CB0FC-649B-C960-C0C9-6588D7FA2A11}"/>
              </a:ext>
            </a:extLst>
          </p:cNvPr>
          <p:cNvSpPr/>
          <p:nvPr/>
        </p:nvSpPr>
        <p:spPr>
          <a:xfrm>
            <a:off x="3209219" y="5121377"/>
            <a:ext cx="414398" cy="576064"/>
          </a:xfrm>
          <a:prstGeom prst="rect">
            <a:avLst/>
          </a:prstGeom>
        </p:spPr>
        <p:style>
          <a:lnRef idx="2">
            <a:schemeClr val="dk1"/>
          </a:lnRef>
          <a:fillRef idx="1">
            <a:schemeClr val="lt1"/>
          </a:fillRef>
          <a:effectRef idx="0">
            <a:schemeClr val="dk1"/>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nl-BE" sz="2400" dirty="0">
                <a:solidFill>
                  <a:schemeClr val="accent1"/>
                </a:solidFill>
                <a:latin typeface="Barlow Condensed" panose="00000506000000000000" pitchFamily="2" charset="0"/>
              </a:rPr>
              <a:t>2</a:t>
            </a:r>
          </a:p>
        </p:txBody>
      </p:sp>
      <p:sp>
        <p:nvSpPr>
          <p:cNvPr id="38" name="Rechthoek 43">
            <a:extLst>
              <a:ext uri="{FF2B5EF4-FFF2-40B4-BE49-F238E27FC236}">
                <a16:creationId xmlns:a16="http://schemas.microsoft.com/office/drawing/2014/main" id="{3DF11688-5FA8-8907-1EE0-28D8FDC2209D}"/>
              </a:ext>
            </a:extLst>
          </p:cNvPr>
          <p:cNvSpPr/>
          <p:nvPr/>
        </p:nvSpPr>
        <p:spPr>
          <a:xfrm>
            <a:off x="3212759" y="5836611"/>
            <a:ext cx="414398" cy="576064"/>
          </a:xfrm>
          <a:prstGeom prst="rect">
            <a:avLst/>
          </a:prstGeom>
        </p:spPr>
        <p:style>
          <a:lnRef idx="2">
            <a:schemeClr val="dk1"/>
          </a:lnRef>
          <a:fillRef idx="1">
            <a:schemeClr val="lt1"/>
          </a:fillRef>
          <a:effectRef idx="0">
            <a:schemeClr val="dk1"/>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nl-BE" sz="2400" dirty="0">
                <a:solidFill>
                  <a:schemeClr val="accent1"/>
                </a:solidFill>
                <a:latin typeface="Barlow Condensed" panose="00000506000000000000" pitchFamily="2" charset="0"/>
              </a:rPr>
              <a:t>1</a:t>
            </a:r>
          </a:p>
        </p:txBody>
      </p:sp>
      <p:sp>
        <p:nvSpPr>
          <p:cNvPr id="39" name="Gelijkbenige driehoek 44">
            <a:extLst>
              <a:ext uri="{FF2B5EF4-FFF2-40B4-BE49-F238E27FC236}">
                <a16:creationId xmlns:a16="http://schemas.microsoft.com/office/drawing/2014/main" id="{CEEE9589-4C79-69F8-DF13-25B4D5105228}"/>
              </a:ext>
            </a:extLst>
          </p:cNvPr>
          <p:cNvSpPr/>
          <p:nvPr/>
        </p:nvSpPr>
        <p:spPr>
          <a:xfrm rot="10800000">
            <a:off x="3220686" y="2027986"/>
            <a:ext cx="360040" cy="201628"/>
          </a:xfrm>
          <a:prstGeom prst="triangle">
            <a:avLst>
              <a:gd name="adj" fmla="val 53135"/>
            </a:avLst>
          </a:prstGeom>
        </p:spPr>
        <p:style>
          <a:lnRef idx="2">
            <a:schemeClr val="dk1"/>
          </a:lnRef>
          <a:fillRef idx="1">
            <a:schemeClr val="lt1"/>
          </a:fillRef>
          <a:effectRef idx="0">
            <a:schemeClr val="dk1"/>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nl-BE" sz="2400">
              <a:latin typeface="Barlow Condensed" panose="00000506000000000000" pitchFamily="2" charset="0"/>
            </a:endParaRPr>
          </a:p>
        </p:txBody>
      </p:sp>
      <p:sp>
        <p:nvSpPr>
          <p:cNvPr id="40" name="Gelijkbenige driehoek 45">
            <a:extLst>
              <a:ext uri="{FF2B5EF4-FFF2-40B4-BE49-F238E27FC236}">
                <a16:creationId xmlns:a16="http://schemas.microsoft.com/office/drawing/2014/main" id="{C9F9DFB2-D921-0BE1-814C-DAFA619FA82A}"/>
              </a:ext>
            </a:extLst>
          </p:cNvPr>
          <p:cNvSpPr/>
          <p:nvPr/>
        </p:nvSpPr>
        <p:spPr>
          <a:xfrm rot="10800000">
            <a:off x="3220686" y="2766956"/>
            <a:ext cx="360040" cy="201628"/>
          </a:xfrm>
          <a:prstGeom prst="triangle">
            <a:avLst>
              <a:gd name="adj" fmla="val 53135"/>
            </a:avLst>
          </a:prstGeom>
        </p:spPr>
        <p:style>
          <a:lnRef idx="2">
            <a:schemeClr val="dk1"/>
          </a:lnRef>
          <a:fillRef idx="1">
            <a:schemeClr val="lt1"/>
          </a:fillRef>
          <a:effectRef idx="0">
            <a:schemeClr val="dk1"/>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nl-BE" sz="2400">
              <a:latin typeface="Barlow Condensed" panose="00000506000000000000" pitchFamily="2" charset="0"/>
            </a:endParaRPr>
          </a:p>
        </p:txBody>
      </p:sp>
      <p:sp>
        <p:nvSpPr>
          <p:cNvPr id="41" name="Gelijkbenige driehoek 46">
            <a:extLst>
              <a:ext uri="{FF2B5EF4-FFF2-40B4-BE49-F238E27FC236}">
                <a16:creationId xmlns:a16="http://schemas.microsoft.com/office/drawing/2014/main" id="{A18442DA-B347-4565-D3F3-A9BB3A8E6034}"/>
              </a:ext>
            </a:extLst>
          </p:cNvPr>
          <p:cNvSpPr/>
          <p:nvPr/>
        </p:nvSpPr>
        <p:spPr>
          <a:xfrm rot="10800000">
            <a:off x="3220685" y="3503065"/>
            <a:ext cx="360040" cy="201628"/>
          </a:xfrm>
          <a:prstGeom prst="triangle">
            <a:avLst>
              <a:gd name="adj" fmla="val 53135"/>
            </a:avLst>
          </a:prstGeom>
        </p:spPr>
        <p:style>
          <a:lnRef idx="2">
            <a:schemeClr val="dk1"/>
          </a:lnRef>
          <a:fillRef idx="1">
            <a:schemeClr val="lt1"/>
          </a:fillRef>
          <a:effectRef idx="0">
            <a:schemeClr val="dk1"/>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nl-BE" sz="2400">
              <a:latin typeface="Barlow Condensed" panose="00000506000000000000" pitchFamily="2" charset="0"/>
            </a:endParaRPr>
          </a:p>
        </p:txBody>
      </p:sp>
      <p:sp>
        <p:nvSpPr>
          <p:cNvPr id="42" name="Gelijkbenige driehoek 47">
            <a:extLst>
              <a:ext uri="{FF2B5EF4-FFF2-40B4-BE49-F238E27FC236}">
                <a16:creationId xmlns:a16="http://schemas.microsoft.com/office/drawing/2014/main" id="{04F318ED-2FE1-B728-9D19-535B5AF0CB8C}"/>
              </a:ext>
            </a:extLst>
          </p:cNvPr>
          <p:cNvSpPr/>
          <p:nvPr/>
        </p:nvSpPr>
        <p:spPr>
          <a:xfrm rot="10800000">
            <a:off x="3220686" y="4228989"/>
            <a:ext cx="360040" cy="201628"/>
          </a:xfrm>
          <a:prstGeom prst="triangle">
            <a:avLst>
              <a:gd name="adj" fmla="val 53135"/>
            </a:avLst>
          </a:prstGeom>
        </p:spPr>
        <p:style>
          <a:lnRef idx="2">
            <a:schemeClr val="dk1"/>
          </a:lnRef>
          <a:fillRef idx="1">
            <a:schemeClr val="lt1"/>
          </a:fillRef>
          <a:effectRef idx="0">
            <a:schemeClr val="dk1"/>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nl-BE" sz="2400">
              <a:latin typeface="Barlow Condensed" panose="00000506000000000000" pitchFamily="2" charset="0"/>
            </a:endParaRPr>
          </a:p>
        </p:txBody>
      </p:sp>
      <p:sp>
        <p:nvSpPr>
          <p:cNvPr id="43" name="Gelijkbenige driehoek 48">
            <a:extLst>
              <a:ext uri="{FF2B5EF4-FFF2-40B4-BE49-F238E27FC236}">
                <a16:creationId xmlns:a16="http://schemas.microsoft.com/office/drawing/2014/main" id="{EF25DA53-E523-A9A0-481C-616EC822DACD}"/>
              </a:ext>
            </a:extLst>
          </p:cNvPr>
          <p:cNvSpPr/>
          <p:nvPr/>
        </p:nvSpPr>
        <p:spPr>
          <a:xfrm rot="10800000">
            <a:off x="3220685" y="5704068"/>
            <a:ext cx="360040" cy="201628"/>
          </a:xfrm>
          <a:prstGeom prst="triangle">
            <a:avLst>
              <a:gd name="adj" fmla="val 53135"/>
            </a:avLst>
          </a:prstGeom>
        </p:spPr>
        <p:style>
          <a:lnRef idx="2">
            <a:schemeClr val="dk1"/>
          </a:lnRef>
          <a:fillRef idx="1">
            <a:schemeClr val="lt1"/>
          </a:fillRef>
          <a:effectRef idx="0">
            <a:schemeClr val="dk1"/>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nl-BE" sz="2400">
              <a:latin typeface="Barlow Condensed" panose="00000506000000000000" pitchFamily="2" charset="0"/>
            </a:endParaRPr>
          </a:p>
        </p:txBody>
      </p:sp>
      <p:sp>
        <p:nvSpPr>
          <p:cNvPr id="44" name="Gelijkbenige driehoek 49">
            <a:extLst>
              <a:ext uri="{FF2B5EF4-FFF2-40B4-BE49-F238E27FC236}">
                <a16:creationId xmlns:a16="http://schemas.microsoft.com/office/drawing/2014/main" id="{26D1A6FF-FDE4-EF4C-EAD1-5F39ADA7FAB6}"/>
              </a:ext>
            </a:extLst>
          </p:cNvPr>
          <p:cNvSpPr/>
          <p:nvPr/>
        </p:nvSpPr>
        <p:spPr>
          <a:xfrm rot="10800000">
            <a:off x="3220686" y="4967959"/>
            <a:ext cx="360040" cy="201628"/>
          </a:xfrm>
          <a:prstGeom prst="triangle">
            <a:avLst>
              <a:gd name="adj" fmla="val 53135"/>
            </a:avLst>
          </a:prstGeom>
        </p:spPr>
        <p:style>
          <a:lnRef idx="2">
            <a:schemeClr val="dk1"/>
          </a:lnRef>
          <a:fillRef idx="1">
            <a:schemeClr val="lt1"/>
          </a:fillRef>
          <a:effectRef idx="0">
            <a:schemeClr val="dk1"/>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nl-BE" sz="2400">
              <a:latin typeface="Barlow Condensed" panose="00000506000000000000" pitchFamily="2" charset="0"/>
            </a:endParaRPr>
          </a:p>
        </p:txBody>
      </p:sp>
      <p:sp>
        <p:nvSpPr>
          <p:cNvPr id="45" name="Rechthoek 50">
            <a:extLst>
              <a:ext uri="{FF2B5EF4-FFF2-40B4-BE49-F238E27FC236}">
                <a16:creationId xmlns:a16="http://schemas.microsoft.com/office/drawing/2014/main" id="{1330DB2D-B216-38B3-A8CA-215204A1F80E}"/>
              </a:ext>
            </a:extLst>
          </p:cNvPr>
          <p:cNvSpPr/>
          <p:nvPr/>
        </p:nvSpPr>
        <p:spPr>
          <a:xfrm>
            <a:off x="8298294" y="1469449"/>
            <a:ext cx="414398" cy="576064"/>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nl-BE" sz="2400" dirty="0">
                <a:solidFill>
                  <a:schemeClr val="accent2"/>
                </a:solidFill>
                <a:latin typeface="Barlow Condensed" panose="00000506000000000000" pitchFamily="2" charset="0"/>
              </a:rPr>
              <a:t>7</a:t>
            </a:r>
          </a:p>
        </p:txBody>
      </p:sp>
      <p:sp>
        <p:nvSpPr>
          <p:cNvPr id="46" name="Rechthoek 51">
            <a:extLst>
              <a:ext uri="{FF2B5EF4-FFF2-40B4-BE49-F238E27FC236}">
                <a16:creationId xmlns:a16="http://schemas.microsoft.com/office/drawing/2014/main" id="{DD30D7A3-8ED9-C8A9-8CFB-AECEA33685D6}"/>
              </a:ext>
            </a:extLst>
          </p:cNvPr>
          <p:cNvSpPr/>
          <p:nvPr/>
        </p:nvSpPr>
        <p:spPr>
          <a:xfrm>
            <a:off x="8298294" y="2205292"/>
            <a:ext cx="414398" cy="576064"/>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nl-BE" sz="2400" dirty="0">
                <a:solidFill>
                  <a:schemeClr val="accent2"/>
                </a:solidFill>
                <a:latin typeface="Barlow Condensed" panose="00000506000000000000" pitchFamily="2" charset="0"/>
              </a:rPr>
              <a:t>6</a:t>
            </a:r>
          </a:p>
        </p:txBody>
      </p:sp>
      <p:sp>
        <p:nvSpPr>
          <p:cNvPr id="47" name="Rechthoek 52">
            <a:extLst>
              <a:ext uri="{FF2B5EF4-FFF2-40B4-BE49-F238E27FC236}">
                <a16:creationId xmlns:a16="http://schemas.microsoft.com/office/drawing/2014/main" id="{9D308B3E-7755-0813-BF17-D2C025F7957F}"/>
              </a:ext>
            </a:extLst>
          </p:cNvPr>
          <p:cNvSpPr/>
          <p:nvPr/>
        </p:nvSpPr>
        <p:spPr>
          <a:xfrm>
            <a:off x="8298294" y="2955287"/>
            <a:ext cx="414398" cy="576064"/>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nl-BE" sz="2400" dirty="0">
                <a:solidFill>
                  <a:schemeClr val="accent2"/>
                </a:solidFill>
                <a:latin typeface="Barlow Condensed" panose="00000506000000000000" pitchFamily="2" charset="0"/>
              </a:rPr>
              <a:t>5</a:t>
            </a:r>
          </a:p>
        </p:txBody>
      </p:sp>
      <p:sp>
        <p:nvSpPr>
          <p:cNvPr id="48" name="Rechthoek 53">
            <a:extLst>
              <a:ext uri="{FF2B5EF4-FFF2-40B4-BE49-F238E27FC236}">
                <a16:creationId xmlns:a16="http://schemas.microsoft.com/office/drawing/2014/main" id="{1579D9AC-831B-F350-5CD4-BD843F089497}"/>
              </a:ext>
            </a:extLst>
          </p:cNvPr>
          <p:cNvSpPr/>
          <p:nvPr/>
        </p:nvSpPr>
        <p:spPr>
          <a:xfrm>
            <a:off x="8298294" y="3688683"/>
            <a:ext cx="414398" cy="576064"/>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nl-BE" sz="2400" dirty="0">
                <a:solidFill>
                  <a:schemeClr val="accent2"/>
                </a:solidFill>
                <a:latin typeface="Barlow Condensed" panose="00000506000000000000" pitchFamily="2" charset="0"/>
              </a:rPr>
              <a:t>4</a:t>
            </a:r>
          </a:p>
        </p:txBody>
      </p:sp>
      <p:sp>
        <p:nvSpPr>
          <p:cNvPr id="49" name="Rechthoek 54">
            <a:extLst>
              <a:ext uri="{FF2B5EF4-FFF2-40B4-BE49-F238E27FC236}">
                <a16:creationId xmlns:a16="http://schemas.microsoft.com/office/drawing/2014/main" id="{13C7B759-2344-8380-B171-5D744D67B2BB}"/>
              </a:ext>
            </a:extLst>
          </p:cNvPr>
          <p:cNvSpPr/>
          <p:nvPr/>
        </p:nvSpPr>
        <p:spPr>
          <a:xfrm>
            <a:off x="8297790" y="4410490"/>
            <a:ext cx="414398" cy="576064"/>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nl-BE" sz="2400" dirty="0">
                <a:solidFill>
                  <a:schemeClr val="accent2"/>
                </a:solidFill>
                <a:latin typeface="Barlow Condensed" panose="00000506000000000000" pitchFamily="2" charset="0"/>
              </a:rPr>
              <a:t>3</a:t>
            </a:r>
          </a:p>
        </p:txBody>
      </p:sp>
      <p:sp>
        <p:nvSpPr>
          <p:cNvPr id="50" name="Rechthoek 55">
            <a:extLst>
              <a:ext uri="{FF2B5EF4-FFF2-40B4-BE49-F238E27FC236}">
                <a16:creationId xmlns:a16="http://schemas.microsoft.com/office/drawing/2014/main" id="{FEF2DB60-BB6D-0B08-F87C-B97DAEA51A97}"/>
              </a:ext>
            </a:extLst>
          </p:cNvPr>
          <p:cNvSpPr/>
          <p:nvPr/>
        </p:nvSpPr>
        <p:spPr>
          <a:xfrm>
            <a:off x="8297790" y="5159313"/>
            <a:ext cx="414398" cy="576064"/>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nl-BE" sz="2400" dirty="0">
                <a:solidFill>
                  <a:schemeClr val="accent2"/>
                </a:solidFill>
                <a:latin typeface="Barlow Condensed" panose="00000506000000000000" pitchFamily="2" charset="0"/>
              </a:rPr>
              <a:t>2</a:t>
            </a:r>
          </a:p>
        </p:txBody>
      </p:sp>
      <p:sp>
        <p:nvSpPr>
          <p:cNvPr id="51" name="Rechthoek 56">
            <a:extLst>
              <a:ext uri="{FF2B5EF4-FFF2-40B4-BE49-F238E27FC236}">
                <a16:creationId xmlns:a16="http://schemas.microsoft.com/office/drawing/2014/main" id="{3EBBEE77-8836-D9CF-6BF0-A6C314F1F6EE}"/>
              </a:ext>
            </a:extLst>
          </p:cNvPr>
          <p:cNvSpPr/>
          <p:nvPr/>
        </p:nvSpPr>
        <p:spPr>
          <a:xfrm>
            <a:off x="8301330" y="5874547"/>
            <a:ext cx="414398" cy="576064"/>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nl-BE" sz="2400" dirty="0">
                <a:solidFill>
                  <a:schemeClr val="accent2"/>
                </a:solidFill>
                <a:latin typeface="Barlow Condensed" panose="00000506000000000000" pitchFamily="2" charset="0"/>
              </a:rPr>
              <a:t>1</a:t>
            </a:r>
          </a:p>
        </p:txBody>
      </p:sp>
      <p:sp>
        <p:nvSpPr>
          <p:cNvPr id="52" name="Gelijkbenige driehoek 57">
            <a:extLst>
              <a:ext uri="{FF2B5EF4-FFF2-40B4-BE49-F238E27FC236}">
                <a16:creationId xmlns:a16="http://schemas.microsoft.com/office/drawing/2014/main" id="{73E0EDE6-7D1A-D89B-6324-6619CEEE7A2F}"/>
              </a:ext>
            </a:extLst>
          </p:cNvPr>
          <p:cNvSpPr/>
          <p:nvPr/>
        </p:nvSpPr>
        <p:spPr>
          <a:xfrm>
            <a:off x="8329921" y="1998679"/>
            <a:ext cx="360040" cy="201628"/>
          </a:xfrm>
          <a:prstGeom prst="triangle">
            <a:avLst>
              <a:gd name="adj" fmla="val 53135"/>
            </a:avLst>
          </a:prstGeom>
          <a:ln/>
        </p:spPr>
        <p:style>
          <a:lnRef idx="2">
            <a:schemeClr val="dk1"/>
          </a:lnRef>
          <a:fillRef idx="1">
            <a:schemeClr val="lt1"/>
          </a:fillRef>
          <a:effectRef idx="0">
            <a:schemeClr val="dk1"/>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nl-BE" sz="2400">
              <a:solidFill>
                <a:schemeClr val="accent2"/>
              </a:solidFill>
              <a:latin typeface="Barlow Condensed" panose="00000506000000000000" pitchFamily="2" charset="0"/>
            </a:endParaRPr>
          </a:p>
        </p:txBody>
      </p:sp>
      <p:sp>
        <p:nvSpPr>
          <p:cNvPr id="53" name="Gelijkbenige driehoek 58">
            <a:extLst>
              <a:ext uri="{FF2B5EF4-FFF2-40B4-BE49-F238E27FC236}">
                <a16:creationId xmlns:a16="http://schemas.microsoft.com/office/drawing/2014/main" id="{76883D3B-858A-8D26-71E3-90DDD563B002}"/>
              </a:ext>
            </a:extLst>
          </p:cNvPr>
          <p:cNvSpPr/>
          <p:nvPr/>
        </p:nvSpPr>
        <p:spPr>
          <a:xfrm>
            <a:off x="8329921" y="2737649"/>
            <a:ext cx="360040" cy="201628"/>
          </a:xfrm>
          <a:prstGeom prst="triangle">
            <a:avLst>
              <a:gd name="adj" fmla="val 53135"/>
            </a:avLst>
          </a:prstGeom>
          <a:ln/>
        </p:spPr>
        <p:style>
          <a:lnRef idx="2">
            <a:schemeClr val="dk1"/>
          </a:lnRef>
          <a:fillRef idx="1">
            <a:schemeClr val="lt1"/>
          </a:fillRef>
          <a:effectRef idx="0">
            <a:schemeClr val="dk1"/>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nl-BE" sz="2400">
              <a:solidFill>
                <a:schemeClr val="accent2"/>
              </a:solidFill>
              <a:latin typeface="Barlow Condensed" panose="00000506000000000000" pitchFamily="2" charset="0"/>
            </a:endParaRPr>
          </a:p>
        </p:txBody>
      </p:sp>
      <p:sp>
        <p:nvSpPr>
          <p:cNvPr id="54" name="Gelijkbenige driehoek 59">
            <a:extLst>
              <a:ext uri="{FF2B5EF4-FFF2-40B4-BE49-F238E27FC236}">
                <a16:creationId xmlns:a16="http://schemas.microsoft.com/office/drawing/2014/main" id="{9953B6FD-523E-6A90-DACB-BD5F1C7BA5B1}"/>
              </a:ext>
            </a:extLst>
          </p:cNvPr>
          <p:cNvSpPr/>
          <p:nvPr/>
        </p:nvSpPr>
        <p:spPr>
          <a:xfrm>
            <a:off x="8329920" y="3473758"/>
            <a:ext cx="360040" cy="201628"/>
          </a:xfrm>
          <a:prstGeom prst="triangle">
            <a:avLst>
              <a:gd name="adj" fmla="val 53135"/>
            </a:avLst>
          </a:prstGeom>
          <a:ln/>
        </p:spPr>
        <p:style>
          <a:lnRef idx="2">
            <a:schemeClr val="dk1"/>
          </a:lnRef>
          <a:fillRef idx="1">
            <a:schemeClr val="lt1"/>
          </a:fillRef>
          <a:effectRef idx="0">
            <a:schemeClr val="dk1"/>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nl-BE" sz="2400">
              <a:solidFill>
                <a:schemeClr val="accent2"/>
              </a:solidFill>
              <a:latin typeface="Barlow Condensed" panose="00000506000000000000" pitchFamily="2" charset="0"/>
            </a:endParaRPr>
          </a:p>
        </p:txBody>
      </p:sp>
      <p:sp>
        <p:nvSpPr>
          <p:cNvPr id="55" name="Gelijkbenige driehoek 60">
            <a:extLst>
              <a:ext uri="{FF2B5EF4-FFF2-40B4-BE49-F238E27FC236}">
                <a16:creationId xmlns:a16="http://schemas.microsoft.com/office/drawing/2014/main" id="{F891F583-75C7-523A-A8D7-AC52210A6CED}"/>
              </a:ext>
            </a:extLst>
          </p:cNvPr>
          <p:cNvSpPr/>
          <p:nvPr/>
        </p:nvSpPr>
        <p:spPr>
          <a:xfrm>
            <a:off x="8329921" y="4199682"/>
            <a:ext cx="360040" cy="201628"/>
          </a:xfrm>
          <a:prstGeom prst="triangle">
            <a:avLst>
              <a:gd name="adj" fmla="val 53135"/>
            </a:avLst>
          </a:prstGeom>
          <a:ln/>
        </p:spPr>
        <p:style>
          <a:lnRef idx="2">
            <a:schemeClr val="dk1"/>
          </a:lnRef>
          <a:fillRef idx="1">
            <a:schemeClr val="lt1"/>
          </a:fillRef>
          <a:effectRef idx="0">
            <a:schemeClr val="dk1"/>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nl-BE" sz="2400">
              <a:solidFill>
                <a:schemeClr val="accent2"/>
              </a:solidFill>
              <a:latin typeface="Barlow Condensed" panose="00000506000000000000" pitchFamily="2" charset="0"/>
            </a:endParaRPr>
          </a:p>
        </p:txBody>
      </p:sp>
      <p:sp>
        <p:nvSpPr>
          <p:cNvPr id="56" name="Gelijkbenige driehoek 61">
            <a:extLst>
              <a:ext uri="{FF2B5EF4-FFF2-40B4-BE49-F238E27FC236}">
                <a16:creationId xmlns:a16="http://schemas.microsoft.com/office/drawing/2014/main" id="{C8697C7F-51C8-B587-EE6B-25FCBBBB0DA2}"/>
              </a:ext>
            </a:extLst>
          </p:cNvPr>
          <p:cNvSpPr/>
          <p:nvPr/>
        </p:nvSpPr>
        <p:spPr>
          <a:xfrm>
            <a:off x="8329920" y="5674761"/>
            <a:ext cx="360040" cy="201628"/>
          </a:xfrm>
          <a:prstGeom prst="triangle">
            <a:avLst>
              <a:gd name="adj" fmla="val 53135"/>
            </a:avLst>
          </a:prstGeom>
          <a:ln/>
        </p:spPr>
        <p:style>
          <a:lnRef idx="2">
            <a:schemeClr val="dk1"/>
          </a:lnRef>
          <a:fillRef idx="1">
            <a:schemeClr val="lt1"/>
          </a:fillRef>
          <a:effectRef idx="0">
            <a:schemeClr val="dk1"/>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nl-BE" sz="2400">
              <a:solidFill>
                <a:schemeClr val="accent2"/>
              </a:solidFill>
              <a:latin typeface="Barlow Condensed" panose="00000506000000000000" pitchFamily="2" charset="0"/>
            </a:endParaRPr>
          </a:p>
        </p:txBody>
      </p:sp>
      <p:sp>
        <p:nvSpPr>
          <p:cNvPr id="57" name="Gelijkbenige driehoek 62">
            <a:extLst>
              <a:ext uri="{FF2B5EF4-FFF2-40B4-BE49-F238E27FC236}">
                <a16:creationId xmlns:a16="http://schemas.microsoft.com/office/drawing/2014/main" id="{E8C23EB5-1507-EE70-C62C-D3A1AB981829}"/>
              </a:ext>
            </a:extLst>
          </p:cNvPr>
          <p:cNvSpPr/>
          <p:nvPr/>
        </p:nvSpPr>
        <p:spPr>
          <a:xfrm>
            <a:off x="8329921" y="4938652"/>
            <a:ext cx="360040" cy="201628"/>
          </a:xfrm>
          <a:prstGeom prst="triangle">
            <a:avLst>
              <a:gd name="adj" fmla="val 53135"/>
            </a:avLst>
          </a:prstGeom>
          <a:ln/>
        </p:spPr>
        <p:style>
          <a:lnRef idx="2">
            <a:schemeClr val="dk1"/>
          </a:lnRef>
          <a:fillRef idx="1">
            <a:schemeClr val="lt1"/>
          </a:fillRef>
          <a:effectRef idx="0">
            <a:schemeClr val="dk1"/>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nl-BE" sz="2400">
              <a:solidFill>
                <a:schemeClr val="accent2"/>
              </a:solidFill>
              <a:latin typeface="Barlow Condensed" panose="00000506000000000000" pitchFamily="2" charset="0"/>
            </a:endParaRPr>
          </a:p>
        </p:txBody>
      </p:sp>
      <p:cxnSp>
        <p:nvCxnSpPr>
          <p:cNvPr id="58" name="Rechte verbindingslijn 115">
            <a:extLst>
              <a:ext uri="{FF2B5EF4-FFF2-40B4-BE49-F238E27FC236}">
                <a16:creationId xmlns:a16="http://schemas.microsoft.com/office/drawing/2014/main" id="{41B1CA82-29B5-61AB-3905-F9AD55E74B25}"/>
              </a:ext>
            </a:extLst>
          </p:cNvPr>
          <p:cNvCxnSpPr/>
          <p:nvPr/>
        </p:nvCxnSpPr>
        <p:spPr>
          <a:xfrm>
            <a:off x="3728873" y="3927893"/>
            <a:ext cx="4450369" cy="13505"/>
          </a:xfrm>
          <a:prstGeom prst="line">
            <a:avLst/>
          </a:prstGeom>
          <a:ln/>
        </p:spPr>
        <p:style>
          <a:lnRef idx="2">
            <a:schemeClr val="dk1"/>
          </a:lnRef>
          <a:fillRef idx="1">
            <a:schemeClr val="lt1"/>
          </a:fillRef>
          <a:effectRef idx="0">
            <a:schemeClr val="dk1"/>
          </a:effectRef>
          <a:fontRef idx="minor">
            <a:schemeClr val="dk1"/>
          </a:fontRef>
        </p:style>
      </p:cxnSp>
    </p:spTree>
    <p:extLst>
      <p:ext uri="{BB962C8B-B14F-4D97-AF65-F5344CB8AC3E}">
        <p14:creationId xmlns:p14="http://schemas.microsoft.com/office/powerpoint/2010/main" val="20239297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hthoek 7">
            <a:extLst>
              <a:ext uri="{FF2B5EF4-FFF2-40B4-BE49-F238E27FC236}">
                <a16:creationId xmlns:a16="http://schemas.microsoft.com/office/drawing/2014/main" id="{BE1B54E7-B40C-9621-B7E3-04D002D68DE4}"/>
              </a:ext>
            </a:extLst>
          </p:cNvPr>
          <p:cNvSpPr/>
          <p:nvPr/>
        </p:nvSpPr>
        <p:spPr>
          <a:xfrm>
            <a:off x="526562" y="883406"/>
            <a:ext cx="2689332" cy="5136901"/>
          </a:xfrm>
          <a:prstGeom prst="rect">
            <a:avLst/>
          </a:prstGeom>
        </p:spPr>
        <p:style>
          <a:lnRef idx="1">
            <a:schemeClr val="accent1"/>
          </a:lnRef>
          <a:fillRef idx="3">
            <a:schemeClr val="accent1"/>
          </a:fillRef>
          <a:effectRef idx="2">
            <a:schemeClr val="accent1"/>
          </a:effectRef>
          <a:fontRef idx="minor">
            <a:schemeClr val="lt1"/>
          </a:fontRef>
        </p:style>
        <p:txBody>
          <a:bodyPr rtlCol="0" anchor="t"/>
          <a:lstStyle/>
          <a:p>
            <a:pPr algn="ctr"/>
            <a:endParaRPr lang="nl-BE" sz="3200" dirty="0">
              <a:latin typeface="Barlow Condensed" panose="00000506000000000000" pitchFamily="2" charset="0"/>
            </a:endParaRPr>
          </a:p>
        </p:txBody>
      </p:sp>
      <p:sp>
        <p:nvSpPr>
          <p:cNvPr id="5" name="Rechthoek 10">
            <a:extLst>
              <a:ext uri="{FF2B5EF4-FFF2-40B4-BE49-F238E27FC236}">
                <a16:creationId xmlns:a16="http://schemas.microsoft.com/office/drawing/2014/main" id="{CD8809E5-3821-4AD3-E93F-C19E4796B658}"/>
              </a:ext>
            </a:extLst>
          </p:cNvPr>
          <p:cNvSpPr/>
          <p:nvPr/>
        </p:nvSpPr>
        <p:spPr>
          <a:xfrm>
            <a:off x="628949" y="958945"/>
            <a:ext cx="2088232" cy="576064"/>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nl-BE" sz="2400" dirty="0" err="1">
                <a:solidFill>
                  <a:schemeClr val="bg1"/>
                </a:solidFill>
                <a:latin typeface="Barlow Condensed" panose="00000506000000000000" pitchFamily="2" charset="0"/>
              </a:rPr>
              <a:t>toepassingslaag</a:t>
            </a:r>
            <a:endParaRPr lang="nl-BE" sz="2400" dirty="0">
              <a:solidFill>
                <a:schemeClr val="bg1"/>
              </a:solidFill>
              <a:latin typeface="Barlow Condensed" panose="00000506000000000000" pitchFamily="2" charset="0"/>
            </a:endParaRPr>
          </a:p>
        </p:txBody>
      </p:sp>
      <p:sp>
        <p:nvSpPr>
          <p:cNvPr id="6" name="Rechthoek 12">
            <a:extLst>
              <a:ext uri="{FF2B5EF4-FFF2-40B4-BE49-F238E27FC236}">
                <a16:creationId xmlns:a16="http://schemas.microsoft.com/office/drawing/2014/main" id="{74FBADB9-2A97-7E3C-F216-A44D6F803044}"/>
              </a:ext>
            </a:extLst>
          </p:cNvPr>
          <p:cNvSpPr/>
          <p:nvPr/>
        </p:nvSpPr>
        <p:spPr>
          <a:xfrm>
            <a:off x="628949" y="1697915"/>
            <a:ext cx="2088232"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err="1">
                <a:solidFill>
                  <a:schemeClr val="accent1"/>
                </a:solidFill>
                <a:latin typeface="Barlow Condensed" panose="00000506000000000000" pitchFamily="2" charset="0"/>
              </a:rPr>
              <a:t>presentatielaag</a:t>
            </a:r>
            <a:endParaRPr lang="nl-BE" sz="2400" dirty="0">
              <a:solidFill>
                <a:schemeClr val="accent1"/>
              </a:solidFill>
              <a:latin typeface="Barlow Condensed" panose="00000506000000000000" pitchFamily="2" charset="0"/>
            </a:endParaRPr>
          </a:p>
        </p:txBody>
      </p:sp>
      <p:sp>
        <p:nvSpPr>
          <p:cNvPr id="7" name="Rechthoek 14">
            <a:extLst>
              <a:ext uri="{FF2B5EF4-FFF2-40B4-BE49-F238E27FC236}">
                <a16:creationId xmlns:a16="http://schemas.microsoft.com/office/drawing/2014/main" id="{B5382F2F-4110-B263-766F-6291C93B05C8}"/>
              </a:ext>
            </a:extLst>
          </p:cNvPr>
          <p:cNvSpPr/>
          <p:nvPr/>
        </p:nvSpPr>
        <p:spPr>
          <a:xfrm>
            <a:off x="628949" y="2444592"/>
            <a:ext cx="2088232"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err="1">
                <a:solidFill>
                  <a:schemeClr val="accent1"/>
                </a:solidFill>
                <a:latin typeface="Barlow Condensed" panose="00000506000000000000" pitchFamily="2" charset="0"/>
              </a:rPr>
              <a:t>sessielaag</a:t>
            </a:r>
            <a:endParaRPr lang="nl-BE" sz="2400" dirty="0">
              <a:solidFill>
                <a:schemeClr val="accent1"/>
              </a:solidFill>
              <a:latin typeface="Barlow Condensed" panose="00000506000000000000" pitchFamily="2" charset="0"/>
            </a:endParaRPr>
          </a:p>
        </p:txBody>
      </p:sp>
      <p:sp>
        <p:nvSpPr>
          <p:cNvPr id="8" name="Rechthoek 16">
            <a:extLst>
              <a:ext uri="{FF2B5EF4-FFF2-40B4-BE49-F238E27FC236}">
                <a16:creationId xmlns:a16="http://schemas.microsoft.com/office/drawing/2014/main" id="{266248AA-AA75-EB38-5E36-D4FCA19F2CC9}"/>
              </a:ext>
            </a:extLst>
          </p:cNvPr>
          <p:cNvSpPr/>
          <p:nvPr/>
        </p:nvSpPr>
        <p:spPr>
          <a:xfrm>
            <a:off x="628949" y="3178370"/>
            <a:ext cx="2088232"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err="1">
                <a:solidFill>
                  <a:schemeClr val="accent1"/>
                </a:solidFill>
                <a:latin typeface="Barlow Condensed" panose="00000506000000000000" pitchFamily="2" charset="0"/>
              </a:rPr>
              <a:t>transportlaag</a:t>
            </a:r>
            <a:endParaRPr lang="nl-BE" sz="2400" dirty="0">
              <a:solidFill>
                <a:schemeClr val="accent1"/>
              </a:solidFill>
              <a:latin typeface="Barlow Condensed" panose="00000506000000000000" pitchFamily="2" charset="0"/>
            </a:endParaRPr>
          </a:p>
        </p:txBody>
      </p:sp>
      <p:cxnSp>
        <p:nvCxnSpPr>
          <p:cNvPr id="9" name="Rechte verbindingslijn 19">
            <a:extLst>
              <a:ext uri="{FF2B5EF4-FFF2-40B4-BE49-F238E27FC236}">
                <a16:creationId xmlns:a16="http://schemas.microsoft.com/office/drawing/2014/main" id="{E23D4867-90EC-1236-748F-8D55B85A8B80}"/>
              </a:ext>
            </a:extLst>
          </p:cNvPr>
          <p:cNvCxnSpPr/>
          <p:nvPr/>
        </p:nvCxnSpPr>
        <p:spPr>
          <a:xfrm>
            <a:off x="1666169" y="5423745"/>
            <a:ext cx="0" cy="506979"/>
          </a:xfrm>
          <a:prstGeom prst="line">
            <a:avLst/>
          </a:prstGeom>
          <a:ln>
            <a:solidFill>
              <a:schemeClr val="bg1"/>
            </a:solidFill>
          </a:ln>
        </p:spPr>
        <p:style>
          <a:lnRef idx="3">
            <a:schemeClr val="accent1"/>
          </a:lnRef>
          <a:fillRef idx="0">
            <a:schemeClr val="accent1"/>
          </a:fillRef>
          <a:effectRef idx="2">
            <a:schemeClr val="accent1"/>
          </a:effectRef>
          <a:fontRef idx="minor">
            <a:schemeClr val="tx1"/>
          </a:fontRef>
        </p:style>
      </p:cxnSp>
      <p:sp>
        <p:nvSpPr>
          <p:cNvPr id="10" name="Rechthoek 25">
            <a:extLst>
              <a:ext uri="{FF2B5EF4-FFF2-40B4-BE49-F238E27FC236}">
                <a16:creationId xmlns:a16="http://schemas.microsoft.com/office/drawing/2014/main" id="{00C6BC7B-86F9-CFAD-0E1F-A0503DC824F7}"/>
              </a:ext>
            </a:extLst>
          </p:cNvPr>
          <p:cNvSpPr/>
          <p:nvPr/>
        </p:nvSpPr>
        <p:spPr>
          <a:xfrm>
            <a:off x="628949" y="3898918"/>
            <a:ext cx="2088232"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err="1">
                <a:solidFill>
                  <a:schemeClr val="accent1"/>
                </a:solidFill>
                <a:latin typeface="Barlow Condensed" panose="00000506000000000000" pitchFamily="2" charset="0"/>
              </a:rPr>
              <a:t>netwerklaag</a:t>
            </a:r>
            <a:endParaRPr lang="nl-BE" sz="2400" dirty="0">
              <a:solidFill>
                <a:schemeClr val="accent1"/>
              </a:solidFill>
              <a:latin typeface="Barlow Condensed" panose="00000506000000000000" pitchFamily="2" charset="0"/>
            </a:endParaRPr>
          </a:p>
        </p:txBody>
      </p:sp>
      <p:sp>
        <p:nvSpPr>
          <p:cNvPr id="11" name="Rechthoek 27">
            <a:extLst>
              <a:ext uri="{FF2B5EF4-FFF2-40B4-BE49-F238E27FC236}">
                <a16:creationId xmlns:a16="http://schemas.microsoft.com/office/drawing/2014/main" id="{9E63B2EE-D2CF-2A40-D4E6-EBDA53BA64ED}"/>
              </a:ext>
            </a:extLst>
          </p:cNvPr>
          <p:cNvSpPr/>
          <p:nvPr/>
        </p:nvSpPr>
        <p:spPr>
          <a:xfrm>
            <a:off x="628949" y="4645595"/>
            <a:ext cx="2088232"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err="1">
                <a:solidFill>
                  <a:schemeClr val="accent1"/>
                </a:solidFill>
                <a:latin typeface="Barlow Condensed" panose="00000506000000000000" pitchFamily="2" charset="0"/>
              </a:rPr>
              <a:t>verbindingslaag</a:t>
            </a:r>
            <a:endParaRPr lang="nl-BE" sz="2400" dirty="0">
              <a:solidFill>
                <a:schemeClr val="accent1"/>
              </a:solidFill>
              <a:latin typeface="Barlow Condensed" panose="00000506000000000000" pitchFamily="2" charset="0"/>
            </a:endParaRPr>
          </a:p>
        </p:txBody>
      </p:sp>
      <p:sp>
        <p:nvSpPr>
          <p:cNvPr id="12" name="Rechthoek 29">
            <a:extLst>
              <a:ext uri="{FF2B5EF4-FFF2-40B4-BE49-F238E27FC236}">
                <a16:creationId xmlns:a16="http://schemas.microsoft.com/office/drawing/2014/main" id="{FFE87A31-B121-CAE3-18AE-E0627D61838E}"/>
              </a:ext>
            </a:extLst>
          </p:cNvPr>
          <p:cNvSpPr/>
          <p:nvPr/>
        </p:nvSpPr>
        <p:spPr>
          <a:xfrm>
            <a:off x="628949" y="5364043"/>
            <a:ext cx="2088232"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fysieke laag</a:t>
            </a:r>
          </a:p>
        </p:txBody>
      </p:sp>
      <p:sp>
        <p:nvSpPr>
          <p:cNvPr id="13" name="Rechthoek 37">
            <a:extLst>
              <a:ext uri="{FF2B5EF4-FFF2-40B4-BE49-F238E27FC236}">
                <a16:creationId xmlns:a16="http://schemas.microsoft.com/office/drawing/2014/main" id="{CDBDAD48-22F1-E6EC-BFAC-D11BD1311916}"/>
              </a:ext>
            </a:extLst>
          </p:cNvPr>
          <p:cNvSpPr/>
          <p:nvPr/>
        </p:nvSpPr>
        <p:spPr>
          <a:xfrm>
            <a:off x="2717181" y="958945"/>
            <a:ext cx="414398" cy="576064"/>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nl-BE" sz="2400" dirty="0">
                <a:solidFill>
                  <a:schemeClr val="bg1"/>
                </a:solidFill>
                <a:latin typeface="Barlow Condensed" panose="00000506000000000000" pitchFamily="2" charset="0"/>
              </a:rPr>
              <a:t>7</a:t>
            </a:r>
          </a:p>
        </p:txBody>
      </p:sp>
      <p:sp>
        <p:nvSpPr>
          <p:cNvPr id="14" name="Rechthoek 38">
            <a:extLst>
              <a:ext uri="{FF2B5EF4-FFF2-40B4-BE49-F238E27FC236}">
                <a16:creationId xmlns:a16="http://schemas.microsoft.com/office/drawing/2014/main" id="{4534C72A-C2CC-6699-F552-0904BF87FB60}"/>
              </a:ext>
            </a:extLst>
          </p:cNvPr>
          <p:cNvSpPr/>
          <p:nvPr/>
        </p:nvSpPr>
        <p:spPr>
          <a:xfrm>
            <a:off x="2717181" y="1694788"/>
            <a:ext cx="414398"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6</a:t>
            </a:r>
          </a:p>
        </p:txBody>
      </p:sp>
      <p:sp>
        <p:nvSpPr>
          <p:cNvPr id="15" name="Rechthoek 39">
            <a:extLst>
              <a:ext uri="{FF2B5EF4-FFF2-40B4-BE49-F238E27FC236}">
                <a16:creationId xmlns:a16="http://schemas.microsoft.com/office/drawing/2014/main" id="{AF82629B-1904-F1E0-8D1F-28C770349DE0}"/>
              </a:ext>
            </a:extLst>
          </p:cNvPr>
          <p:cNvSpPr/>
          <p:nvPr/>
        </p:nvSpPr>
        <p:spPr>
          <a:xfrm>
            <a:off x="2717181" y="2444783"/>
            <a:ext cx="414398"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5</a:t>
            </a:r>
          </a:p>
        </p:txBody>
      </p:sp>
      <p:sp>
        <p:nvSpPr>
          <p:cNvPr id="16" name="Rechthoek 40">
            <a:extLst>
              <a:ext uri="{FF2B5EF4-FFF2-40B4-BE49-F238E27FC236}">
                <a16:creationId xmlns:a16="http://schemas.microsoft.com/office/drawing/2014/main" id="{673D66CB-09FE-2D19-D7F7-FC317AE63F3B}"/>
              </a:ext>
            </a:extLst>
          </p:cNvPr>
          <p:cNvSpPr/>
          <p:nvPr/>
        </p:nvSpPr>
        <p:spPr>
          <a:xfrm>
            <a:off x="2717181" y="3178179"/>
            <a:ext cx="414398"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4</a:t>
            </a:r>
          </a:p>
        </p:txBody>
      </p:sp>
      <p:sp>
        <p:nvSpPr>
          <p:cNvPr id="17" name="Rechthoek 41">
            <a:extLst>
              <a:ext uri="{FF2B5EF4-FFF2-40B4-BE49-F238E27FC236}">
                <a16:creationId xmlns:a16="http://schemas.microsoft.com/office/drawing/2014/main" id="{6C83C662-6017-9E8B-6933-42EC218BD5CC}"/>
              </a:ext>
            </a:extLst>
          </p:cNvPr>
          <p:cNvSpPr/>
          <p:nvPr/>
        </p:nvSpPr>
        <p:spPr>
          <a:xfrm>
            <a:off x="2716677" y="3899986"/>
            <a:ext cx="414398"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3</a:t>
            </a:r>
          </a:p>
        </p:txBody>
      </p:sp>
      <p:sp>
        <p:nvSpPr>
          <p:cNvPr id="18" name="Rechthoek 42">
            <a:extLst>
              <a:ext uri="{FF2B5EF4-FFF2-40B4-BE49-F238E27FC236}">
                <a16:creationId xmlns:a16="http://schemas.microsoft.com/office/drawing/2014/main" id="{308606EA-F28F-EA00-9C43-CC99A5D44C22}"/>
              </a:ext>
            </a:extLst>
          </p:cNvPr>
          <p:cNvSpPr/>
          <p:nvPr/>
        </p:nvSpPr>
        <p:spPr>
          <a:xfrm>
            <a:off x="2716677" y="4648809"/>
            <a:ext cx="414398"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2</a:t>
            </a:r>
          </a:p>
        </p:txBody>
      </p:sp>
      <p:sp>
        <p:nvSpPr>
          <p:cNvPr id="19" name="Rechthoek 43">
            <a:extLst>
              <a:ext uri="{FF2B5EF4-FFF2-40B4-BE49-F238E27FC236}">
                <a16:creationId xmlns:a16="http://schemas.microsoft.com/office/drawing/2014/main" id="{7380C0F3-CB0A-6DB3-DE43-DDC6A5C7424B}"/>
              </a:ext>
            </a:extLst>
          </p:cNvPr>
          <p:cNvSpPr/>
          <p:nvPr/>
        </p:nvSpPr>
        <p:spPr>
          <a:xfrm>
            <a:off x="2720217" y="5364043"/>
            <a:ext cx="414398"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1</a:t>
            </a:r>
          </a:p>
        </p:txBody>
      </p:sp>
      <p:sp>
        <p:nvSpPr>
          <p:cNvPr id="20" name="Gelijkbenige driehoek 44">
            <a:extLst>
              <a:ext uri="{FF2B5EF4-FFF2-40B4-BE49-F238E27FC236}">
                <a16:creationId xmlns:a16="http://schemas.microsoft.com/office/drawing/2014/main" id="{4621BA60-CA98-92F2-DAAB-54142BD504CD}"/>
              </a:ext>
            </a:extLst>
          </p:cNvPr>
          <p:cNvSpPr/>
          <p:nvPr/>
        </p:nvSpPr>
        <p:spPr>
          <a:xfrm rot="10800000">
            <a:off x="2728144" y="1555418"/>
            <a:ext cx="360040" cy="201628"/>
          </a:xfrm>
          <a:prstGeom prst="triangle">
            <a:avLst>
              <a:gd name="adj" fmla="val 53135"/>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nl-BE" sz="2400">
              <a:latin typeface="Barlow Condensed" panose="00000506000000000000" pitchFamily="2" charset="0"/>
            </a:endParaRPr>
          </a:p>
        </p:txBody>
      </p:sp>
      <p:sp>
        <p:nvSpPr>
          <p:cNvPr id="21" name="Gelijkbenige driehoek 45">
            <a:extLst>
              <a:ext uri="{FF2B5EF4-FFF2-40B4-BE49-F238E27FC236}">
                <a16:creationId xmlns:a16="http://schemas.microsoft.com/office/drawing/2014/main" id="{C2C49D0E-27EE-B501-C63E-C1E1699E89B9}"/>
              </a:ext>
            </a:extLst>
          </p:cNvPr>
          <p:cNvSpPr/>
          <p:nvPr/>
        </p:nvSpPr>
        <p:spPr>
          <a:xfrm rot="10800000">
            <a:off x="2728144" y="2294388"/>
            <a:ext cx="360040" cy="201628"/>
          </a:xfrm>
          <a:prstGeom prst="triangle">
            <a:avLst>
              <a:gd name="adj" fmla="val 53135"/>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nl-BE" sz="2400">
              <a:latin typeface="Barlow Condensed" panose="00000506000000000000" pitchFamily="2" charset="0"/>
            </a:endParaRPr>
          </a:p>
        </p:txBody>
      </p:sp>
      <p:sp>
        <p:nvSpPr>
          <p:cNvPr id="22" name="Gelijkbenige driehoek 46">
            <a:extLst>
              <a:ext uri="{FF2B5EF4-FFF2-40B4-BE49-F238E27FC236}">
                <a16:creationId xmlns:a16="http://schemas.microsoft.com/office/drawing/2014/main" id="{F50133BD-8C0F-2DD6-A091-BE23536651D7}"/>
              </a:ext>
            </a:extLst>
          </p:cNvPr>
          <p:cNvSpPr/>
          <p:nvPr/>
        </p:nvSpPr>
        <p:spPr>
          <a:xfrm rot="10800000">
            <a:off x="2728143" y="3030497"/>
            <a:ext cx="360040" cy="201628"/>
          </a:xfrm>
          <a:prstGeom prst="triangle">
            <a:avLst>
              <a:gd name="adj" fmla="val 53135"/>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nl-BE" sz="2400">
              <a:latin typeface="Barlow Condensed" panose="00000506000000000000" pitchFamily="2" charset="0"/>
            </a:endParaRPr>
          </a:p>
        </p:txBody>
      </p:sp>
      <p:sp>
        <p:nvSpPr>
          <p:cNvPr id="23" name="Gelijkbenige driehoek 47">
            <a:extLst>
              <a:ext uri="{FF2B5EF4-FFF2-40B4-BE49-F238E27FC236}">
                <a16:creationId xmlns:a16="http://schemas.microsoft.com/office/drawing/2014/main" id="{E358BABC-2B11-7236-CF64-C0D52E59F06A}"/>
              </a:ext>
            </a:extLst>
          </p:cNvPr>
          <p:cNvSpPr/>
          <p:nvPr/>
        </p:nvSpPr>
        <p:spPr>
          <a:xfrm rot="10800000">
            <a:off x="2728144" y="3756421"/>
            <a:ext cx="360040" cy="201628"/>
          </a:xfrm>
          <a:prstGeom prst="triangle">
            <a:avLst>
              <a:gd name="adj" fmla="val 53135"/>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nl-BE" sz="2400">
              <a:latin typeface="Barlow Condensed" panose="00000506000000000000" pitchFamily="2" charset="0"/>
            </a:endParaRPr>
          </a:p>
        </p:txBody>
      </p:sp>
      <p:sp>
        <p:nvSpPr>
          <p:cNvPr id="24" name="Gelijkbenige driehoek 48">
            <a:extLst>
              <a:ext uri="{FF2B5EF4-FFF2-40B4-BE49-F238E27FC236}">
                <a16:creationId xmlns:a16="http://schemas.microsoft.com/office/drawing/2014/main" id="{6167B2C2-E8F9-EA30-BC65-757987A39836}"/>
              </a:ext>
            </a:extLst>
          </p:cNvPr>
          <p:cNvSpPr/>
          <p:nvPr/>
        </p:nvSpPr>
        <p:spPr>
          <a:xfrm rot="10800000">
            <a:off x="2728143" y="5231500"/>
            <a:ext cx="360040" cy="201628"/>
          </a:xfrm>
          <a:prstGeom prst="triangle">
            <a:avLst>
              <a:gd name="adj" fmla="val 53135"/>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nl-BE" sz="2400">
              <a:latin typeface="Barlow Condensed" panose="00000506000000000000" pitchFamily="2" charset="0"/>
            </a:endParaRPr>
          </a:p>
        </p:txBody>
      </p:sp>
      <p:sp>
        <p:nvSpPr>
          <p:cNvPr id="25" name="Gelijkbenige driehoek 49">
            <a:extLst>
              <a:ext uri="{FF2B5EF4-FFF2-40B4-BE49-F238E27FC236}">
                <a16:creationId xmlns:a16="http://schemas.microsoft.com/office/drawing/2014/main" id="{56E6C9CE-75D4-CF5A-7771-F8397039476B}"/>
              </a:ext>
            </a:extLst>
          </p:cNvPr>
          <p:cNvSpPr/>
          <p:nvPr/>
        </p:nvSpPr>
        <p:spPr>
          <a:xfrm rot="10800000">
            <a:off x="2728144" y="4495391"/>
            <a:ext cx="360040" cy="201628"/>
          </a:xfrm>
          <a:prstGeom prst="triangle">
            <a:avLst>
              <a:gd name="adj" fmla="val 53135"/>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nl-BE" sz="2400">
              <a:latin typeface="Barlow Condensed" panose="00000506000000000000" pitchFamily="2" charset="0"/>
            </a:endParaRPr>
          </a:p>
        </p:txBody>
      </p:sp>
      <p:sp>
        <p:nvSpPr>
          <p:cNvPr id="26" name="Rechthoek 1">
            <a:extLst>
              <a:ext uri="{FF2B5EF4-FFF2-40B4-BE49-F238E27FC236}">
                <a16:creationId xmlns:a16="http://schemas.microsoft.com/office/drawing/2014/main" id="{C44BE13C-6F18-B5C2-C2B8-DB2BB9D0EC70}"/>
              </a:ext>
            </a:extLst>
          </p:cNvPr>
          <p:cNvSpPr/>
          <p:nvPr/>
        </p:nvSpPr>
        <p:spPr>
          <a:xfrm>
            <a:off x="4272079" y="914935"/>
            <a:ext cx="7040880" cy="672012"/>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marL="457200" indent="-457200">
              <a:buFont typeface="Arial" panose="020B0604020202020204" pitchFamily="34" charset="0"/>
              <a:buChar char="•"/>
            </a:pPr>
            <a:r>
              <a:rPr lang="nl-BE" sz="2800" dirty="0">
                <a:latin typeface="Barlow Condensed" panose="00000506000000000000" pitchFamily="2" charset="0"/>
              </a:rPr>
              <a:t>levert geen diensten aan andere lagen</a:t>
            </a:r>
          </a:p>
        </p:txBody>
      </p:sp>
      <p:sp>
        <p:nvSpPr>
          <p:cNvPr id="27" name="Rechthoek 63">
            <a:extLst>
              <a:ext uri="{FF2B5EF4-FFF2-40B4-BE49-F238E27FC236}">
                <a16:creationId xmlns:a16="http://schemas.microsoft.com/office/drawing/2014/main" id="{C805806C-2142-B97D-4785-9C6C8BFDED20}"/>
              </a:ext>
            </a:extLst>
          </p:cNvPr>
          <p:cNvSpPr/>
          <p:nvPr/>
        </p:nvSpPr>
        <p:spPr>
          <a:xfrm>
            <a:off x="4272079" y="1726316"/>
            <a:ext cx="7040880" cy="672012"/>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marL="457200" indent="-457200">
              <a:buFont typeface="Arial" panose="020B0604020202020204" pitchFamily="34" charset="0"/>
              <a:buChar char="•"/>
            </a:pPr>
            <a:r>
              <a:rPr lang="nl-BE" sz="2800" dirty="0">
                <a:latin typeface="Barlow Condensed" panose="00000506000000000000" pitchFamily="2" charset="0"/>
              </a:rPr>
              <a:t>wel aan computertoepassingen</a:t>
            </a:r>
          </a:p>
        </p:txBody>
      </p:sp>
      <p:sp>
        <p:nvSpPr>
          <p:cNvPr id="28" name="Rechthoek 64">
            <a:extLst>
              <a:ext uri="{FF2B5EF4-FFF2-40B4-BE49-F238E27FC236}">
                <a16:creationId xmlns:a16="http://schemas.microsoft.com/office/drawing/2014/main" id="{F55C08B1-9BB8-64D8-2737-D4F42BE9C943}"/>
              </a:ext>
            </a:extLst>
          </p:cNvPr>
          <p:cNvSpPr/>
          <p:nvPr/>
        </p:nvSpPr>
        <p:spPr>
          <a:xfrm>
            <a:off x="4272079" y="2591642"/>
            <a:ext cx="7040880" cy="672012"/>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marL="457200" indent="-457200">
              <a:buFont typeface="Arial" panose="020B0604020202020204" pitchFamily="34" charset="0"/>
              <a:buChar char="•"/>
            </a:pPr>
            <a:r>
              <a:rPr lang="nl-BE" sz="2800" dirty="0">
                <a:latin typeface="Barlow Condensed" panose="00000506000000000000" pitchFamily="2" charset="0"/>
              </a:rPr>
              <a:t>activeert het juiste verbindingsprotocol</a:t>
            </a:r>
          </a:p>
        </p:txBody>
      </p:sp>
    </p:spTree>
    <p:extLst>
      <p:ext uri="{BB962C8B-B14F-4D97-AF65-F5344CB8AC3E}">
        <p14:creationId xmlns:p14="http://schemas.microsoft.com/office/powerpoint/2010/main" val="3216911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500"/>
                                        <p:tgtEl>
                                          <p:spTgt spid="26"/>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7"/>
                                        </p:tgtEl>
                                        <p:attrNameLst>
                                          <p:attrName>style.visibility</p:attrName>
                                        </p:attrNameLst>
                                      </p:cBhvr>
                                      <p:to>
                                        <p:strVal val="visible"/>
                                      </p:to>
                                    </p:set>
                                    <p:animEffect transition="in" filter="fade">
                                      <p:cBhvr>
                                        <p:cTn id="11" dur="500"/>
                                        <p:tgtEl>
                                          <p:spTgt spid="27"/>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28"/>
                                        </p:tgtEl>
                                        <p:attrNameLst>
                                          <p:attrName>style.visibility</p:attrName>
                                        </p:attrNameLst>
                                      </p:cBhvr>
                                      <p:to>
                                        <p:strVal val="visible"/>
                                      </p:to>
                                    </p:set>
                                    <p:animEffect transition="in" filter="fade">
                                      <p:cBhvr>
                                        <p:cTn id="15"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925612-2641-AAA1-0525-F1969AEA4B46}"/>
            </a:ext>
          </a:extLst>
        </p:cNvPr>
        <p:cNvGrpSpPr/>
        <p:nvPr/>
      </p:nvGrpSpPr>
      <p:grpSpPr>
        <a:xfrm>
          <a:off x="0" y="0"/>
          <a:ext cx="0" cy="0"/>
          <a:chOff x="0" y="0"/>
          <a:chExt cx="0" cy="0"/>
        </a:xfrm>
      </p:grpSpPr>
      <p:sp>
        <p:nvSpPr>
          <p:cNvPr id="4" name="Rechthoek 7">
            <a:extLst>
              <a:ext uri="{FF2B5EF4-FFF2-40B4-BE49-F238E27FC236}">
                <a16:creationId xmlns:a16="http://schemas.microsoft.com/office/drawing/2014/main" id="{CFDE3343-B872-E9F1-7D02-8D22A919901F}"/>
              </a:ext>
            </a:extLst>
          </p:cNvPr>
          <p:cNvSpPr/>
          <p:nvPr/>
        </p:nvSpPr>
        <p:spPr>
          <a:xfrm>
            <a:off x="526562" y="883406"/>
            <a:ext cx="2689332" cy="5136901"/>
          </a:xfrm>
          <a:prstGeom prst="rect">
            <a:avLst/>
          </a:prstGeom>
        </p:spPr>
        <p:style>
          <a:lnRef idx="1">
            <a:schemeClr val="accent1"/>
          </a:lnRef>
          <a:fillRef idx="3">
            <a:schemeClr val="accent1"/>
          </a:fillRef>
          <a:effectRef idx="2">
            <a:schemeClr val="accent1"/>
          </a:effectRef>
          <a:fontRef idx="minor">
            <a:schemeClr val="lt1"/>
          </a:fontRef>
        </p:style>
        <p:txBody>
          <a:bodyPr rtlCol="0" anchor="t"/>
          <a:lstStyle/>
          <a:p>
            <a:pPr algn="ctr"/>
            <a:endParaRPr lang="nl-BE" sz="3200" dirty="0">
              <a:latin typeface="Barlow Condensed" panose="00000506000000000000" pitchFamily="2" charset="0"/>
            </a:endParaRPr>
          </a:p>
        </p:txBody>
      </p:sp>
      <p:sp>
        <p:nvSpPr>
          <p:cNvPr id="5" name="Rechthoek 10">
            <a:extLst>
              <a:ext uri="{FF2B5EF4-FFF2-40B4-BE49-F238E27FC236}">
                <a16:creationId xmlns:a16="http://schemas.microsoft.com/office/drawing/2014/main" id="{FD1F84C1-4C20-A592-668C-6FC0443E7A33}"/>
              </a:ext>
            </a:extLst>
          </p:cNvPr>
          <p:cNvSpPr/>
          <p:nvPr/>
        </p:nvSpPr>
        <p:spPr>
          <a:xfrm>
            <a:off x="628949" y="958945"/>
            <a:ext cx="2088232" cy="576064"/>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err="1">
                <a:solidFill>
                  <a:schemeClr val="accent1"/>
                </a:solidFill>
                <a:latin typeface="Barlow Condensed" panose="00000506000000000000" pitchFamily="2" charset="0"/>
              </a:rPr>
              <a:t>toepassingslaag</a:t>
            </a:r>
            <a:endParaRPr lang="nl-BE" sz="2400" dirty="0">
              <a:solidFill>
                <a:schemeClr val="accent1"/>
              </a:solidFill>
              <a:latin typeface="Barlow Condensed" panose="00000506000000000000" pitchFamily="2" charset="0"/>
            </a:endParaRPr>
          </a:p>
        </p:txBody>
      </p:sp>
      <p:sp>
        <p:nvSpPr>
          <p:cNvPr id="6" name="Rechthoek 12">
            <a:extLst>
              <a:ext uri="{FF2B5EF4-FFF2-40B4-BE49-F238E27FC236}">
                <a16:creationId xmlns:a16="http://schemas.microsoft.com/office/drawing/2014/main" id="{E4DB4D72-9532-2553-63E3-F2551296A5D7}"/>
              </a:ext>
            </a:extLst>
          </p:cNvPr>
          <p:cNvSpPr/>
          <p:nvPr/>
        </p:nvSpPr>
        <p:spPr>
          <a:xfrm>
            <a:off x="628949" y="1697915"/>
            <a:ext cx="2088232" cy="576064"/>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nl-BE" sz="2400" dirty="0" err="1">
                <a:solidFill>
                  <a:schemeClr val="bg1"/>
                </a:solidFill>
                <a:latin typeface="Barlow Condensed" panose="00000506000000000000" pitchFamily="2" charset="0"/>
              </a:rPr>
              <a:t>presentatielaag</a:t>
            </a:r>
            <a:endParaRPr lang="nl-BE" sz="2400" dirty="0">
              <a:solidFill>
                <a:schemeClr val="bg1"/>
              </a:solidFill>
              <a:latin typeface="Barlow Condensed" panose="00000506000000000000" pitchFamily="2" charset="0"/>
            </a:endParaRPr>
          </a:p>
        </p:txBody>
      </p:sp>
      <p:sp>
        <p:nvSpPr>
          <p:cNvPr id="7" name="Rechthoek 14">
            <a:extLst>
              <a:ext uri="{FF2B5EF4-FFF2-40B4-BE49-F238E27FC236}">
                <a16:creationId xmlns:a16="http://schemas.microsoft.com/office/drawing/2014/main" id="{6C07E910-3417-89FC-F27D-B420E4C4160F}"/>
              </a:ext>
            </a:extLst>
          </p:cNvPr>
          <p:cNvSpPr/>
          <p:nvPr/>
        </p:nvSpPr>
        <p:spPr>
          <a:xfrm>
            <a:off x="628949" y="2444592"/>
            <a:ext cx="2088232"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err="1">
                <a:solidFill>
                  <a:schemeClr val="accent1"/>
                </a:solidFill>
                <a:latin typeface="Barlow Condensed" panose="00000506000000000000" pitchFamily="2" charset="0"/>
              </a:rPr>
              <a:t>sessielaag</a:t>
            </a:r>
            <a:endParaRPr lang="nl-BE" sz="2400" dirty="0">
              <a:solidFill>
                <a:schemeClr val="accent1"/>
              </a:solidFill>
              <a:latin typeface="Barlow Condensed" panose="00000506000000000000" pitchFamily="2" charset="0"/>
            </a:endParaRPr>
          </a:p>
        </p:txBody>
      </p:sp>
      <p:sp>
        <p:nvSpPr>
          <p:cNvPr id="8" name="Rechthoek 16">
            <a:extLst>
              <a:ext uri="{FF2B5EF4-FFF2-40B4-BE49-F238E27FC236}">
                <a16:creationId xmlns:a16="http://schemas.microsoft.com/office/drawing/2014/main" id="{A6FC060C-51DF-1BCC-8B40-CD7C2D3509D8}"/>
              </a:ext>
            </a:extLst>
          </p:cNvPr>
          <p:cNvSpPr/>
          <p:nvPr/>
        </p:nvSpPr>
        <p:spPr>
          <a:xfrm>
            <a:off x="628949" y="3178370"/>
            <a:ext cx="2088232"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err="1">
                <a:solidFill>
                  <a:schemeClr val="accent1"/>
                </a:solidFill>
                <a:latin typeface="Barlow Condensed" panose="00000506000000000000" pitchFamily="2" charset="0"/>
              </a:rPr>
              <a:t>transportlaag</a:t>
            </a:r>
            <a:endParaRPr lang="nl-BE" sz="2400" dirty="0">
              <a:solidFill>
                <a:schemeClr val="accent1"/>
              </a:solidFill>
              <a:latin typeface="Barlow Condensed" panose="00000506000000000000" pitchFamily="2" charset="0"/>
            </a:endParaRPr>
          </a:p>
        </p:txBody>
      </p:sp>
      <p:cxnSp>
        <p:nvCxnSpPr>
          <p:cNvPr id="9" name="Rechte verbindingslijn 19">
            <a:extLst>
              <a:ext uri="{FF2B5EF4-FFF2-40B4-BE49-F238E27FC236}">
                <a16:creationId xmlns:a16="http://schemas.microsoft.com/office/drawing/2014/main" id="{42566BD1-163F-2F98-2B76-E1852E8D41FE}"/>
              </a:ext>
            </a:extLst>
          </p:cNvPr>
          <p:cNvCxnSpPr/>
          <p:nvPr/>
        </p:nvCxnSpPr>
        <p:spPr>
          <a:xfrm>
            <a:off x="1666169" y="5423745"/>
            <a:ext cx="0" cy="506979"/>
          </a:xfrm>
          <a:prstGeom prst="line">
            <a:avLst/>
          </a:prstGeom>
          <a:ln>
            <a:solidFill>
              <a:schemeClr val="bg1"/>
            </a:solidFill>
          </a:ln>
        </p:spPr>
        <p:style>
          <a:lnRef idx="3">
            <a:schemeClr val="accent1"/>
          </a:lnRef>
          <a:fillRef idx="0">
            <a:schemeClr val="accent1"/>
          </a:fillRef>
          <a:effectRef idx="2">
            <a:schemeClr val="accent1"/>
          </a:effectRef>
          <a:fontRef idx="minor">
            <a:schemeClr val="tx1"/>
          </a:fontRef>
        </p:style>
      </p:cxnSp>
      <p:sp>
        <p:nvSpPr>
          <p:cNvPr id="10" name="Rechthoek 25">
            <a:extLst>
              <a:ext uri="{FF2B5EF4-FFF2-40B4-BE49-F238E27FC236}">
                <a16:creationId xmlns:a16="http://schemas.microsoft.com/office/drawing/2014/main" id="{7AA55513-0A94-C608-75F0-19FCBC2786FC}"/>
              </a:ext>
            </a:extLst>
          </p:cNvPr>
          <p:cNvSpPr/>
          <p:nvPr/>
        </p:nvSpPr>
        <p:spPr>
          <a:xfrm>
            <a:off x="628949" y="3898918"/>
            <a:ext cx="2088232"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err="1">
                <a:solidFill>
                  <a:schemeClr val="accent1"/>
                </a:solidFill>
                <a:latin typeface="Barlow Condensed" panose="00000506000000000000" pitchFamily="2" charset="0"/>
              </a:rPr>
              <a:t>netwerklaag</a:t>
            </a:r>
            <a:endParaRPr lang="nl-BE" sz="2400" dirty="0">
              <a:solidFill>
                <a:schemeClr val="accent1"/>
              </a:solidFill>
              <a:latin typeface="Barlow Condensed" panose="00000506000000000000" pitchFamily="2" charset="0"/>
            </a:endParaRPr>
          </a:p>
        </p:txBody>
      </p:sp>
      <p:sp>
        <p:nvSpPr>
          <p:cNvPr id="11" name="Rechthoek 27">
            <a:extLst>
              <a:ext uri="{FF2B5EF4-FFF2-40B4-BE49-F238E27FC236}">
                <a16:creationId xmlns:a16="http://schemas.microsoft.com/office/drawing/2014/main" id="{352A493D-8AD2-00E0-FC32-CD5E3C6EE7C9}"/>
              </a:ext>
            </a:extLst>
          </p:cNvPr>
          <p:cNvSpPr/>
          <p:nvPr/>
        </p:nvSpPr>
        <p:spPr>
          <a:xfrm>
            <a:off x="628949" y="4645595"/>
            <a:ext cx="2088232"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err="1">
                <a:solidFill>
                  <a:schemeClr val="accent1"/>
                </a:solidFill>
                <a:latin typeface="Barlow Condensed" panose="00000506000000000000" pitchFamily="2" charset="0"/>
              </a:rPr>
              <a:t>verbindingslaag</a:t>
            </a:r>
            <a:endParaRPr lang="nl-BE" sz="2400" dirty="0">
              <a:solidFill>
                <a:schemeClr val="accent1"/>
              </a:solidFill>
              <a:latin typeface="Barlow Condensed" panose="00000506000000000000" pitchFamily="2" charset="0"/>
            </a:endParaRPr>
          </a:p>
        </p:txBody>
      </p:sp>
      <p:sp>
        <p:nvSpPr>
          <p:cNvPr id="12" name="Rechthoek 29">
            <a:extLst>
              <a:ext uri="{FF2B5EF4-FFF2-40B4-BE49-F238E27FC236}">
                <a16:creationId xmlns:a16="http://schemas.microsoft.com/office/drawing/2014/main" id="{ADBAD18E-38C7-EF19-D14C-C81DFF881242}"/>
              </a:ext>
            </a:extLst>
          </p:cNvPr>
          <p:cNvSpPr/>
          <p:nvPr/>
        </p:nvSpPr>
        <p:spPr>
          <a:xfrm>
            <a:off x="628949" y="5364043"/>
            <a:ext cx="2088232"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fysieke laag</a:t>
            </a:r>
          </a:p>
        </p:txBody>
      </p:sp>
      <p:sp>
        <p:nvSpPr>
          <p:cNvPr id="13" name="Rechthoek 37">
            <a:extLst>
              <a:ext uri="{FF2B5EF4-FFF2-40B4-BE49-F238E27FC236}">
                <a16:creationId xmlns:a16="http://schemas.microsoft.com/office/drawing/2014/main" id="{D10BA45A-5560-96A5-CD7D-41D0D183793B}"/>
              </a:ext>
            </a:extLst>
          </p:cNvPr>
          <p:cNvSpPr/>
          <p:nvPr/>
        </p:nvSpPr>
        <p:spPr>
          <a:xfrm>
            <a:off x="2717181" y="958945"/>
            <a:ext cx="414398" cy="576064"/>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7</a:t>
            </a:r>
          </a:p>
        </p:txBody>
      </p:sp>
      <p:sp>
        <p:nvSpPr>
          <p:cNvPr id="14" name="Rechthoek 38">
            <a:extLst>
              <a:ext uri="{FF2B5EF4-FFF2-40B4-BE49-F238E27FC236}">
                <a16:creationId xmlns:a16="http://schemas.microsoft.com/office/drawing/2014/main" id="{4FAC800B-4D32-5BF8-BA88-3D0E8EDEDCCD}"/>
              </a:ext>
            </a:extLst>
          </p:cNvPr>
          <p:cNvSpPr/>
          <p:nvPr/>
        </p:nvSpPr>
        <p:spPr>
          <a:xfrm>
            <a:off x="2717181" y="1694788"/>
            <a:ext cx="414398" cy="576064"/>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nl-BE" sz="2400" dirty="0">
                <a:solidFill>
                  <a:schemeClr val="bg1"/>
                </a:solidFill>
                <a:latin typeface="Barlow Condensed" panose="00000506000000000000" pitchFamily="2" charset="0"/>
              </a:rPr>
              <a:t>6</a:t>
            </a:r>
          </a:p>
        </p:txBody>
      </p:sp>
      <p:sp>
        <p:nvSpPr>
          <p:cNvPr id="15" name="Rechthoek 39">
            <a:extLst>
              <a:ext uri="{FF2B5EF4-FFF2-40B4-BE49-F238E27FC236}">
                <a16:creationId xmlns:a16="http://schemas.microsoft.com/office/drawing/2014/main" id="{D5D5862E-F549-DF82-E300-B0BCFB77CA27}"/>
              </a:ext>
            </a:extLst>
          </p:cNvPr>
          <p:cNvSpPr/>
          <p:nvPr/>
        </p:nvSpPr>
        <p:spPr>
          <a:xfrm>
            <a:off x="2717181" y="2444783"/>
            <a:ext cx="414398"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5</a:t>
            </a:r>
          </a:p>
        </p:txBody>
      </p:sp>
      <p:sp>
        <p:nvSpPr>
          <p:cNvPr id="16" name="Rechthoek 40">
            <a:extLst>
              <a:ext uri="{FF2B5EF4-FFF2-40B4-BE49-F238E27FC236}">
                <a16:creationId xmlns:a16="http://schemas.microsoft.com/office/drawing/2014/main" id="{3B850C44-DDE8-5637-4571-30A4494EF2B3}"/>
              </a:ext>
            </a:extLst>
          </p:cNvPr>
          <p:cNvSpPr/>
          <p:nvPr/>
        </p:nvSpPr>
        <p:spPr>
          <a:xfrm>
            <a:off x="2717181" y="3178179"/>
            <a:ext cx="414398"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4</a:t>
            </a:r>
          </a:p>
        </p:txBody>
      </p:sp>
      <p:sp>
        <p:nvSpPr>
          <p:cNvPr id="17" name="Rechthoek 41">
            <a:extLst>
              <a:ext uri="{FF2B5EF4-FFF2-40B4-BE49-F238E27FC236}">
                <a16:creationId xmlns:a16="http://schemas.microsoft.com/office/drawing/2014/main" id="{8E8AEAAE-5B9A-192A-9AFE-AF5B2212F750}"/>
              </a:ext>
            </a:extLst>
          </p:cNvPr>
          <p:cNvSpPr/>
          <p:nvPr/>
        </p:nvSpPr>
        <p:spPr>
          <a:xfrm>
            <a:off x="2716677" y="3899986"/>
            <a:ext cx="414398"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3</a:t>
            </a:r>
          </a:p>
        </p:txBody>
      </p:sp>
      <p:sp>
        <p:nvSpPr>
          <p:cNvPr id="18" name="Rechthoek 42">
            <a:extLst>
              <a:ext uri="{FF2B5EF4-FFF2-40B4-BE49-F238E27FC236}">
                <a16:creationId xmlns:a16="http://schemas.microsoft.com/office/drawing/2014/main" id="{4E29AC22-1743-34EF-7AF7-0EA7882E329F}"/>
              </a:ext>
            </a:extLst>
          </p:cNvPr>
          <p:cNvSpPr/>
          <p:nvPr/>
        </p:nvSpPr>
        <p:spPr>
          <a:xfrm>
            <a:off x="2716677" y="4648809"/>
            <a:ext cx="414398"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2</a:t>
            </a:r>
          </a:p>
        </p:txBody>
      </p:sp>
      <p:sp>
        <p:nvSpPr>
          <p:cNvPr id="19" name="Rechthoek 43">
            <a:extLst>
              <a:ext uri="{FF2B5EF4-FFF2-40B4-BE49-F238E27FC236}">
                <a16:creationId xmlns:a16="http://schemas.microsoft.com/office/drawing/2014/main" id="{4093AB5F-DCF2-B983-50F4-54F2F840B008}"/>
              </a:ext>
            </a:extLst>
          </p:cNvPr>
          <p:cNvSpPr/>
          <p:nvPr/>
        </p:nvSpPr>
        <p:spPr>
          <a:xfrm>
            <a:off x="2720217" y="5364043"/>
            <a:ext cx="414398"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1</a:t>
            </a:r>
          </a:p>
        </p:txBody>
      </p:sp>
      <p:sp>
        <p:nvSpPr>
          <p:cNvPr id="20" name="Gelijkbenige driehoek 44">
            <a:extLst>
              <a:ext uri="{FF2B5EF4-FFF2-40B4-BE49-F238E27FC236}">
                <a16:creationId xmlns:a16="http://schemas.microsoft.com/office/drawing/2014/main" id="{6247DD04-F80E-313A-4359-5F09FB395015}"/>
              </a:ext>
            </a:extLst>
          </p:cNvPr>
          <p:cNvSpPr/>
          <p:nvPr/>
        </p:nvSpPr>
        <p:spPr>
          <a:xfrm rot="10800000">
            <a:off x="2728144" y="1555418"/>
            <a:ext cx="360040" cy="201628"/>
          </a:xfrm>
          <a:prstGeom prst="triangle">
            <a:avLst>
              <a:gd name="adj" fmla="val 53135"/>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nl-BE" sz="2400">
              <a:latin typeface="Barlow Condensed" panose="00000506000000000000" pitchFamily="2" charset="0"/>
            </a:endParaRPr>
          </a:p>
        </p:txBody>
      </p:sp>
      <p:sp>
        <p:nvSpPr>
          <p:cNvPr id="21" name="Gelijkbenige driehoek 45">
            <a:extLst>
              <a:ext uri="{FF2B5EF4-FFF2-40B4-BE49-F238E27FC236}">
                <a16:creationId xmlns:a16="http://schemas.microsoft.com/office/drawing/2014/main" id="{DB82E2A8-254E-CF41-BC1A-79330316A402}"/>
              </a:ext>
            </a:extLst>
          </p:cNvPr>
          <p:cNvSpPr/>
          <p:nvPr/>
        </p:nvSpPr>
        <p:spPr>
          <a:xfrm rot="10800000">
            <a:off x="2728144" y="2294388"/>
            <a:ext cx="360040" cy="201628"/>
          </a:xfrm>
          <a:prstGeom prst="triangle">
            <a:avLst>
              <a:gd name="adj" fmla="val 53135"/>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nl-BE" sz="2400">
              <a:latin typeface="Barlow Condensed" panose="00000506000000000000" pitchFamily="2" charset="0"/>
            </a:endParaRPr>
          </a:p>
        </p:txBody>
      </p:sp>
      <p:sp>
        <p:nvSpPr>
          <p:cNvPr id="22" name="Gelijkbenige driehoek 46">
            <a:extLst>
              <a:ext uri="{FF2B5EF4-FFF2-40B4-BE49-F238E27FC236}">
                <a16:creationId xmlns:a16="http://schemas.microsoft.com/office/drawing/2014/main" id="{02FBA7FB-011F-E9BF-7F1B-4C7AD8799E3B}"/>
              </a:ext>
            </a:extLst>
          </p:cNvPr>
          <p:cNvSpPr/>
          <p:nvPr/>
        </p:nvSpPr>
        <p:spPr>
          <a:xfrm rot="10800000">
            <a:off x="2728143" y="3030497"/>
            <a:ext cx="360040" cy="201628"/>
          </a:xfrm>
          <a:prstGeom prst="triangle">
            <a:avLst>
              <a:gd name="adj" fmla="val 53135"/>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nl-BE" sz="2400">
              <a:latin typeface="Barlow Condensed" panose="00000506000000000000" pitchFamily="2" charset="0"/>
            </a:endParaRPr>
          </a:p>
        </p:txBody>
      </p:sp>
      <p:sp>
        <p:nvSpPr>
          <p:cNvPr id="23" name="Gelijkbenige driehoek 47">
            <a:extLst>
              <a:ext uri="{FF2B5EF4-FFF2-40B4-BE49-F238E27FC236}">
                <a16:creationId xmlns:a16="http://schemas.microsoft.com/office/drawing/2014/main" id="{5B4BAEAF-AC31-B7B3-EB2B-771EEB7D4E48}"/>
              </a:ext>
            </a:extLst>
          </p:cNvPr>
          <p:cNvSpPr/>
          <p:nvPr/>
        </p:nvSpPr>
        <p:spPr>
          <a:xfrm rot="10800000">
            <a:off x="2728144" y="3756421"/>
            <a:ext cx="360040" cy="201628"/>
          </a:xfrm>
          <a:prstGeom prst="triangle">
            <a:avLst>
              <a:gd name="adj" fmla="val 53135"/>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nl-BE" sz="2400">
              <a:latin typeface="Barlow Condensed" panose="00000506000000000000" pitchFamily="2" charset="0"/>
            </a:endParaRPr>
          </a:p>
        </p:txBody>
      </p:sp>
      <p:sp>
        <p:nvSpPr>
          <p:cNvPr id="24" name="Gelijkbenige driehoek 48">
            <a:extLst>
              <a:ext uri="{FF2B5EF4-FFF2-40B4-BE49-F238E27FC236}">
                <a16:creationId xmlns:a16="http://schemas.microsoft.com/office/drawing/2014/main" id="{F04A553B-294B-F06A-5F2A-43CC7D53A020}"/>
              </a:ext>
            </a:extLst>
          </p:cNvPr>
          <p:cNvSpPr/>
          <p:nvPr/>
        </p:nvSpPr>
        <p:spPr>
          <a:xfrm rot="10800000">
            <a:off x="2728143" y="5231500"/>
            <a:ext cx="360040" cy="201628"/>
          </a:xfrm>
          <a:prstGeom prst="triangle">
            <a:avLst>
              <a:gd name="adj" fmla="val 53135"/>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nl-BE" sz="2400">
              <a:latin typeface="Barlow Condensed" panose="00000506000000000000" pitchFamily="2" charset="0"/>
            </a:endParaRPr>
          </a:p>
        </p:txBody>
      </p:sp>
      <p:sp>
        <p:nvSpPr>
          <p:cNvPr id="25" name="Gelijkbenige driehoek 49">
            <a:extLst>
              <a:ext uri="{FF2B5EF4-FFF2-40B4-BE49-F238E27FC236}">
                <a16:creationId xmlns:a16="http://schemas.microsoft.com/office/drawing/2014/main" id="{C60FEDB7-9876-9649-72E3-4A698A1EDA7C}"/>
              </a:ext>
            </a:extLst>
          </p:cNvPr>
          <p:cNvSpPr/>
          <p:nvPr/>
        </p:nvSpPr>
        <p:spPr>
          <a:xfrm rot="10800000">
            <a:off x="2728144" y="4495391"/>
            <a:ext cx="360040" cy="201628"/>
          </a:xfrm>
          <a:prstGeom prst="triangle">
            <a:avLst>
              <a:gd name="adj" fmla="val 53135"/>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nl-BE" sz="2400">
              <a:latin typeface="Barlow Condensed" panose="00000506000000000000" pitchFamily="2" charset="0"/>
            </a:endParaRPr>
          </a:p>
        </p:txBody>
      </p:sp>
      <p:sp>
        <p:nvSpPr>
          <p:cNvPr id="2" name="Rechthoek 1">
            <a:extLst>
              <a:ext uri="{FF2B5EF4-FFF2-40B4-BE49-F238E27FC236}">
                <a16:creationId xmlns:a16="http://schemas.microsoft.com/office/drawing/2014/main" id="{D04D8F40-1AEA-E1B4-9C68-6CEA8161D6D3}"/>
              </a:ext>
            </a:extLst>
          </p:cNvPr>
          <p:cNvSpPr/>
          <p:nvPr/>
        </p:nvSpPr>
        <p:spPr>
          <a:xfrm>
            <a:off x="4239163" y="883406"/>
            <a:ext cx="7040880" cy="672012"/>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marL="457200" indent="-457200">
              <a:buFont typeface="Arial" panose="020B0604020202020204" pitchFamily="34" charset="0"/>
              <a:buChar char="•"/>
            </a:pPr>
            <a:r>
              <a:rPr lang="nl-BE" sz="2800" dirty="0">
                <a:latin typeface="Barlow Condensed" panose="00000506000000000000" pitchFamily="2" charset="0"/>
              </a:rPr>
              <a:t>standaardformaten</a:t>
            </a:r>
          </a:p>
        </p:txBody>
      </p:sp>
      <p:sp>
        <p:nvSpPr>
          <p:cNvPr id="3" name="Rechthoek 63">
            <a:extLst>
              <a:ext uri="{FF2B5EF4-FFF2-40B4-BE49-F238E27FC236}">
                <a16:creationId xmlns:a16="http://schemas.microsoft.com/office/drawing/2014/main" id="{974B2FD6-56B1-D2D5-12B0-E3B95DF02957}"/>
              </a:ext>
            </a:extLst>
          </p:cNvPr>
          <p:cNvSpPr/>
          <p:nvPr/>
        </p:nvSpPr>
        <p:spPr>
          <a:xfrm>
            <a:off x="4239163" y="1694787"/>
            <a:ext cx="7040880" cy="672012"/>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marL="457200" indent="-457200">
              <a:buFont typeface="Arial" panose="020B0604020202020204" pitchFamily="34" charset="0"/>
              <a:buChar char="•"/>
            </a:pPr>
            <a:r>
              <a:rPr lang="nl-BE" sz="2800" dirty="0">
                <a:latin typeface="Barlow Condensed" panose="00000506000000000000" pitchFamily="2" charset="0"/>
              </a:rPr>
              <a:t>gegevenscompressie en -decompressie</a:t>
            </a:r>
          </a:p>
        </p:txBody>
      </p:sp>
      <p:sp>
        <p:nvSpPr>
          <p:cNvPr id="29" name="Rechthoek 64">
            <a:extLst>
              <a:ext uri="{FF2B5EF4-FFF2-40B4-BE49-F238E27FC236}">
                <a16:creationId xmlns:a16="http://schemas.microsoft.com/office/drawing/2014/main" id="{DAF8E4AC-C1A5-AE4F-057D-9B1DB7DF846A}"/>
              </a:ext>
            </a:extLst>
          </p:cNvPr>
          <p:cNvSpPr/>
          <p:nvPr/>
        </p:nvSpPr>
        <p:spPr>
          <a:xfrm>
            <a:off x="4239163" y="2560113"/>
            <a:ext cx="7040880" cy="672012"/>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marL="457200" indent="-457200">
              <a:buFont typeface="Arial" panose="020B0604020202020204" pitchFamily="34" charset="0"/>
              <a:buChar char="•"/>
            </a:pPr>
            <a:r>
              <a:rPr lang="nl-BE" sz="2800" dirty="0">
                <a:latin typeface="Barlow Condensed" panose="00000506000000000000" pitchFamily="2" charset="0"/>
              </a:rPr>
              <a:t>encryptie en </a:t>
            </a:r>
            <a:r>
              <a:rPr lang="nl-BE" sz="2800" dirty="0" err="1">
                <a:latin typeface="Barlow Condensed" panose="00000506000000000000" pitchFamily="2" charset="0"/>
              </a:rPr>
              <a:t>decryptie</a:t>
            </a:r>
            <a:endParaRPr lang="nl-BE" sz="2800" dirty="0">
              <a:latin typeface="Barlow Condensed" panose="00000506000000000000" pitchFamily="2" charset="0"/>
            </a:endParaRPr>
          </a:p>
        </p:txBody>
      </p:sp>
    </p:spTree>
    <p:extLst>
      <p:ext uri="{BB962C8B-B14F-4D97-AF65-F5344CB8AC3E}">
        <p14:creationId xmlns:p14="http://schemas.microsoft.com/office/powerpoint/2010/main" val="346847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29"/>
                                        </p:tgtEl>
                                        <p:attrNameLst>
                                          <p:attrName>style.visibility</p:attrName>
                                        </p:attrNameLst>
                                      </p:cBhvr>
                                      <p:to>
                                        <p:strVal val="visible"/>
                                      </p:to>
                                    </p:set>
                                    <p:animEffect transition="in" filter="fade">
                                      <p:cBhvr>
                                        <p:cTn id="15"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2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423A53-ADD3-28B6-595E-8038D3EB86EE}"/>
            </a:ext>
          </a:extLst>
        </p:cNvPr>
        <p:cNvGrpSpPr/>
        <p:nvPr/>
      </p:nvGrpSpPr>
      <p:grpSpPr>
        <a:xfrm>
          <a:off x="0" y="0"/>
          <a:ext cx="0" cy="0"/>
          <a:chOff x="0" y="0"/>
          <a:chExt cx="0" cy="0"/>
        </a:xfrm>
      </p:grpSpPr>
      <p:sp>
        <p:nvSpPr>
          <p:cNvPr id="4" name="Rechthoek 7">
            <a:extLst>
              <a:ext uri="{FF2B5EF4-FFF2-40B4-BE49-F238E27FC236}">
                <a16:creationId xmlns:a16="http://schemas.microsoft.com/office/drawing/2014/main" id="{D0072B08-7046-9147-9119-8F6398C50ED0}"/>
              </a:ext>
            </a:extLst>
          </p:cNvPr>
          <p:cNvSpPr/>
          <p:nvPr/>
        </p:nvSpPr>
        <p:spPr>
          <a:xfrm>
            <a:off x="526562" y="883406"/>
            <a:ext cx="2689332" cy="5136901"/>
          </a:xfrm>
          <a:prstGeom prst="rect">
            <a:avLst/>
          </a:prstGeom>
        </p:spPr>
        <p:style>
          <a:lnRef idx="1">
            <a:schemeClr val="accent1"/>
          </a:lnRef>
          <a:fillRef idx="3">
            <a:schemeClr val="accent1"/>
          </a:fillRef>
          <a:effectRef idx="2">
            <a:schemeClr val="accent1"/>
          </a:effectRef>
          <a:fontRef idx="minor">
            <a:schemeClr val="lt1"/>
          </a:fontRef>
        </p:style>
        <p:txBody>
          <a:bodyPr rtlCol="0" anchor="t"/>
          <a:lstStyle/>
          <a:p>
            <a:pPr algn="ctr"/>
            <a:endParaRPr lang="nl-BE" sz="3200" dirty="0">
              <a:latin typeface="Barlow Condensed" panose="00000506000000000000" pitchFamily="2" charset="0"/>
            </a:endParaRPr>
          </a:p>
        </p:txBody>
      </p:sp>
      <p:sp>
        <p:nvSpPr>
          <p:cNvPr id="5" name="Rechthoek 10">
            <a:extLst>
              <a:ext uri="{FF2B5EF4-FFF2-40B4-BE49-F238E27FC236}">
                <a16:creationId xmlns:a16="http://schemas.microsoft.com/office/drawing/2014/main" id="{E91783EA-2E30-449C-4D4C-8B48F4B1F68F}"/>
              </a:ext>
            </a:extLst>
          </p:cNvPr>
          <p:cNvSpPr/>
          <p:nvPr/>
        </p:nvSpPr>
        <p:spPr>
          <a:xfrm>
            <a:off x="628949" y="958945"/>
            <a:ext cx="2088232" cy="576064"/>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err="1">
                <a:solidFill>
                  <a:schemeClr val="accent1"/>
                </a:solidFill>
                <a:latin typeface="Barlow Condensed" panose="00000506000000000000" pitchFamily="2" charset="0"/>
              </a:rPr>
              <a:t>toepassingslaag</a:t>
            </a:r>
            <a:endParaRPr lang="nl-BE" sz="2400" dirty="0">
              <a:solidFill>
                <a:schemeClr val="accent1"/>
              </a:solidFill>
              <a:latin typeface="Barlow Condensed" panose="00000506000000000000" pitchFamily="2" charset="0"/>
            </a:endParaRPr>
          </a:p>
        </p:txBody>
      </p:sp>
      <p:sp>
        <p:nvSpPr>
          <p:cNvPr id="6" name="Rechthoek 12">
            <a:extLst>
              <a:ext uri="{FF2B5EF4-FFF2-40B4-BE49-F238E27FC236}">
                <a16:creationId xmlns:a16="http://schemas.microsoft.com/office/drawing/2014/main" id="{BD8D9B29-B9AB-3832-7199-E5131C829961}"/>
              </a:ext>
            </a:extLst>
          </p:cNvPr>
          <p:cNvSpPr/>
          <p:nvPr/>
        </p:nvSpPr>
        <p:spPr>
          <a:xfrm>
            <a:off x="628949" y="1697915"/>
            <a:ext cx="2088232" cy="57606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nl-BE" sz="2400" dirty="0" err="1">
                <a:solidFill>
                  <a:schemeClr val="accent1"/>
                </a:solidFill>
                <a:latin typeface="Barlow Condensed" panose="00000506000000000000" pitchFamily="2" charset="0"/>
              </a:rPr>
              <a:t>presentatielaag</a:t>
            </a:r>
            <a:endParaRPr lang="nl-BE" sz="2400" dirty="0">
              <a:solidFill>
                <a:schemeClr val="accent1"/>
              </a:solidFill>
              <a:latin typeface="Barlow Condensed" panose="00000506000000000000" pitchFamily="2" charset="0"/>
            </a:endParaRPr>
          </a:p>
        </p:txBody>
      </p:sp>
      <p:sp>
        <p:nvSpPr>
          <p:cNvPr id="7" name="Rechthoek 14">
            <a:extLst>
              <a:ext uri="{FF2B5EF4-FFF2-40B4-BE49-F238E27FC236}">
                <a16:creationId xmlns:a16="http://schemas.microsoft.com/office/drawing/2014/main" id="{BF7A23C2-DA17-8F99-AE60-64214AC4CF71}"/>
              </a:ext>
            </a:extLst>
          </p:cNvPr>
          <p:cNvSpPr/>
          <p:nvPr/>
        </p:nvSpPr>
        <p:spPr>
          <a:xfrm>
            <a:off x="628949" y="2444592"/>
            <a:ext cx="2088232" cy="576064"/>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nl-BE" sz="2400" dirty="0" err="1">
                <a:solidFill>
                  <a:schemeClr val="bg1"/>
                </a:solidFill>
                <a:latin typeface="Barlow Condensed" panose="00000506000000000000" pitchFamily="2" charset="0"/>
              </a:rPr>
              <a:t>sessielaag</a:t>
            </a:r>
            <a:endParaRPr lang="nl-BE" sz="2400" dirty="0">
              <a:solidFill>
                <a:schemeClr val="bg1"/>
              </a:solidFill>
              <a:latin typeface="Barlow Condensed" panose="00000506000000000000" pitchFamily="2" charset="0"/>
            </a:endParaRPr>
          </a:p>
        </p:txBody>
      </p:sp>
      <p:sp>
        <p:nvSpPr>
          <p:cNvPr id="8" name="Rechthoek 16">
            <a:extLst>
              <a:ext uri="{FF2B5EF4-FFF2-40B4-BE49-F238E27FC236}">
                <a16:creationId xmlns:a16="http://schemas.microsoft.com/office/drawing/2014/main" id="{5403C8B0-E71A-E67E-5881-6CA0E1EDA28F}"/>
              </a:ext>
            </a:extLst>
          </p:cNvPr>
          <p:cNvSpPr/>
          <p:nvPr/>
        </p:nvSpPr>
        <p:spPr>
          <a:xfrm>
            <a:off x="628949" y="3178370"/>
            <a:ext cx="2088232"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err="1">
                <a:solidFill>
                  <a:schemeClr val="accent1"/>
                </a:solidFill>
                <a:latin typeface="Barlow Condensed" panose="00000506000000000000" pitchFamily="2" charset="0"/>
              </a:rPr>
              <a:t>transportlaag</a:t>
            </a:r>
            <a:endParaRPr lang="nl-BE" sz="2400" dirty="0">
              <a:solidFill>
                <a:schemeClr val="accent1"/>
              </a:solidFill>
              <a:latin typeface="Barlow Condensed" panose="00000506000000000000" pitchFamily="2" charset="0"/>
            </a:endParaRPr>
          </a:p>
        </p:txBody>
      </p:sp>
      <p:cxnSp>
        <p:nvCxnSpPr>
          <p:cNvPr id="9" name="Rechte verbindingslijn 19">
            <a:extLst>
              <a:ext uri="{FF2B5EF4-FFF2-40B4-BE49-F238E27FC236}">
                <a16:creationId xmlns:a16="http://schemas.microsoft.com/office/drawing/2014/main" id="{D8CF2168-6CE4-E1F8-FD71-11327EC00093}"/>
              </a:ext>
            </a:extLst>
          </p:cNvPr>
          <p:cNvCxnSpPr/>
          <p:nvPr/>
        </p:nvCxnSpPr>
        <p:spPr>
          <a:xfrm>
            <a:off x="1666169" y="5423745"/>
            <a:ext cx="0" cy="506979"/>
          </a:xfrm>
          <a:prstGeom prst="line">
            <a:avLst/>
          </a:prstGeom>
          <a:ln>
            <a:solidFill>
              <a:schemeClr val="bg1"/>
            </a:solidFill>
          </a:ln>
        </p:spPr>
        <p:style>
          <a:lnRef idx="3">
            <a:schemeClr val="accent1"/>
          </a:lnRef>
          <a:fillRef idx="0">
            <a:schemeClr val="accent1"/>
          </a:fillRef>
          <a:effectRef idx="2">
            <a:schemeClr val="accent1"/>
          </a:effectRef>
          <a:fontRef idx="minor">
            <a:schemeClr val="tx1"/>
          </a:fontRef>
        </p:style>
      </p:cxnSp>
      <p:sp>
        <p:nvSpPr>
          <p:cNvPr id="10" name="Rechthoek 25">
            <a:extLst>
              <a:ext uri="{FF2B5EF4-FFF2-40B4-BE49-F238E27FC236}">
                <a16:creationId xmlns:a16="http://schemas.microsoft.com/office/drawing/2014/main" id="{4A28031C-2020-D714-57BB-B5FE418C0A06}"/>
              </a:ext>
            </a:extLst>
          </p:cNvPr>
          <p:cNvSpPr/>
          <p:nvPr/>
        </p:nvSpPr>
        <p:spPr>
          <a:xfrm>
            <a:off x="628949" y="3898918"/>
            <a:ext cx="2088232"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err="1">
                <a:solidFill>
                  <a:schemeClr val="accent1"/>
                </a:solidFill>
                <a:latin typeface="Barlow Condensed" panose="00000506000000000000" pitchFamily="2" charset="0"/>
              </a:rPr>
              <a:t>netwerklaag</a:t>
            </a:r>
            <a:endParaRPr lang="nl-BE" sz="2400" dirty="0">
              <a:solidFill>
                <a:schemeClr val="accent1"/>
              </a:solidFill>
              <a:latin typeface="Barlow Condensed" panose="00000506000000000000" pitchFamily="2" charset="0"/>
            </a:endParaRPr>
          </a:p>
        </p:txBody>
      </p:sp>
      <p:sp>
        <p:nvSpPr>
          <p:cNvPr id="11" name="Rechthoek 27">
            <a:extLst>
              <a:ext uri="{FF2B5EF4-FFF2-40B4-BE49-F238E27FC236}">
                <a16:creationId xmlns:a16="http://schemas.microsoft.com/office/drawing/2014/main" id="{7D1AFE69-C351-8D9E-14DF-64AF0111E953}"/>
              </a:ext>
            </a:extLst>
          </p:cNvPr>
          <p:cNvSpPr/>
          <p:nvPr/>
        </p:nvSpPr>
        <p:spPr>
          <a:xfrm>
            <a:off x="628949" y="4645595"/>
            <a:ext cx="2088232"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err="1">
                <a:solidFill>
                  <a:schemeClr val="accent1"/>
                </a:solidFill>
                <a:latin typeface="Barlow Condensed" panose="00000506000000000000" pitchFamily="2" charset="0"/>
              </a:rPr>
              <a:t>verbindingslaag</a:t>
            </a:r>
            <a:endParaRPr lang="nl-BE" sz="2400" dirty="0">
              <a:solidFill>
                <a:schemeClr val="accent1"/>
              </a:solidFill>
              <a:latin typeface="Barlow Condensed" panose="00000506000000000000" pitchFamily="2" charset="0"/>
            </a:endParaRPr>
          </a:p>
        </p:txBody>
      </p:sp>
      <p:sp>
        <p:nvSpPr>
          <p:cNvPr id="12" name="Rechthoek 29">
            <a:extLst>
              <a:ext uri="{FF2B5EF4-FFF2-40B4-BE49-F238E27FC236}">
                <a16:creationId xmlns:a16="http://schemas.microsoft.com/office/drawing/2014/main" id="{A62C24CB-166E-0B82-3799-AE27129AD349}"/>
              </a:ext>
            </a:extLst>
          </p:cNvPr>
          <p:cNvSpPr/>
          <p:nvPr/>
        </p:nvSpPr>
        <p:spPr>
          <a:xfrm>
            <a:off x="628949" y="5364043"/>
            <a:ext cx="2088232"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fysieke laag</a:t>
            </a:r>
          </a:p>
        </p:txBody>
      </p:sp>
      <p:sp>
        <p:nvSpPr>
          <p:cNvPr id="13" name="Rechthoek 37">
            <a:extLst>
              <a:ext uri="{FF2B5EF4-FFF2-40B4-BE49-F238E27FC236}">
                <a16:creationId xmlns:a16="http://schemas.microsoft.com/office/drawing/2014/main" id="{C5BCDE52-2BC6-1C1F-90A1-20C092D23FFE}"/>
              </a:ext>
            </a:extLst>
          </p:cNvPr>
          <p:cNvSpPr/>
          <p:nvPr/>
        </p:nvSpPr>
        <p:spPr>
          <a:xfrm>
            <a:off x="2717181" y="958945"/>
            <a:ext cx="414398" cy="576064"/>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7</a:t>
            </a:r>
          </a:p>
        </p:txBody>
      </p:sp>
      <p:sp>
        <p:nvSpPr>
          <p:cNvPr id="14" name="Rechthoek 38">
            <a:extLst>
              <a:ext uri="{FF2B5EF4-FFF2-40B4-BE49-F238E27FC236}">
                <a16:creationId xmlns:a16="http://schemas.microsoft.com/office/drawing/2014/main" id="{5FAD67B5-457E-DAF8-57CA-77590FA6F0BE}"/>
              </a:ext>
            </a:extLst>
          </p:cNvPr>
          <p:cNvSpPr/>
          <p:nvPr/>
        </p:nvSpPr>
        <p:spPr>
          <a:xfrm>
            <a:off x="2717181" y="1694788"/>
            <a:ext cx="414398" cy="57606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6</a:t>
            </a:r>
          </a:p>
        </p:txBody>
      </p:sp>
      <p:sp>
        <p:nvSpPr>
          <p:cNvPr id="15" name="Rechthoek 39">
            <a:extLst>
              <a:ext uri="{FF2B5EF4-FFF2-40B4-BE49-F238E27FC236}">
                <a16:creationId xmlns:a16="http://schemas.microsoft.com/office/drawing/2014/main" id="{81F92371-F7AB-EEB2-B308-99DA277A9192}"/>
              </a:ext>
            </a:extLst>
          </p:cNvPr>
          <p:cNvSpPr/>
          <p:nvPr/>
        </p:nvSpPr>
        <p:spPr>
          <a:xfrm>
            <a:off x="2717181" y="2444783"/>
            <a:ext cx="414398" cy="576064"/>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nl-BE" sz="2400" dirty="0">
                <a:solidFill>
                  <a:schemeClr val="bg1"/>
                </a:solidFill>
                <a:latin typeface="Barlow Condensed" panose="00000506000000000000" pitchFamily="2" charset="0"/>
              </a:rPr>
              <a:t>5</a:t>
            </a:r>
          </a:p>
        </p:txBody>
      </p:sp>
      <p:sp>
        <p:nvSpPr>
          <p:cNvPr id="16" name="Rechthoek 40">
            <a:extLst>
              <a:ext uri="{FF2B5EF4-FFF2-40B4-BE49-F238E27FC236}">
                <a16:creationId xmlns:a16="http://schemas.microsoft.com/office/drawing/2014/main" id="{24941692-7CDE-6E77-2ED0-C4DE7793DA04}"/>
              </a:ext>
            </a:extLst>
          </p:cNvPr>
          <p:cNvSpPr/>
          <p:nvPr/>
        </p:nvSpPr>
        <p:spPr>
          <a:xfrm>
            <a:off x="2717181" y="3178179"/>
            <a:ext cx="414398"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4</a:t>
            </a:r>
          </a:p>
        </p:txBody>
      </p:sp>
      <p:sp>
        <p:nvSpPr>
          <p:cNvPr id="17" name="Rechthoek 41">
            <a:extLst>
              <a:ext uri="{FF2B5EF4-FFF2-40B4-BE49-F238E27FC236}">
                <a16:creationId xmlns:a16="http://schemas.microsoft.com/office/drawing/2014/main" id="{BCBD1F9E-9622-E6D8-1B16-2C57D08C7831}"/>
              </a:ext>
            </a:extLst>
          </p:cNvPr>
          <p:cNvSpPr/>
          <p:nvPr/>
        </p:nvSpPr>
        <p:spPr>
          <a:xfrm>
            <a:off x="2716677" y="3899986"/>
            <a:ext cx="414398"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3</a:t>
            </a:r>
          </a:p>
        </p:txBody>
      </p:sp>
      <p:sp>
        <p:nvSpPr>
          <p:cNvPr id="18" name="Rechthoek 42">
            <a:extLst>
              <a:ext uri="{FF2B5EF4-FFF2-40B4-BE49-F238E27FC236}">
                <a16:creationId xmlns:a16="http://schemas.microsoft.com/office/drawing/2014/main" id="{4C0CA76C-34C4-5A19-7EDE-9F8A167DA44F}"/>
              </a:ext>
            </a:extLst>
          </p:cNvPr>
          <p:cNvSpPr/>
          <p:nvPr/>
        </p:nvSpPr>
        <p:spPr>
          <a:xfrm>
            <a:off x="2716677" y="4648809"/>
            <a:ext cx="414398"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2</a:t>
            </a:r>
          </a:p>
        </p:txBody>
      </p:sp>
      <p:sp>
        <p:nvSpPr>
          <p:cNvPr id="19" name="Rechthoek 43">
            <a:extLst>
              <a:ext uri="{FF2B5EF4-FFF2-40B4-BE49-F238E27FC236}">
                <a16:creationId xmlns:a16="http://schemas.microsoft.com/office/drawing/2014/main" id="{C7E821E9-5BBD-A92D-2DB1-F517F0963E46}"/>
              </a:ext>
            </a:extLst>
          </p:cNvPr>
          <p:cNvSpPr/>
          <p:nvPr/>
        </p:nvSpPr>
        <p:spPr>
          <a:xfrm>
            <a:off x="2720217" y="5364043"/>
            <a:ext cx="414398"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1</a:t>
            </a:r>
          </a:p>
        </p:txBody>
      </p:sp>
      <p:sp>
        <p:nvSpPr>
          <p:cNvPr id="20" name="Gelijkbenige driehoek 44">
            <a:extLst>
              <a:ext uri="{FF2B5EF4-FFF2-40B4-BE49-F238E27FC236}">
                <a16:creationId xmlns:a16="http://schemas.microsoft.com/office/drawing/2014/main" id="{8EEDCB33-B99C-5905-7360-AFBBCC13F295}"/>
              </a:ext>
            </a:extLst>
          </p:cNvPr>
          <p:cNvSpPr/>
          <p:nvPr/>
        </p:nvSpPr>
        <p:spPr>
          <a:xfrm rot="10800000">
            <a:off x="2728144" y="1555418"/>
            <a:ext cx="360040" cy="201628"/>
          </a:xfrm>
          <a:prstGeom prst="triangle">
            <a:avLst>
              <a:gd name="adj" fmla="val 53135"/>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nl-BE" sz="2400">
              <a:latin typeface="Barlow Condensed" panose="00000506000000000000" pitchFamily="2" charset="0"/>
            </a:endParaRPr>
          </a:p>
        </p:txBody>
      </p:sp>
      <p:sp>
        <p:nvSpPr>
          <p:cNvPr id="21" name="Gelijkbenige driehoek 45">
            <a:extLst>
              <a:ext uri="{FF2B5EF4-FFF2-40B4-BE49-F238E27FC236}">
                <a16:creationId xmlns:a16="http://schemas.microsoft.com/office/drawing/2014/main" id="{E9F29ABB-7D6A-5C15-B83F-B7912E62B831}"/>
              </a:ext>
            </a:extLst>
          </p:cNvPr>
          <p:cNvSpPr/>
          <p:nvPr/>
        </p:nvSpPr>
        <p:spPr>
          <a:xfrm rot="10800000">
            <a:off x="2728144" y="2294388"/>
            <a:ext cx="360040" cy="201628"/>
          </a:xfrm>
          <a:prstGeom prst="triangle">
            <a:avLst>
              <a:gd name="adj" fmla="val 53135"/>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nl-BE" sz="2400">
              <a:latin typeface="Barlow Condensed" panose="00000506000000000000" pitchFamily="2" charset="0"/>
            </a:endParaRPr>
          </a:p>
        </p:txBody>
      </p:sp>
      <p:sp>
        <p:nvSpPr>
          <p:cNvPr id="22" name="Gelijkbenige driehoek 46">
            <a:extLst>
              <a:ext uri="{FF2B5EF4-FFF2-40B4-BE49-F238E27FC236}">
                <a16:creationId xmlns:a16="http://schemas.microsoft.com/office/drawing/2014/main" id="{035DAB06-7E86-F0D6-337E-4B074D66F446}"/>
              </a:ext>
            </a:extLst>
          </p:cNvPr>
          <p:cNvSpPr/>
          <p:nvPr/>
        </p:nvSpPr>
        <p:spPr>
          <a:xfrm rot="10800000">
            <a:off x="2728143" y="3030497"/>
            <a:ext cx="360040" cy="201628"/>
          </a:xfrm>
          <a:prstGeom prst="triangle">
            <a:avLst>
              <a:gd name="adj" fmla="val 53135"/>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nl-BE" sz="2400">
              <a:latin typeface="Barlow Condensed" panose="00000506000000000000" pitchFamily="2" charset="0"/>
            </a:endParaRPr>
          </a:p>
        </p:txBody>
      </p:sp>
      <p:sp>
        <p:nvSpPr>
          <p:cNvPr id="23" name="Gelijkbenige driehoek 47">
            <a:extLst>
              <a:ext uri="{FF2B5EF4-FFF2-40B4-BE49-F238E27FC236}">
                <a16:creationId xmlns:a16="http://schemas.microsoft.com/office/drawing/2014/main" id="{99299939-D6D6-00F2-099F-EDA8ACE6EC9C}"/>
              </a:ext>
            </a:extLst>
          </p:cNvPr>
          <p:cNvSpPr/>
          <p:nvPr/>
        </p:nvSpPr>
        <p:spPr>
          <a:xfrm rot="10800000">
            <a:off x="2728144" y="3756421"/>
            <a:ext cx="360040" cy="201628"/>
          </a:xfrm>
          <a:prstGeom prst="triangle">
            <a:avLst>
              <a:gd name="adj" fmla="val 53135"/>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nl-BE" sz="2400">
              <a:latin typeface="Barlow Condensed" panose="00000506000000000000" pitchFamily="2" charset="0"/>
            </a:endParaRPr>
          </a:p>
        </p:txBody>
      </p:sp>
      <p:sp>
        <p:nvSpPr>
          <p:cNvPr id="24" name="Gelijkbenige driehoek 48">
            <a:extLst>
              <a:ext uri="{FF2B5EF4-FFF2-40B4-BE49-F238E27FC236}">
                <a16:creationId xmlns:a16="http://schemas.microsoft.com/office/drawing/2014/main" id="{52C27153-8097-13B8-4EAA-801F1981668A}"/>
              </a:ext>
            </a:extLst>
          </p:cNvPr>
          <p:cNvSpPr/>
          <p:nvPr/>
        </p:nvSpPr>
        <p:spPr>
          <a:xfrm rot="10800000">
            <a:off x="2728143" y="5231500"/>
            <a:ext cx="360040" cy="201628"/>
          </a:xfrm>
          <a:prstGeom prst="triangle">
            <a:avLst>
              <a:gd name="adj" fmla="val 53135"/>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nl-BE" sz="2400">
              <a:latin typeface="Barlow Condensed" panose="00000506000000000000" pitchFamily="2" charset="0"/>
            </a:endParaRPr>
          </a:p>
        </p:txBody>
      </p:sp>
      <p:sp>
        <p:nvSpPr>
          <p:cNvPr id="25" name="Gelijkbenige driehoek 49">
            <a:extLst>
              <a:ext uri="{FF2B5EF4-FFF2-40B4-BE49-F238E27FC236}">
                <a16:creationId xmlns:a16="http://schemas.microsoft.com/office/drawing/2014/main" id="{A070E7A6-FF7E-D398-A420-346C41B96592}"/>
              </a:ext>
            </a:extLst>
          </p:cNvPr>
          <p:cNvSpPr/>
          <p:nvPr/>
        </p:nvSpPr>
        <p:spPr>
          <a:xfrm rot="10800000">
            <a:off x="2728144" y="4495391"/>
            <a:ext cx="360040" cy="201628"/>
          </a:xfrm>
          <a:prstGeom prst="triangle">
            <a:avLst>
              <a:gd name="adj" fmla="val 53135"/>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nl-BE" sz="2400">
              <a:latin typeface="Barlow Condensed" panose="00000506000000000000" pitchFamily="2" charset="0"/>
            </a:endParaRPr>
          </a:p>
        </p:txBody>
      </p:sp>
      <p:sp>
        <p:nvSpPr>
          <p:cNvPr id="26" name="Rechthoek 1">
            <a:extLst>
              <a:ext uri="{FF2B5EF4-FFF2-40B4-BE49-F238E27FC236}">
                <a16:creationId xmlns:a16="http://schemas.microsoft.com/office/drawing/2014/main" id="{D5E41227-5629-AC81-3A23-80FE2E024D0C}"/>
              </a:ext>
            </a:extLst>
          </p:cNvPr>
          <p:cNvSpPr/>
          <p:nvPr/>
        </p:nvSpPr>
        <p:spPr>
          <a:xfrm>
            <a:off x="4249420" y="868043"/>
            <a:ext cx="7040880" cy="672012"/>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marL="457200" indent="-457200">
              <a:buFont typeface="Arial" panose="020B0604020202020204" pitchFamily="34" charset="0"/>
              <a:buChar char="•"/>
            </a:pPr>
            <a:r>
              <a:rPr lang="nl-BE" sz="2800" dirty="0">
                <a:latin typeface="Barlow Condensed" panose="00000506000000000000" pitchFamily="2" charset="0"/>
              </a:rPr>
              <a:t>aanmelden voor een verbinding</a:t>
            </a:r>
          </a:p>
        </p:txBody>
      </p:sp>
      <p:sp>
        <p:nvSpPr>
          <p:cNvPr id="27" name="Rechthoek 63">
            <a:extLst>
              <a:ext uri="{FF2B5EF4-FFF2-40B4-BE49-F238E27FC236}">
                <a16:creationId xmlns:a16="http://schemas.microsoft.com/office/drawing/2014/main" id="{617FBC06-E146-1C99-8964-7DBABE90C455}"/>
              </a:ext>
            </a:extLst>
          </p:cNvPr>
          <p:cNvSpPr/>
          <p:nvPr/>
        </p:nvSpPr>
        <p:spPr>
          <a:xfrm>
            <a:off x="4249420" y="1679424"/>
            <a:ext cx="7040880" cy="672012"/>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marL="457200" indent="-457200">
              <a:buFont typeface="Arial" panose="020B0604020202020204" pitchFamily="34" charset="0"/>
              <a:buChar char="•"/>
            </a:pPr>
            <a:r>
              <a:rPr lang="nl-BE" sz="2800" dirty="0">
                <a:latin typeface="Barlow Condensed" panose="00000506000000000000" pitchFamily="2" charset="0"/>
              </a:rPr>
              <a:t>synchroniseren van een verbinding</a:t>
            </a:r>
          </a:p>
        </p:txBody>
      </p:sp>
      <p:sp>
        <p:nvSpPr>
          <p:cNvPr id="28" name="Rechthoek 64">
            <a:extLst>
              <a:ext uri="{FF2B5EF4-FFF2-40B4-BE49-F238E27FC236}">
                <a16:creationId xmlns:a16="http://schemas.microsoft.com/office/drawing/2014/main" id="{06B34B8C-E1EA-7623-D66B-79AD9917981C}"/>
              </a:ext>
            </a:extLst>
          </p:cNvPr>
          <p:cNvSpPr/>
          <p:nvPr/>
        </p:nvSpPr>
        <p:spPr>
          <a:xfrm>
            <a:off x="4249420" y="2544750"/>
            <a:ext cx="7040880" cy="672012"/>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marL="457200" indent="-457200">
              <a:buFont typeface="Arial" panose="020B0604020202020204" pitchFamily="34" charset="0"/>
              <a:buChar char="•"/>
            </a:pPr>
            <a:r>
              <a:rPr lang="nl-BE" sz="2800" dirty="0">
                <a:latin typeface="Barlow Condensed" panose="00000506000000000000" pitchFamily="2" charset="0"/>
              </a:rPr>
              <a:t>correct afsluiten van een verbinding</a:t>
            </a:r>
          </a:p>
        </p:txBody>
      </p:sp>
    </p:spTree>
    <p:extLst>
      <p:ext uri="{BB962C8B-B14F-4D97-AF65-F5344CB8AC3E}">
        <p14:creationId xmlns:p14="http://schemas.microsoft.com/office/powerpoint/2010/main" val="980552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500"/>
                                        <p:tgtEl>
                                          <p:spTgt spid="26"/>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7"/>
                                        </p:tgtEl>
                                        <p:attrNameLst>
                                          <p:attrName>style.visibility</p:attrName>
                                        </p:attrNameLst>
                                      </p:cBhvr>
                                      <p:to>
                                        <p:strVal val="visible"/>
                                      </p:to>
                                    </p:set>
                                    <p:animEffect transition="in" filter="fade">
                                      <p:cBhvr>
                                        <p:cTn id="11" dur="500"/>
                                        <p:tgtEl>
                                          <p:spTgt spid="27"/>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28"/>
                                        </p:tgtEl>
                                        <p:attrNameLst>
                                          <p:attrName>style.visibility</p:attrName>
                                        </p:attrNameLst>
                                      </p:cBhvr>
                                      <p:to>
                                        <p:strVal val="visible"/>
                                      </p:to>
                                    </p:set>
                                    <p:animEffect transition="in" filter="fade">
                                      <p:cBhvr>
                                        <p:cTn id="15"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388714-25B2-C8D8-7392-9261C9348944}"/>
            </a:ext>
          </a:extLst>
        </p:cNvPr>
        <p:cNvGrpSpPr/>
        <p:nvPr/>
      </p:nvGrpSpPr>
      <p:grpSpPr>
        <a:xfrm>
          <a:off x="0" y="0"/>
          <a:ext cx="0" cy="0"/>
          <a:chOff x="0" y="0"/>
          <a:chExt cx="0" cy="0"/>
        </a:xfrm>
      </p:grpSpPr>
      <p:sp>
        <p:nvSpPr>
          <p:cNvPr id="4" name="Rechthoek 7">
            <a:extLst>
              <a:ext uri="{FF2B5EF4-FFF2-40B4-BE49-F238E27FC236}">
                <a16:creationId xmlns:a16="http://schemas.microsoft.com/office/drawing/2014/main" id="{DD71AF3E-41DA-F622-407B-201C954265D1}"/>
              </a:ext>
            </a:extLst>
          </p:cNvPr>
          <p:cNvSpPr/>
          <p:nvPr/>
        </p:nvSpPr>
        <p:spPr>
          <a:xfrm>
            <a:off x="526562" y="883406"/>
            <a:ext cx="2689332" cy="5136901"/>
          </a:xfrm>
          <a:prstGeom prst="rect">
            <a:avLst/>
          </a:prstGeom>
        </p:spPr>
        <p:style>
          <a:lnRef idx="1">
            <a:schemeClr val="accent1"/>
          </a:lnRef>
          <a:fillRef idx="3">
            <a:schemeClr val="accent1"/>
          </a:fillRef>
          <a:effectRef idx="2">
            <a:schemeClr val="accent1"/>
          </a:effectRef>
          <a:fontRef idx="minor">
            <a:schemeClr val="lt1"/>
          </a:fontRef>
        </p:style>
        <p:txBody>
          <a:bodyPr rtlCol="0" anchor="t"/>
          <a:lstStyle/>
          <a:p>
            <a:pPr algn="ctr"/>
            <a:endParaRPr lang="nl-BE" sz="3200" dirty="0">
              <a:latin typeface="Barlow Condensed" panose="00000506000000000000" pitchFamily="2" charset="0"/>
            </a:endParaRPr>
          </a:p>
        </p:txBody>
      </p:sp>
      <p:sp>
        <p:nvSpPr>
          <p:cNvPr id="5" name="Rechthoek 10">
            <a:extLst>
              <a:ext uri="{FF2B5EF4-FFF2-40B4-BE49-F238E27FC236}">
                <a16:creationId xmlns:a16="http://schemas.microsoft.com/office/drawing/2014/main" id="{E06135AA-E626-F93F-3C4E-65E6E58A6031}"/>
              </a:ext>
            </a:extLst>
          </p:cNvPr>
          <p:cNvSpPr/>
          <p:nvPr/>
        </p:nvSpPr>
        <p:spPr>
          <a:xfrm>
            <a:off x="628949" y="958945"/>
            <a:ext cx="2088232" cy="576064"/>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err="1">
                <a:solidFill>
                  <a:schemeClr val="accent1"/>
                </a:solidFill>
                <a:latin typeface="Barlow Condensed" panose="00000506000000000000" pitchFamily="2" charset="0"/>
              </a:rPr>
              <a:t>toepassingslaag</a:t>
            </a:r>
            <a:endParaRPr lang="nl-BE" sz="2400" dirty="0">
              <a:solidFill>
                <a:schemeClr val="accent1"/>
              </a:solidFill>
              <a:latin typeface="Barlow Condensed" panose="00000506000000000000" pitchFamily="2" charset="0"/>
            </a:endParaRPr>
          </a:p>
        </p:txBody>
      </p:sp>
      <p:sp>
        <p:nvSpPr>
          <p:cNvPr id="6" name="Rechthoek 12">
            <a:extLst>
              <a:ext uri="{FF2B5EF4-FFF2-40B4-BE49-F238E27FC236}">
                <a16:creationId xmlns:a16="http://schemas.microsoft.com/office/drawing/2014/main" id="{308CB2A0-B319-C548-DAD1-CE31FC564930}"/>
              </a:ext>
            </a:extLst>
          </p:cNvPr>
          <p:cNvSpPr/>
          <p:nvPr/>
        </p:nvSpPr>
        <p:spPr>
          <a:xfrm>
            <a:off x="628949" y="1697915"/>
            <a:ext cx="2088232" cy="57606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nl-BE" sz="2400" dirty="0" err="1">
                <a:solidFill>
                  <a:schemeClr val="accent1"/>
                </a:solidFill>
                <a:latin typeface="Barlow Condensed" panose="00000506000000000000" pitchFamily="2" charset="0"/>
              </a:rPr>
              <a:t>presentatielaag</a:t>
            </a:r>
            <a:endParaRPr lang="nl-BE" sz="2400" dirty="0">
              <a:solidFill>
                <a:schemeClr val="accent1"/>
              </a:solidFill>
              <a:latin typeface="Barlow Condensed" panose="00000506000000000000" pitchFamily="2" charset="0"/>
            </a:endParaRPr>
          </a:p>
        </p:txBody>
      </p:sp>
      <p:sp>
        <p:nvSpPr>
          <p:cNvPr id="7" name="Rechthoek 14">
            <a:extLst>
              <a:ext uri="{FF2B5EF4-FFF2-40B4-BE49-F238E27FC236}">
                <a16:creationId xmlns:a16="http://schemas.microsoft.com/office/drawing/2014/main" id="{7B9B2361-FFA9-9612-F8E2-8069266A5D29}"/>
              </a:ext>
            </a:extLst>
          </p:cNvPr>
          <p:cNvSpPr/>
          <p:nvPr/>
        </p:nvSpPr>
        <p:spPr>
          <a:xfrm>
            <a:off x="628949" y="2444592"/>
            <a:ext cx="2088232" cy="57606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nl-BE" sz="2400" dirty="0" err="1">
                <a:solidFill>
                  <a:schemeClr val="accent1"/>
                </a:solidFill>
                <a:latin typeface="Barlow Condensed" panose="00000506000000000000" pitchFamily="2" charset="0"/>
              </a:rPr>
              <a:t>sessielaag</a:t>
            </a:r>
            <a:endParaRPr lang="nl-BE" sz="2400" dirty="0">
              <a:solidFill>
                <a:schemeClr val="accent1"/>
              </a:solidFill>
              <a:latin typeface="Barlow Condensed" panose="00000506000000000000" pitchFamily="2" charset="0"/>
            </a:endParaRPr>
          </a:p>
        </p:txBody>
      </p:sp>
      <p:sp>
        <p:nvSpPr>
          <p:cNvPr id="8" name="Rechthoek 16">
            <a:extLst>
              <a:ext uri="{FF2B5EF4-FFF2-40B4-BE49-F238E27FC236}">
                <a16:creationId xmlns:a16="http://schemas.microsoft.com/office/drawing/2014/main" id="{6DB72F7A-1525-DAE4-F521-E6AF2C6A406A}"/>
              </a:ext>
            </a:extLst>
          </p:cNvPr>
          <p:cNvSpPr/>
          <p:nvPr/>
        </p:nvSpPr>
        <p:spPr>
          <a:xfrm>
            <a:off x="628949" y="3178370"/>
            <a:ext cx="2088232" cy="576064"/>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nl-BE" sz="2400" dirty="0" err="1">
                <a:solidFill>
                  <a:schemeClr val="bg1"/>
                </a:solidFill>
                <a:latin typeface="Barlow Condensed" panose="00000506000000000000" pitchFamily="2" charset="0"/>
              </a:rPr>
              <a:t>transportlaag</a:t>
            </a:r>
            <a:endParaRPr lang="nl-BE" sz="2400" dirty="0">
              <a:solidFill>
                <a:schemeClr val="bg1"/>
              </a:solidFill>
              <a:latin typeface="Barlow Condensed" panose="00000506000000000000" pitchFamily="2" charset="0"/>
            </a:endParaRPr>
          </a:p>
        </p:txBody>
      </p:sp>
      <p:cxnSp>
        <p:nvCxnSpPr>
          <p:cNvPr id="9" name="Rechte verbindingslijn 19">
            <a:extLst>
              <a:ext uri="{FF2B5EF4-FFF2-40B4-BE49-F238E27FC236}">
                <a16:creationId xmlns:a16="http://schemas.microsoft.com/office/drawing/2014/main" id="{10FF004E-6844-A093-57A5-6F294CBAE017}"/>
              </a:ext>
            </a:extLst>
          </p:cNvPr>
          <p:cNvCxnSpPr/>
          <p:nvPr/>
        </p:nvCxnSpPr>
        <p:spPr>
          <a:xfrm>
            <a:off x="1666169" y="5423745"/>
            <a:ext cx="0" cy="506979"/>
          </a:xfrm>
          <a:prstGeom prst="line">
            <a:avLst/>
          </a:prstGeom>
          <a:ln>
            <a:solidFill>
              <a:schemeClr val="bg1"/>
            </a:solidFill>
          </a:ln>
        </p:spPr>
        <p:style>
          <a:lnRef idx="3">
            <a:schemeClr val="accent1"/>
          </a:lnRef>
          <a:fillRef idx="0">
            <a:schemeClr val="accent1"/>
          </a:fillRef>
          <a:effectRef idx="2">
            <a:schemeClr val="accent1"/>
          </a:effectRef>
          <a:fontRef idx="minor">
            <a:schemeClr val="tx1"/>
          </a:fontRef>
        </p:style>
      </p:cxnSp>
      <p:sp>
        <p:nvSpPr>
          <p:cNvPr id="10" name="Rechthoek 25">
            <a:extLst>
              <a:ext uri="{FF2B5EF4-FFF2-40B4-BE49-F238E27FC236}">
                <a16:creationId xmlns:a16="http://schemas.microsoft.com/office/drawing/2014/main" id="{76BA21C4-8A1A-80D7-8091-6F45E0EE760E}"/>
              </a:ext>
            </a:extLst>
          </p:cNvPr>
          <p:cNvSpPr/>
          <p:nvPr/>
        </p:nvSpPr>
        <p:spPr>
          <a:xfrm>
            <a:off x="628949" y="3898918"/>
            <a:ext cx="2088232"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err="1">
                <a:solidFill>
                  <a:schemeClr val="accent1"/>
                </a:solidFill>
                <a:latin typeface="Barlow Condensed" panose="00000506000000000000" pitchFamily="2" charset="0"/>
              </a:rPr>
              <a:t>netwerklaag</a:t>
            </a:r>
            <a:endParaRPr lang="nl-BE" sz="2400" dirty="0">
              <a:solidFill>
                <a:schemeClr val="accent1"/>
              </a:solidFill>
              <a:latin typeface="Barlow Condensed" panose="00000506000000000000" pitchFamily="2" charset="0"/>
            </a:endParaRPr>
          </a:p>
        </p:txBody>
      </p:sp>
      <p:sp>
        <p:nvSpPr>
          <p:cNvPr id="11" name="Rechthoek 27">
            <a:extLst>
              <a:ext uri="{FF2B5EF4-FFF2-40B4-BE49-F238E27FC236}">
                <a16:creationId xmlns:a16="http://schemas.microsoft.com/office/drawing/2014/main" id="{CB3E212F-77F2-8BC3-CF70-53D2502DAD18}"/>
              </a:ext>
            </a:extLst>
          </p:cNvPr>
          <p:cNvSpPr/>
          <p:nvPr/>
        </p:nvSpPr>
        <p:spPr>
          <a:xfrm>
            <a:off x="628949" y="4645595"/>
            <a:ext cx="2088232"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err="1">
                <a:solidFill>
                  <a:schemeClr val="accent1"/>
                </a:solidFill>
                <a:latin typeface="Barlow Condensed" panose="00000506000000000000" pitchFamily="2" charset="0"/>
              </a:rPr>
              <a:t>verbindingslaag</a:t>
            </a:r>
            <a:endParaRPr lang="nl-BE" sz="2400" dirty="0">
              <a:solidFill>
                <a:schemeClr val="accent1"/>
              </a:solidFill>
              <a:latin typeface="Barlow Condensed" panose="00000506000000000000" pitchFamily="2" charset="0"/>
            </a:endParaRPr>
          </a:p>
        </p:txBody>
      </p:sp>
      <p:sp>
        <p:nvSpPr>
          <p:cNvPr id="12" name="Rechthoek 29">
            <a:extLst>
              <a:ext uri="{FF2B5EF4-FFF2-40B4-BE49-F238E27FC236}">
                <a16:creationId xmlns:a16="http://schemas.microsoft.com/office/drawing/2014/main" id="{B52A509E-EA91-4062-5704-00B51181620E}"/>
              </a:ext>
            </a:extLst>
          </p:cNvPr>
          <p:cNvSpPr/>
          <p:nvPr/>
        </p:nvSpPr>
        <p:spPr>
          <a:xfrm>
            <a:off x="628949" y="5364043"/>
            <a:ext cx="2088232"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fysieke laag</a:t>
            </a:r>
          </a:p>
        </p:txBody>
      </p:sp>
      <p:sp>
        <p:nvSpPr>
          <p:cNvPr id="13" name="Rechthoek 37">
            <a:extLst>
              <a:ext uri="{FF2B5EF4-FFF2-40B4-BE49-F238E27FC236}">
                <a16:creationId xmlns:a16="http://schemas.microsoft.com/office/drawing/2014/main" id="{E711D1A9-5E5A-8362-AD92-BE994C1C41EB}"/>
              </a:ext>
            </a:extLst>
          </p:cNvPr>
          <p:cNvSpPr/>
          <p:nvPr/>
        </p:nvSpPr>
        <p:spPr>
          <a:xfrm>
            <a:off x="2717181" y="958945"/>
            <a:ext cx="414398" cy="576064"/>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7</a:t>
            </a:r>
          </a:p>
        </p:txBody>
      </p:sp>
      <p:sp>
        <p:nvSpPr>
          <p:cNvPr id="14" name="Rechthoek 38">
            <a:extLst>
              <a:ext uri="{FF2B5EF4-FFF2-40B4-BE49-F238E27FC236}">
                <a16:creationId xmlns:a16="http://schemas.microsoft.com/office/drawing/2014/main" id="{2F6FE8BC-6B34-B0B0-C5CB-0C3D7F99E38E}"/>
              </a:ext>
            </a:extLst>
          </p:cNvPr>
          <p:cNvSpPr/>
          <p:nvPr/>
        </p:nvSpPr>
        <p:spPr>
          <a:xfrm>
            <a:off x="2717181" y="1694788"/>
            <a:ext cx="414398" cy="57606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6</a:t>
            </a:r>
          </a:p>
        </p:txBody>
      </p:sp>
      <p:sp>
        <p:nvSpPr>
          <p:cNvPr id="15" name="Rechthoek 39">
            <a:extLst>
              <a:ext uri="{FF2B5EF4-FFF2-40B4-BE49-F238E27FC236}">
                <a16:creationId xmlns:a16="http://schemas.microsoft.com/office/drawing/2014/main" id="{AC58B885-75C3-47CB-0286-66D45C45CB07}"/>
              </a:ext>
            </a:extLst>
          </p:cNvPr>
          <p:cNvSpPr/>
          <p:nvPr/>
        </p:nvSpPr>
        <p:spPr>
          <a:xfrm>
            <a:off x="2717181" y="2444783"/>
            <a:ext cx="414398" cy="57606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5</a:t>
            </a:r>
          </a:p>
        </p:txBody>
      </p:sp>
      <p:sp>
        <p:nvSpPr>
          <p:cNvPr id="16" name="Rechthoek 40">
            <a:extLst>
              <a:ext uri="{FF2B5EF4-FFF2-40B4-BE49-F238E27FC236}">
                <a16:creationId xmlns:a16="http://schemas.microsoft.com/office/drawing/2014/main" id="{1C9453D1-2C59-0BDF-026E-33D048B8B354}"/>
              </a:ext>
            </a:extLst>
          </p:cNvPr>
          <p:cNvSpPr/>
          <p:nvPr/>
        </p:nvSpPr>
        <p:spPr>
          <a:xfrm>
            <a:off x="2717181" y="3178179"/>
            <a:ext cx="414398" cy="576064"/>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nl-BE" sz="2400" dirty="0">
                <a:solidFill>
                  <a:schemeClr val="bg1"/>
                </a:solidFill>
                <a:latin typeface="Barlow Condensed" panose="00000506000000000000" pitchFamily="2" charset="0"/>
              </a:rPr>
              <a:t>4</a:t>
            </a:r>
          </a:p>
        </p:txBody>
      </p:sp>
      <p:sp>
        <p:nvSpPr>
          <p:cNvPr id="17" name="Rechthoek 41">
            <a:extLst>
              <a:ext uri="{FF2B5EF4-FFF2-40B4-BE49-F238E27FC236}">
                <a16:creationId xmlns:a16="http://schemas.microsoft.com/office/drawing/2014/main" id="{F4BD6BBA-26E8-7E15-6D54-BB6079FE07B2}"/>
              </a:ext>
            </a:extLst>
          </p:cNvPr>
          <p:cNvSpPr/>
          <p:nvPr/>
        </p:nvSpPr>
        <p:spPr>
          <a:xfrm>
            <a:off x="2716677" y="3899986"/>
            <a:ext cx="414398"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3</a:t>
            </a:r>
          </a:p>
        </p:txBody>
      </p:sp>
      <p:sp>
        <p:nvSpPr>
          <p:cNvPr id="18" name="Rechthoek 42">
            <a:extLst>
              <a:ext uri="{FF2B5EF4-FFF2-40B4-BE49-F238E27FC236}">
                <a16:creationId xmlns:a16="http://schemas.microsoft.com/office/drawing/2014/main" id="{F22267B5-04F4-DB0A-1909-880239122B09}"/>
              </a:ext>
            </a:extLst>
          </p:cNvPr>
          <p:cNvSpPr/>
          <p:nvPr/>
        </p:nvSpPr>
        <p:spPr>
          <a:xfrm>
            <a:off x="2716677" y="4648809"/>
            <a:ext cx="414398"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2</a:t>
            </a:r>
          </a:p>
        </p:txBody>
      </p:sp>
      <p:sp>
        <p:nvSpPr>
          <p:cNvPr id="19" name="Rechthoek 43">
            <a:extLst>
              <a:ext uri="{FF2B5EF4-FFF2-40B4-BE49-F238E27FC236}">
                <a16:creationId xmlns:a16="http://schemas.microsoft.com/office/drawing/2014/main" id="{243007A3-FAAA-BE78-4309-67C9CB9A2663}"/>
              </a:ext>
            </a:extLst>
          </p:cNvPr>
          <p:cNvSpPr/>
          <p:nvPr/>
        </p:nvSpPr>
        <p:spPr>
          <a:xfrm>
            <a:off x="2720217" y="5364043"/>
            <a:ext cx="414398"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1</a:t>
            </a:r>
          </a:p>
        </p:txBody>
      </p:sp>
      <p:sp>
        <p:nvSpPr>
          <p:cNvPr id="20" name="Gelijkbenige driehoek 44">
            <a:extLst>
              <a:ext uri="{FF2B5EF4-FFF2-40B4-BE49-F238E27FC236}">
                <a16:creationId xmlns:a16="http://schemas.microsoft.com/office/drawing/2014/main" id="{09246B4F-7575-BC22-1B34-873A0BEE9DBD}"/>
              </a:ext>
            </a:extLst>
          </p:cNvPr>
          <p:cNvSpPr/>
          <p:nvPr/>
        </p:nvSpPr>
        <p:spPr>
          <a:xfrm rot="10800000">
            <a:off x="2728144" y="1555418"/>
            <a:ext cx="360040" cy="201628"/>
          </a:xfrm>
          <a:prstGeom prst="triangle">
            <a:avLst>
              <a:gd name="adj" fmla="val 53135"/>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nl-BE" sz="2400">
              <a:latin typeface="Barlow Condensed" panose="00000506000000000000" pitchFamily="2" charset="0"/>
            </a:endParaRPr>
          </a:p>
        </p:txBody>
      </p:sp>
      <p:sp>
        <p:nvSpPr>
          <p:cNvPr id="21" name="Gelijkbenige driehoek 45">
            <a:extLst>
              <a:ext uri="{FF2B5EF4-FFF2-40B4-BE49-F238E27FC236}">
                <a16:creationId xmlns:a16="http://schemas.microsoft.com/office/drawing/2014/main" id="{EDD5C1A2-CB1A-F16F-A49A-8D12CEEEEEC3}"/>
              </a:ext>
            </a:extLst>
          </p:cNvPr>
          <p:cNvSpPr/>
          <p:nvPr/>
        </p:nvSpPr>
        <p:spPr>
          <a:xfrm rot="10800000">
            <a:off x="2728144" y="2294388"/>
            <a:ext cx="360040" cy="201628"/>
          </a:xfrm>
          <a:prstGeom prst="triangle">
            <a:avLst>
              <a:gd name="adj" fmla="val 53135"/>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nl-BE" sz="2400">
              <a:latin typeface="Barlow Condensed" panose="00000506000000000000" pitchFamily="2" charset="0"/>
            </a:endParaRPr>
          </a:p>
        </p:txBody>
      </p:sp>
      <p:sp>
        <p:nvSpPr>
          <p:cNvPr id="22" name="Gelijkbenige driehoek 46">
            <a:extLst>
              <a:ext uri="{FF2B5EF4-FFF2-40B4-BE49-F238E27FC236}">
                <a16:creationId xmlns:a16="http://schemas.microsoft.com/office/drawing/2014/main" id="{E2D80ADC-0A57-E3BA-E2B3-A12FF0A8CD72}"/>
              </a:ext>
            </a:extLst>
          </p:cNvPr>
          <p:cNvSpPr/>
          <p:nvPr/>
        </p:nvSpPr>
        <p:spPr>
          <a:xfrm rot="10800000">
            <a:off x="2728143" y="3030497"/>
            <a:ext cx="360040" cy="201628"/>
          </a:xfrm>
          <a:prstGeom prst="triangle">
            <a:avLst>
              <a:gd name="adj" fmla="val 53135"/>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nl-BE" sz="2400">
              <a:latin typeface="Barlow Condensed" panose="00000506000000000000" pitchFamily="2" charset="0"/>
            </a:endParaRPr>
          </a:p>
        </p:txBody>
      </p:sp>
      <p:sp>
        <p:nvSpPr>
          <p:cNvPr id="23" name="Gelijkbenige driehoek 47">
            <a:extLst>
              <a:ext uri="{FF2B5EF4-FFF2-40B4-BE49-F238E27FC236}">
                <a16:creationId xmlns:a16="http://schemas.microsoft.com/office/drawing/2014/main" id="{A7A96FA0-D911-89C2-3E93-BC1CE7333C96}"/>
              </a:ext>
            </a:extLst>
          </p:cNvPr>
          <p:cNvSpPr/>
          <p:nvPr/>
        </p:nvSpPr>
        <p:spPr>
          <a:xfrm rot="10800000">
            <a:off x="2728144" y="3756421"/>
            <a:ext cx="360040" cy="201628"/>
          </a:xfrm>
          <a:prstGeom prst="triangle">
            <a:avLst>
              <a:gd name="adj" fmla="val 53135"/>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nl-BE" sz="2400">
              <a:latin typeface="Barlow Condensed" panose="00000506000000000000" pitchFamily="2" charset="0"/>
            </a:endParaRPr>
          </a:p>
        </p:txBody>
      </p:sp>
      <p:sp>
        <p:nvSpPr>
          <p:cNvPr id="24" name="Gelijkbenige driehoek 48">
            <a:extLst>
              <a:ext uri="{FF2B5EF4-FFF2-40B4-BE49-F238E27FC236}">
                <a16:creationId xmlns:a16="http://schemas.microsoft.com/office/drawing/2014/main" id="{03AD4C5D-74C7-42C7-4059-2149AAFAF16B}"/>
              </a:ext>
            </a:extLst>
          </p:cNvPr>
          <p:cNvSpPr/>
          <p:nvPr/>
        </p:nvSpPr>
        <p:spPr>
          <a:xfrm rot="10800000">
            <a:off x="2728143" y="5231500"/>
            <a:ext cx="360040" cy="201628"/>
          </a:xfrm>
          <a:prstGeom prst="triangle">
            <a:avLst>
              <a:gd name="adj" fmla="val 53135"/>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nl-BE" sz="2400">
              <a:latin typeface="Barlow Condensed" panose="00000506000000000000" pitchFamily="2" charset="0"/>
            </a:endParaRPr>
          </a:p>
        </p:txBody>
      </p:sp>
      <p:sp>
        <p:nvSpPr>
          <p:cNvPr id="25" name="Gelijkbenige driehoek 49">
            <a:extLst>
              <a:ext uri="{FF2B5EF4-FFF2-40B4-BE49-F238E27FC236}">
                <a16:creationId xmlns:a16="http://schemas.microsoft.com/office/drawing/2014/main" id="{2025FB11-B7B5-938E-8D5F-DE342E205892}"/>
              </a:ext>
            </a:extLst>
          </p:cNvPr>
          <p:cNvSpPr/>
          <p:nvPr/>
        </p:nvSpPr>
        <p:spPr>
          <a:xfrm rot="10800000">
            <a:off x="2728144" y="4495391"/>
            <a:ext cx="360040" cy="201628"/>
          </a:xfrm>
          <a:prstGeom prst="triangle">
            <a:avLst>
              <a:gd name="adj" fmla="val 53135"/>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nl-BE" sz="2400">
              <a:latin typeface="Barlow Condensed" panose="00000506000000000000" pitchFamily="2" charset="0"/>
            </a:endParaRPr>
          </a:p>
        </p:txBody>
      </p:sp>
      <p:sp>
        <p:nvSpPr>
          <p:cNvPr id="2" name="Rechthoek 1">
            <a:extLst>
              <a:ext uri="{FF2B5EF4-FFF2-40B4-BE49-F238E27FC236}">
                <a16:creationId xmlns:a16="http://schemas.microsoft.com/office/drawing/2014/main" id="{6486DEA0-EBDA-2051-0E4E-563D2B2FC68D}"/>
              </a:ext>
            </a:extLst>
          </p:cNvPr>
          <p:cNvSpPr/>
          <p:nvPr/>
        </p:nvSpPr>
        <p:spPr>
          <a:xfrm>
            <a:off x="4287710" y="875858"/>
            <a:ext cx="7040880" cy="672012"/>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marL="457200" indent="-457200">
              <a:buFont typeface="Arial" panose="020B0604020202020204" pitchFamily="34" charset="0"/>
              <a:buChar char="•"/>
            </a:pPr>
            <a:r>
              <a:rPr lang="nl-BE" sz="2800" dirty="0">
                <a:latin typeface="Barlow Condensed" panose="00000506000000000000" pitchFamily="2" charset="0"/>
              </a:rPr>
              <a:t>segmenteren / fragmenteren</a:t>
            </a:r>
          </a:p>
        </p:txBody>
      </p:sp>
      <p:sp>
        <p:nvSpPr>
          <p:cNvPr id="3" name="Rechthoek 63">
            <a:extLst>
              <a:ext uri="{FF2B5EF4-FFF2-40B4-BE49-F238E27FC236}">
                <a16:creationId xmlns:a16="http://schemas.microsoft.com/office/drawing/2014/main" id="{5BEF20E8-ABAC-FCBB-157A-125966844121}"/>
              </a:ext>
            </a:extLst>
          </p:cNvPr>
          <p:cNvSpPr/>
          <p:nvPr/>
        </p:nvSpPr>
        <p:spPr>
          <a:xfrm>
            <a:off x="4287710" y="1687239"/>
            <a:ext cx="7040880" cy="672012"/>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marL="457200" indent="-457200">
              <a:buFont typeface="Arial" panose="020B0604020202020204" pitchFamily="34" charset="0"/>
              <a:buChar char="•"/>
            </a:pPr>
            <a:r>
              <a:rPr lang="nl-BE" sz="2800" dirty="0">
                <a:latin typeface="Barlow Condensed" panose="00000506000000000000" pitchFamily="2" charset="0"/>
              </a:rPr>
              <a:t>maakt hogere lagen hardware-onafhankelijk</a:t>
            </a:r>
          </a:p>
        </p:txBody>
      </p:sp>
      <p:sp>
        <p:nvSpPr>
          <p:cNvPr id="26" name="Rechthoek 63">
            <a:extLst>
              <a:ext uri="{FF2B5EF4-FFF2-40B4-BE49-F238E27FC236}">
                <a16:creationId xmlns:a16="http://schemas.microsoft.com/office/drawing/2014/main" id="{C8E80589-734E-5B4E-F2DE-5A3B7AE9F79F}"/>
              </a:ext>
            </a:extLst>
          </p:cNvPr>
          <p:cNvSpPr/>
          <p:nvPr/>
        </p:nvSpPr>
        <p:spPr>
          <a:xfrm>
            <a:off x="4287710" y="2496017"/>
            <a:ext cx="7040880" cy="672012"/>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marL="457200" indent="-457200">
              <a:buFont typeface="Arial" panose="020B0604020202020204" pitchFamily="34" charset="0"/>
              <a:buChar char="•"/>
            </a:pPr>
            <a:r>
              <a:rPr lang="nl-BE" sz="2800" dirty="0">
                <a:latin typeface="Barlow Condensed" panose="00000506000000000000" pitchFamily="2" charset="0"/>
              </a:rPr>
              <a:t>Option negotation</a:t>
            </a:r>
          </a:p>
        </p:txBody>
      </p:sp>
    </p:spTree>
    <p:extLst>
      <p:ext uri="{BB962C8B-B14F-4D97-AF65-F5344CB8AC3E}">
        <p14:creationId xmlns:p14="http://schemas.microsoft.com/office/powerpoint/2010/main" val="6606705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fade">
                                      <p:cBhvr>
                                        <p:cTn id="15"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2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71F4AD-8BA9-3919-FB88-2601A42BD5F1}"/>
            </a:ext>
          </a:extLst>
        </p:cNvPr>
        <p:cNvGrpSpPr/>
        <p:nvPr/>
      </p:nvGrpSpPr>
      <p:grpSpPr>
        <a:xfrm>
          <a:off x="0" y="0"/>
          <a:ext cx="0" cy="0"/>
          <a:chOff x="0" y="0"/>
          <a:chExt cx="0" cy="0"/>
        </a:xfrm>
      </p:grpSpPr>
      <p:sp>
        <p:nvSpPr>
          <p:cNvPr id="4" name="Rechthoek 7">
            <a:extLst>
              <a:ext uri="{FF2B5EF4-FFF2-40B4-BE49-F238E27FC236}">
                <a16:creationId xmlns:a16="http://schemas.microsoft.com/office/drawing/2014/main" id="{F1E51053-CB9A-6355-FB0B-C060C1FC30B7}"/>
              </a:ext>
            </a:extLst>
          </p:cNvPr>
          <p:cNvSpPr/>
          <p:nvPr/>
        </p:nvSpPr>
        <p:spPr>
          <a:xfrm>
            <a:off x="526562" y="883406"/>
            <a:ext cx="2689332" cy="5136901"/>
          </a:xfrm>
          <a:prstGeom prst="rect">
            <a:avLst/>
          </a:prstGeom>
        </p:spPr>
        <p:style>
          <a:lnRef idx="1">
            <a:schemeClr val="accent1"/>
          </a:lnRef>
          <a:fillRef idx="3">
            <a:schemeClr val="accent1"/>
          </a:fillRef>
          <a:effectRef idx="2">
            <a:schemeClr val="accent1"/>
          </a:effectRef>
          <a:fontRef idx="minor">
            <a:schemeClr val="lt1"/>
          </a:fontRef>
        </p:style>
        <p:txBody>
          <a:bodyPr rtlCol="0" anchor="t"/>
          <a:lstStyle/>
          <a:p>
            <a:pPr algn="ctr"/>
            <a:endParaRPr lang="nl-BE" sz="3200" dirty="0">
              <a:latin typeface="Barlow Condensed" panose="00000506000000000000" pitchFamily="2" charset="0"/>
            </a:endParaRPr>
          </a:p>
        </p:txBody>
      </p:sp>
      <p:sp>
        <p:nvSpPr>
          <p:cNvPr id="5" name="Rechthoek 10">
            <a:extLst>
              <a:ext uri="{FF2B5EF4-FFF2-40B4-BE49-F238E27FC236}">
                <a16:creationId xmlns:a16="http://schemas.microsoft.com/office/drawing/2014/main" id="{AA03FA97-85DE-D6E9-7699-CBBBD9AB464D}"/>
              </a:ext>
            </a:extLst>
          </p:cNvPr>
          <p:cNvSpPr/>
          <p:nvPr/>
        </p:nvSpPr>
        <p:spPr>
          <a:xfrm>
            <a:off x="628949" y="958945"/>
            <a:ext cx="2088232" cy="576064"/>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err="1">
                <a:solidFill>
                  <a:schemeClr val="accent1"/>
                </a:solidFill>
                <a:latin typeface="Barlow Condensed" panose="00000506000000000000" pitchFamily="2" charset="0"/>
              </a:rPr>
              <a:t>toepassingslaag</a:t>
            </a:r>
            <a:endParaRPr lang="nl-BE" sz="2400" dirty="0">
              <a:solidFill>
                <a:schemeClr val="accent1"/>
              </a:solidFill>
              <a:latin typeface="Barlow Condensed" panose="00000506000000000000" pitchFamily="2" charset="0"/>
            </a:endParaRPr>
          </a:p>
        </p:txBody>
      </p:sp>
      <p:sp>
        <p:nvSpPr>
          <p:cNvPr id="6" name="Rechthoek 12">
            <a:extLst>
              <a:ext uri="{FF2B5EF4-FFF2-40B4-BE49-F238E27FC236}">
                <a16:creationId xmlns:a16="http://schemas.microsoft.com/office/drawing/2014/main" id="{72C3AB1F-8AFF-D85E-7D26-988C33ACC87F}"/>
              </a:ext>
            </a:extLst>
          </p:cNvPr>
          <p:cNvSpPr/>
          <p:nvPr/>
        </p:nvSpPr>
        <p:spPr>
          <a:xfrm>
            <a:off x="628949" y="1697915"/>
            <a:ext cx="2088232" cy="57606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nl-BE" sz="2400" dirty="0" err="1">
                <a:solidFill>
                  <a:schemeClr val="accent1"/>
                </a:solidFill>
                <a:latin typeface="Barlow Condensed" panose="00000506000000000000" pitchFamily="2" charset="0"/>
              </a:rPr>
              <a:t>presentatielaag</a:t>
            </a:r>
            <a:endParaRPr lang="nl-BE" sz="2400" dirty="0">
              <a:solidFill>
                <a:schemeClr val="accent1"/>
              </a:solidFill>
              <a:latin typeface="Barlow Condensed" panose="00000506000000000000" pitchFamily="2" charset="0"/>
            </a:endParaRPr>
          </a:p>
        </p:txBody>
      </p:sp>
      <p:sp>
        <p:nvSpPr>
          <p:cNvPr id="7" name="Rechthoek 14">
            <a:extLst>
              <a:ext uri="{FF2B5EF4-FFF2-40B4-BE49-F238E27FC236}">
                <a16:creationId xmlns:a16="http://schemas.microsoft.com/office/drawing/2014/main" id="{4DFE403A-5420-7D9D-9B51-59F58A23030E}"/>
              </a:ext>
            </a:extLst>
          </p:cNvPr>
          <p:cNvSpPr/>
          <p:nvPr/>
        </p:nvSpPr>
        <p:spPr>
          <a:xfrm>
            <a:off x="628949" y="2444592"/>
            <a:ext cx="2088232" cy="57606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nl-BE" sz="2400" dirty="0" err="1">
                <a:solidFill>
                  <a:schemeClr val="accent1"/>
                </a:solidFill>
                <a:latin typeface="Barlow Condensed" panose="00000506000000000000" pitchFamily="2" charset="0"/>
              </a:rPr>
              <a:t>sessielaag</a:t>
            </a:r>
            <a:endParaRPr lang="nl-BE" sz="2400" dirty="0">
              <a:solidFill>
                <a:schemeClr val="accent1"/>
              </a:solidFill>
              <a:latin typeface="Barlow Condensed" panose="00000506000000000000" pitchFamily="2" charset="0"/>
            </a:endParaRPr>
          </a:p>
        </p:txBody>
      </p:sp>
      <p:sp>
        <p:nvSpPr>
          <p:cNvPr id="8" name="Rechthoek 16">
            <a:extLst>
              <a:ext uri="{FF2B5EF4-FFF2-40B4-BE49-F238E27FC236}">
                <a16:creationId xmlns:a16="http://schemas.microsoft.com/office/drawing/2014/main" id="{C8644317-8CB0-7F35-C0A1-DE57D73C773D}"/>
              </a:ext>
            </a:extLst>
          </p:cNvPr>
          <p:cNvSpPr/>
          <p:nvPr/>
        </p:nvSpPr>
        <p:spPr>
          <a:xfrm>
            <a:off x="628949" y="3178370"/>
            <a:ext cx="2088232" cy="57606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nl-BE" sz="2400" dirty="0" err="1">
                <a:solidFill>
                  <a:schemeClr val="accent1"/>
                </a:solidFill>
                <a:latin typeface="Barlow Condensed" panose="00000506000000000000" pitchFamily="2" charset="0"/>
              </a:rPr>
              <a:t>transportlaag</a:t>
            </a:r>
            <a:endParaRPr lang="nl-BE" sz="2400" dirty="0">
              <a:solidFill>
                <a:schemeClr val="accent1"/>
              </a:solidFill>
              <a:latin typeface="Barlow Condensed" panose="00000506000000000000" pitchFamily="2" charset="0"/>
            </a:endParaRPr>
          </a:p>
        </p:txBody>
      </p:sp>
      <p:cxnSp>
        <p:nvCxnSpPr>
          <p:cNvPr id="9" name="Rechte verbindingslijn 19">
            <a:extLst>
              <a:ext uri="{FF2B5EF4-FFF2-40B4-BE49-F238E27FC236}">
                <a16:creationId xmlns:a16="http://schemas.microsoft.com/office/drawing/2014/main" id="{DF5F0D9C-FDFA-E43C-36B8-A60C6E7633A4}"/>
              </a:ext>
            </a:extLst>
          </p:cNvPr>
          <p:cNvCxnSpPr/>
          <p:nvPr/>
        </p:nvCxnSpPr>
        <p:spPr>
          <a:xfrm>
            <a:off x="1666169" y="5423745"/>
            <a:ext cx="0" cy="506979"/>
          </a:xfrm>
          <a:prstGeom prst="line">
            <a:avLst/>
          </a:prstGeom>
          <a:ln>
            <a:solidFill>
              <a:schemeClr val="bg1"/>
            </a:solidFill>
          </a:ln>
        </p:spPr>
        <p:style>
          <a:lnRef idx="3">
            <a:schemeClr val="accent1"/>
          </a:lnRef>
          <a:fillRef idx="0">
            <a:schemeClr val="accent1"/>
          </a:fillRef>
          <a:effectRef idx="2">
            <a:schemeClr val="accent1"/>
          </a:effectRef>
          <a:fontRef idx="minor">
            <a:schemeClr val="tx1"/>
          </a:fontRef>
        </p:style>
      </p:cxnSp>
      <p:sp>
        <p:nvSpPr>
          <p:cNvPr id="10" name="Rechthoek 25">
            <a:extLst>
              <a:ext uri="{FF2B5EF4-FFF2-40B4-BE49-F238E27FC236}">
                <a16:creationId xmlns:a16="http://schemas.microsoft.com/office/drawing/2014/main" id="{E2A72DFD-7976-9F49-4F94-F22E74C01415}"/>
              </a:ext>
            </a:extLst>
          </p:cNvPr>
          <p:cNvSpPr/>
          <p:nvPr/>
        </p:nvSpPr>
        <p:spPr>
          <a:xfrm>
            <a:off x="628949" y="3898918"/>
            <a:ext cx="2088232" cy="576064"/>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nl-BE" sz="2400" dirty="0" err="1">
                <a:solidFill>
                  <a:schemeClr val="bg1"/>
                </a:solidFill>
                <a:latin typeface="Barlow Condensed" panose="00000506000000000000" pitchFamily="2" charset="0"/>
              </a:rPr>
              <a:t>netwerklaag</a:t>
            </a:r>
            <a:endParaRPr lang="nl-BE" sz="2400" dirty="0">
              <a:solidFill>
                <a:schemeClr val="bg1"/>
              </a:solidFill>
              <a:latin typeface="Barlow Condensed" panose="00000506000000000000" pitchFamily="2" charset="0"/>
            </a:endParaRPr>
          </a:p>
        </p:txBody>
      </p:sp>
      <p:sp>
        <p:nvSpPr>
          <p:cNvPr id="11" name="Rechthoek 27">
            <a:extLst>
              <a:ext uri="{FF2B5EF4-FFF2-40B4-BE49-F238E27FC236}">
                <a16:creationId xmlns:a16="http://schemas.microsoft.com/office/drawing/2014/main" id="{042B1A4E-A326-87BC-8766-CA0484FDBC05}"/>
              </a:ext>
            </a:extLst>
          </p:cNvPr>
          <p:cNvSpPr/>
          <p:nvPr/>
        </p:nvSpPr>
        <p:spPr>
          <a:xfrm>
            <a:off x="628949" y="4645595"/>
            <a:ext cx="2088232"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err="1">
                <a:solidFill>
                  <a:schemeClr val="accent1"/>
                </a:solidFill>
                <a:latin typeface="Barlow Condensed" panose="00000506000000000000" pitchFamily="2" charset="0"/>
              </a:rPr>
              <a:t>verbindingslaag</a:t>
            </a:r>
            <a:endParaRPr lang="nl-BE" sz="2400" dirty="0">
              <a:solidFill>
                <a:schemeClr val="accent1"/>
              </a:solidFill>
              <a:latin typeface="Barlow Condensed" panose="00000506000000000000" pitchFamily="2" charset="0"/>
            </a:endParaRPr>
          </a:p>
        </p:txBody>
      </p:sp>
      <p:sp>
        <p:nvSpPr>
          <p:cNvPr id="12" name="Rechthoek 29">
            <a:extLst>
              <a:ext uri="{FF2B5EF4-FFF2-40B4-BE49-F238E27FC236}">
                <a16:creationId xmlns:a16="http://schemas.microsoft.com/office/drawing/2014/main" id="{46F89EE1-EDE4-B7E3-C019-C4E4C9A6F7E3}"/>
              </a:ext>
            </a:extLst>
          </p:cNvPr>
          <p:cNvSpPr/>
          <p:nvPr/>
        </p:nvSpPr>
        <p:spPr>
          <a:xfrm>
            <a:off x="628949" y="5364043"/>
            <a:ext cx="2088232"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fysieke laag</a:t>
            </a:r>
          </a:p>
        </p:txBody>
      </p:sp>
      <p:sp>
        <p:nvSpPr>
          <p:cNvPr id="13" name="Rechthoek 37">
            <a:extLst>
              <a:ext uri="{FF2B5EF4-FFF2-40B4-BE49-F238E27FC236}">
                <a16:creationId xmlns:a16="http://schemas.microsoft.com/office/drawing/2014/main" id="{29889E01-A740-01D2-5060-9C005339147A}"/>
              </a:ext>
            </a:extLst>
          </p:cNvPr>
          <p:cNvSpPr/>
          <p:nvPr/>
        </p:nvSpPr>
        <p:spPr>
          <a:xfrm>
            <a:off x="2717181" y="958945"/>
            <a:ext cx="414398" cy="576064"/>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7</a:t>
            </a:r>
          </a:p>
        </p:txBody>
      </p:sp>
      <p:sp>
        <p:nvSpPr>
          <p:cNvPr id="14" name="Rechthoek 38">
            <a:extLst>
              <a:ext uri="{FF2B5EF4-FFF2-40B4-BE49-F238E27FC236}">
                <a16:creationId xmlns:a16="http://schemas.microsoft.com/office/drawing/2014/main" id="{B4D950B5-BCB2-8D45-0899-63D7DACC87DF}"/>
              </a:ext>
            </a:extLst>
          </p:cNvPr>
          <p:cNvSpPr/>
          <p:nvPr/>
        </p:nvSpPr>
        <p:spPr>
          <a:xfrm>
            <a:off x="2717181" y="1694788"/>
            <a:ext cx="414398" cy="57606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6</a:t>
            </a:r>
          </a:p>
        </p:txBody>
      </p:sp>
      <p:sp>
        <p:nvSpPr>
          <p:cNvPr id="15" name="Rechthoek 39">
            <a:extLst>
              <a:ext uri="{FF2B5EF4-FFF2-40B4-BE49-F238E27FC236}">
                <a16:creationId xmlns:a16="http://schemas.microsoft.com/office/drawing/2014/main" id="{634BD3B9-23D2-F457-0F26-ACF6A4EF17F1}"/>
              </a:ext>
            </a:extLst>
          </p:cNvPr>
          <p:cNvSpPr/>
          <p:nvPr/>
        </p:nvSpPr>
        <p:spPr>
          <a:xfrm>
            <a:off x="2717181" y="2444783"/>
            <a:ext cx="414398" cy="57606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5</a:t>
            </a:r>
          </a:p>
        </p:txBody>
      </p:sp>
      <p:sp>
        <p:nvSpPr>
          <p:cNvPr id="16" name="Rechthoek 40">
            <a:extLst>
              <a:ext uri="{FF2B5EF4-FFF2-40B4-BE49-F238E27FC236}">
                <a16:creationId xmlns:a16="http://schemas.microsoft.com/office/drawing/2014/main" id="{EF54659A-2687-8B95-8CDD-6470D032D94F}"/>
              </a:ext>
            </a:extLst>
          </p:cNvPr>
          <p:cNvSpPr/>
          <p:nvPr/>
        </p:nvSpPr>
        <p:spPr>
          <a:xfrm>
            <a:off x="2717181" y="3178179"/>
            <a:ext cx="414398" cy="57606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4</a:t>
            </a:r>
          </a:p>
        </p:txBody>
      </p:sp>
      <p:sp>
        <p:nvSpPr>
          <p:cNvPr id="17" name="Rechthoek 41">
            <a:extLst>
              <a:ext uri="{FF2B5EF4-FFF2-40B4-BE49-F238E27FC236}">
                <a16:creationId xmlns:a16="http://schemas.microsoft.com/office/drawing/2014/main" id="{9468F745-D7EB-E3C0-F850-D6FF921FB923}"/>
              </a:ext>
            </a:extLst>
          </p:cNvPr>
          <p:cNvSpPr/>
          <p:nvPr/>
        </p:nvSpPr>
        <p:spPr>
          <a:xfrm>
            <a:off x="2716677" y="3899986"/>
            <a:ext cx="414398" cy="576064"/>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nl-BE" sz="2400" dirty="0">
                <a:solidFill>
                  <a:schemeClr val="bg1"/>
                </a:solidFill>
                <a:latin typeface="Barlow Condensed" panose="00000506000000000000" pitchFamily="2" charset="0"/>
              </a:rPr>
              <a:t>3</a:t>
            </a:r>
          </a:p>
        </p:txBody>
      </p:sp>
      <p:sp>
        <p:nvSpPr>
          <p:cNvPr id="18" name="Rechthoek 42">
            <a:extLst>
              <a:ext uri="{FF2B5EF4-FFF2-40B4-BE49-F238E27FC236}">
                <a16:creationId xmlns:a16="http://schemas.microsoft.com/office/drawing/2014/main" id="{2AE539CD-32C9-E111-68B3-82498D902474}"/>
              </a:ext>
            </a:extLst>
          </p:cNvPr>
          <p:cNvSpPr/>
          <p:nvPr/>
        </p:nvSpPr>
        <p:spPr>
          <a:xfrm>
            <a:off x="2716677" y="4648809"/>
            <a:ext cx="414398"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2</a:t>
            </a:r>
          </a:p>
        </p:txBody>
      </p:sp>
      <p:sp>
        <p:nvSpPr>
          <p:cNvPr id="19" name="Rechthoek 43">
            <a:extLst>
              <a:ext uri="{FF2B5EF4-FFF2-40B4-BE49-F238E27FC236}">
                <a16:creationId xmlns:a16="http://schemas.microsoft.com/office/drawing/2014/main" id="{01CD45FD-ED31-45E1-D94A-34C099815FDD}"/>
              </a:ext>
            </a:extLst>
          </p:cNvPr>
          <p:cNvSpPr/>
          <p:nvPr/>
        </p:nvSpPr>
        <p:spPr>
          <a:xfrm>
            <a:off x="2720217" y="5364043"/>
            <a:ext cx="414398"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1</a:t>
            </a:r>
          </a:p>
        </p:txBody>
      </p:sp>
      <p:sp>
        <p:nvSpPr>
          <p:cNvPr id="20" name="Gelijkbenige driehoek 44">
            <a:extLst>
              <a:ext uri="{FF2B5EF4-FFF2-40B4-BE49-F238E27FC236}">
                <a16:creationId xmlns:a16="http://schemas.microsoft.com/office/drawing/2014/main" id="{B3DB81DE-4DDD-E573-A2BD-7C88B1BF635E}"/>
              </a:ext>
            </a:extLst>
          </p:cNvPr>
          <p:cNvSpPr/>
          <p:nvPr/>
        </p:nvSpPr>
        <p:spPr>
          <a:xfrm rot="10800000">
            <a:off x="2728144" y="1555418"/>
            <a:ext cx="360040" cy="201628"/>
          </a:xfrm>
          <a:prstGeom prst="triangle">
            <a:avLst>
              <a:gd name="adj" fmla="val 53135"/>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nl-BE" sz="2400">
              <a:latin typeface="Barlow Condensed" panose="00000506000000000000" pitchFamily="2" charset="0"/>
            </a:endParaRPr>
          </a:p>
        </p:txBody>
      </p:sp>
      <p:sp>
        <p:nvSpPr>
          <p:cNvPr id="21" name="Gelijkbenige driehoek 45">
            <a:extLst>
              <a:ext uri="{FF2B5EF4-FFF2-40B4-BE49-F238E27FC236}">
                <a16:creationId xmlns:a16="http://schemas.microsoft.com/office/drawing/2014/main" id="{657420C3-0DBD-DB40-0F2B-178B33B7484E}"/>
              </a:ext>
            </a:extLst>
          </p:cNvPr>
          <p:cNvSpPr/>
          <p:nvPr/>
        </p:nvSpPr>
        <p:spPr>
          <a:xfrm rot="10800000">
            <a:off x="2728144" y="2294388"/>
            <a:ext cx="360040" cy="201628"/>
          </a:xfrm>
          <a:prstGeom prst="triangle">
            <a:avLst>
              <a:gd name="adj" fmla="val 53135"/>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nl-BE" sz="2400">
              <a:latin typeface="Barlow Condensed" panose="00000506000000000000" pitchFamily="2" charset="0"/>
            </a:endParaRPr>
          </a:p>
        </p:txBody>
      </p:sp>
      <p:sp>
        <p:nvSpPr>
          <p:cNvPr id="22" name="Gelijkbenige driehoek 46">
            <a:extLst>
              <a:ext uri="{FF2B5EF4-FFF2-40B4-BE49-F238E27FC236}">
                <a16:creationId xmlns:a16="http://schemas.microsoft.com/office/drawing/2014/main" id="{2EFD2918-2A3B-EABF-9EE0-28EC0E52968D}"/>
              </a:ext>
            </a:extLst>
          </p:cNvPr>
          <p:cNvSpPr/>
          <p:nvPr/>
        </p:nvSpPr>
        <p:spPr>
          <a:xfrm rot="10800000">
            <a:off x="2728143" y="3030497"/>
            <a:ext cx="360040" cy="201628"/>
          </a:xfrm>
          <a:prstGeom prst="triangle">
            <a:avLst>
              <a:gd name="adj" fmla="val 53135"/>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nl-BE" sz="2400">
              <a:latin typeface="Barlow Condensed" panose="00000506000000000000" pitchFamily="2" charset="0"/>
            </a:endParaRPr>
          </a:p>
        </p:txBody>
      </p:sp>
      <p:sp>
        <p:nvSpPr>
          <p:cNvPr id="23" name="Gelijkbenige driehoek 47">
            <a:extLst>
              <a:ext uri="{FF2B5EF4-FFF2-40B4-BE49-F238E27FC236}">
                <a16:creationId xmlns:a16="http://schemas.microsoft.com/office/drawing/2014/main" id="{335BA47D-50FD-0EF1-44E8-267D90E22417}"/>
              </a:ext>
            </a:extLst>
          </p:cNvPr>
          <p:cNvSpPr/>
          <p:nvPr/>
        </p:nvSpPr>
        <p:spPr>
          <a:xfrm rot="10800000">
            <a:off x="2728144" y="3756421"/>
            <a:ext cx="360040" cy="201628"/>
          </a:xfrm>
          <a:prstGeom prst="triangle">
            <a:avLst>
              <a:gd name="adj" fmla="val 53135"/>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nl-BE" sz="2400">
              <a:latin typeface="Barlow Condensed" panose="00000506000000000000" pitchFamily="2" charset="0"/>
            </a:endParaRPr>
          </a:p>
        </p:txBody>
      </p:sp>
      <p:sp>
        <p:nvSpPr>
          <p:cNvPr id="24" name="Gelijkbenige driehoek 48">
            <a:extLst>
              <a:ext uri="{FF2B5EF4-FFF2-40B4-BE49-F238E27FC236}">
                <a16:creationId xmlns:a16="http://schemas.microsoft.com/office/drawing/2014/main" id="{43270EAE-8AC3-BD28-92EC-DB1AE0F05518}"/>
              </a:ext>
            </a:extLst>
          </p:cNvPr>
          <p:cNvSpPr/>
          <p:nvPr/>
        </p:nvSpPr>
        <p:spPr>
          <a:xfrm rot="10800000">
            <a:off x="2728143" y="5231500"/>
            <a:ext cx="360040" cy="201628"/>
          </a:xfrm>
          <a:prstGeom prst="triangle">
            <a:avLst>
              <a:gd name="adj" fmla="val 53135"/>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nl-BE" sz="2400">
              <a:latin typeface="Barlow Condensed" panose="00000506000000000000" pitchFamily="2" charset="0"/>
            </a:endParaRPr>
          </a:p>
        </p:txBody>
      </p:sp>
      <p:sp>
        <p:nvSpPr>
          <p:cNvPr id="25" name="Gelijkbenige driehoek 49">
            <a:extLst>
              <a:ext uri="{FF2B5EF4-FFF2-40B4-BE49-F238E27FC236}">
                <a16:creationId xmlns:a16="http://schemas.microsoft.com/office/drawing/2014/main" id="{7861C69D-DDF1-7118-3614-A052316568E8}"/>
              </a:ext>
            </a:extLst>
          </p:cNvPr>
          <p:cNvSpPr/>
          <p:nvPr/>
        </p:nvSpPr>
        <p:spPr>
          <a:xfrm rot="10800000">
            <a:off x="2728144" y="4495391"/>
            <a:ext cx="360040" cy="201628"/>
          </a:xfrm>
          <a:prstGeom prst="triangle">
            <a:avLst>
              <a:gd name="adj" fmla="val 53135"/>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nl-BE" sz="2400">
              <a:latin typeface="Barlow Condensed" panose="00000506000000000000" pitchFamily="2" charset="0"/>
            </a:endParaRPr>
          </a:p>
        </p:txBody>
      </p:sp>
      <p:sp>
        <p:nvSpPr>
          <p:cNvPr id="26" name="Rechthoek 1">
            <a:extLst>
              <a:ext uri="{FF2B5EF4-FFF2-40B4-BE49-F238E27FC236}">
                <a16:creationId xmlns:a16="http://schemas.microsoft.com/office/drawing/2014/main" id="{A2419596-AF85-43E2-4AC0-AA7CDC7D065A}"/>
              </a:ext>
            </a:extLst>
          </p:cNvPr>
          <p:cNvSpPr/>
          <p:nvPr/>
        </p:nvSpPr>
        <p:spPr>
          <a:xfrm>
            <a:off x="4114116" y="1022776"/>
            <a:ext cx="7040880" cy="672012"/>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marL="457200" indent="-457200">
              <a:buFont typeface="Arial" panose="020B0604020202020204" pitchFamily="34" charset="0"/>
              <a:buChar char="•"/>
            </a:pPr>
            <a:r>
              <a:rPr lang="nl-BE" sz="2800" dirty="0">
                <a:latin typeface="Barlow Condensed" panose="00000506000000000000" pitchFamily="2" charset="0"/>
              </a:rPr>
              <a:t>verpakken en adresseren van pakketjes</a:t>
            </a:r>
          </a:p>
        </p:txBody>
      </p:sp>
      <p:sp>
        <p:nvSpPr>
          <p:cNvPr id="27" name="Rechthoek 63">
            <a:extLst>
              <a:ext uri="{FF2B5EF4-FFF2-40B4-BE49-F238E27FC236}">
                <a16:creationId xmlns:a16="http://schemas.microsoft.com/office/drawing/2014/main" id="{3B678DA5-4B98-303C-E2F1-E3BC84B591AA}"/>
              </a:ext>
            </a:extLst>
          </p:cNvPr>
          <p:cNvSpPr/>
          <p:nvPr/>
        </p:nvSpPr>
        <p:spPr>
          <a:xfrm>
            <a:off x="4114116" y="1834157"/>
            <a:ext cx="7040880" cy="672012"/>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marL="457200" indent="-457200">
              <a:buFont typeface="Arial" panose="020B0604020202020204" pitchFamily="34" charset="0"/>
              <a:buChar char="•"/>
            </a:pPr>
            <a:r>
              <a:rPr lang="nl-BE" sz="2800" dirty="0">
                <a:latin typeface="Barlow Condensed" panose="00000506000000000000" pitchFamily="2" charset="0"/>
              </a:rPr>
              <a:t>routering – </a:t>
            </a:r>
            <a:r>
              <a:rPr lang="nl-BE" sz="2800" dirty="0" err="1">
                <a:latin typeface="Barlow Condensed" panose="00000506000000000000" pitchFamily="2" charset="0"/>
              </a:rPr>
              <a:t>path</a:t>
            </a:r>
            <a:r>
              <a:rPr lang="nl-BE" sz="2800" dirty="0">
                <a:latin typeface="Barlow Condensed" panose="00000506000000000000" pitchFamily="2" charset="0"/>
              </a:rPr>
              <a:t> </a:t>
            </a:r>
            <a:r>
              <a:rPr lang="nl-BE" sz="2800" dirty="0" err="1">
                <a:latin typeface="Barlow Condensed" panose="00000506000000000000" pitchFamily="2" charset="0"/>
              </a:rPr>
              <a:t>determination</a:t>
            </a:r>
            <a:endParaRPr lang="nl-BE" sz="2800" dirty="0">
              <a:latin typeface="Barlow Condensed" panose="00000506000000000000" pitchFamily="2" charset="0"/>
            </a:endParaRPr>
          </a:p>
        </p:txBody>
      </p:sp>
      <p:sp>
        <p:nvSpPr>
          <p:cNvPr id="28" name="Rechthoek 64">
            <a:extLst>
              <a:ext uri="{FF2B5EF4-FFF2-40B4-BE49-F238E27FC236}">
                <a16:creationId xmlns:a16="http://schemas.microsoft.com/office/drawing/2014/main" id="{7E110543-47FB-C668-8B63-65F062397CC8}"/>
              </a:ext>
            </a:extLst>
          </p:cNvPr>
          <p:cNvSpPr/>
          <p:nvPr/>
        </p:nvSpPr>
        <p:spPr>
          <a:xfrm>
            <a:off x="4114116" y="2699483"/>
            <a:ext cx="7040880" cy="672012"/>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marL="457200" indent="-457200">
              <a:buFont typeface="Arial" panose="020B0604020202020204" pitchFamily="34" charset="0"/>
              <a:buChar char="•"/>
            </a:pPr>
            <a:r>
              <a:rPr lang="nl-BE" sz="2800" dirty="0">
                <a:latin typeface="Barlow Condensed" panose="00000506000000000000" pitchFamily="2" charset="0"/>
              </a:rPr>
              <a:t>basis = IP-adres</a:t>
            </a:r>
          </a:p>
        </p:txBody>
      </p:sp>
    </p:spTree>
    <p:extLst>
      <p:ext uri="{BB962C8B-B14F-4D97-AF65-F5344CB8AC3E}">
        <p14:creationId xmlns:p14="http://schemas.microsoft.com/office/powerpoint/2010/main" val="3700606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500"/>
                                        <p:tgtEl>
                                          <p:spTgt spid="26"/>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7"/>
                                        </p:tgtEl>
                                        <p:attrNameLst>
                                          <p:attrName>style.visibility</p:attrName>
                                        </p:attrNameLst>
                                      </p:cBhvr>
                                      <p:to>
                                        <p:strVal val="visible"/>
                                      </p:to>
                                    </p:set>
                                    <p:animEffect transition="in" filter="fade">
                                      <p:cBhvr>
                                        <p:cTn id="11" dur="500"/>
                                        <p:tgtEl>
                                          <p:spTgt spid="27"/>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28"/>
                                        </p:tgtEl>
                                        <p:attrNameLst>
                                          <p:attrName>style.visibility</p:attrName>
                                        </p:attrNameLst>
                                      </p:cBhvr>
                                      <p:to>
                                        <p:strVal val="visible"/>
                                      </p:to>
                                    </p:set>
                                    <p:animEffect transition="in" filter="fade">
                                      <p:cBhvr>
                                        <p:cTn id="15"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1DEE2-93F2-6354-CB46-B52F80B9F156}"/>
            </a:ext>
          </a:extLst>
        </p:cNvPr>
        <p:cNvGrpSpPr/>
        <p:nvPr/>
      </p:nvGrpSpPr>
      <p:grpSpPr>
        <a:xfrm>
          <a:off x="0" y="0"/>
          <a:ext cx="0" cy="0"/>
          <a:chOff x="0" y="0"/>
          <a:chExt cx="0" cy="0"/>
        </a:xfrm>
      </p:grpSpPr>
      <p:sp>
        <p:nvSpPr>
          <p:cNvPr id="4" name="Rechthoek 7">
            <a:extLst>
              <a:ext uri="{FF2B5EF4-FFF2-40B4-BE49-F238E27FC236}">
                <a16:creationId xmlns:a16="http://schemas.microsoft.com/office/drawing/2014/main" id="{36633F75-FCD5-5025-4E3F-E89AA921EEB7}"/>
              </a:ext>
            </a:extLst>
          </p:cNvPr>
          <p:cNvSpPr/>
          <p:nvPr/>
        </p:nvSpPr>
        <p:spPr>
          <a:xfrm>
            <a:off x="526562" y="883406"/>
            <a:ext cx="2689332" cy="5136901"/>
          </a:xfrm>
          <a:prstGeom prst="rect">
            <a:avLst/>
          </a:prstGeom>
        </p:spPr>
        <p:style>
          <a:lnRef idx="1">
            <a:schemeClr val="accent1"/>
          </a:lnRef>
          <a:fillRef idx="3">
            <a:schemeClr val="accent1"/>
          </a:fillRef>
          <a:effectRef idx="2">
            <a:schemeClr val="accent1"/>
          </a:effectRef>
          <a:fontRef idx="minor">
            <a:schemeClr val="lt1"/>
          </a:fontRef>
        </p:style>
        <p:txBody>
          <a:bodyPr rtlCol="0" anchor="t"/>
          <a:lstStyle/>
          <a:p>
            <a:pPr algn="ctr"/>
            <a:endParaRPr lang="nl-BE" sz="3200" dirty="0">
              <a:latin typeface="Barlow Condensed" panose="00000506000000000000" pitchFamily="2" charset="0"/>
            </a:endParaRPr>
          </a:p>
        </p:txBody>
      </p:sp>
      <p:sp>
        <p:nvSpPr>
          <p:cNvPr id="5" name="Rechthoek 10">
            <a:extLst>
              <a:ext uri="{FF2B5EF4-FFF2-40B4-BE49-F238E27FC236}">
                <a16:creationId xmlns:a16="http://schemas.microsoft.com/office/drawing/2014/main" id="{4EF48498-D45B-4399-2049-443FD6FC9414}"/>
              </a:ext>
            </a:extLst>
          </p:cNvPr>
          <p:cNvSpPr/>
          <p:nvPr/>
        </p:nvSpPr>
        <p:spPr>
          <a:xfrm>
            <a:off x="628949" y="958945"/>
            <a:ext cx="2088232" cy="576064"/>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err="1">
                <a:solidFill>
                  <a:schemeClr val="accent1"/>
                </a:solidFill>
                <a:latin typeface="Barlow Condensed" panose="00000506000000000000" pitchFamily="2" charset="0"/>
              </a:rPr>
              <a:t>toepassingslaag</a:t>
            </a:r>
            <a:endParaRPr lang="nl-BE" sz="2400" dirty="0">
              <a:solidFill>
                <a:schemeClr val="accent1"/>
              </a:solidFill>
              <a:latin typeface="Barlow Condensed" panose="00000506000000000000" pitchFamily="2" charset="0"/>
            </a:endParaRPr>
          </a:p>
        </p:txBody>
      </p:sp>
      <p:sp>
        <p:nvSpPr>
          <p:cNvPr id="6" name="Rechthoek 12">
            <a:extLst>
              <a:ext uri="{FF2B5EF4-FFF2-40B4-BE49-F238E27FC236}">
                <a16:creationId xmlns:a16="http://schemas.microsoft.com/office/drawing/2014/main" id="{D57EAEAF-76AA-8E02-938D-3ABF27BAD70D}"/>
              </a:ext>
            </a:extLst>
          </p:cNvPr>
          <p:cNvSpPr/>
          <p:nvPr/>
        </p:nvSpPr>
        <p:spPr>
          <a:xfrm>
            <a:off x="628949" y="1697915"/>
            <a:ext cx="2088232" cy="57606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nl-BE" sz="2400" dirty="0" err="1">
                <a:solidFill>
                  <a:schemeClr val="accent1"/>
                </a:solidFill>
                <a:latin typeface="Barlow Condensed" panose="00000506000000000000" pitchFamily="2" charset="0"/>
              </a:rPr>
              <a:t>presentatielaag</a:t>
            </a:r>
            <a:endParaRPr lang="nl-BE" sz="2400" dirty="0">
              <a:solidFill>
                <a:schemeClr val="accent1"/>
              </a:solidFill>
              <a:latin typeface="Barlow Condensed" panose="00000506000000000000" pitchFamily="2" charset="0"/>
            </a:endParaRPr>
          </a:p>
        </p:txBody>
      </p:sp>
      <p:sp>
        <p:nvSpPr>
          <p:cNvPr id="7" name="Rechthoek 14">
            <a:extLst>
              <a:ext uri="{FF2B5EF4-FFF2-40B4-BE49-F238E27FC236}">
                <a16:creationId xmlns:a16="http://schemas.microsoft.com/office/drawing/2014/main" id="{956897A8-60C8-F497-BFFA-615E1AA0CEAC}"/>
              </a:ext>
            </a:extLst>
          </p:cNvPr>
          <p:cNvSpPr/>
          <p:nvPr/>
        </p:nvSpPr>
        <p:spPr>
          <a:xfrm>
            <a:off x="628949" y="2444592"/>
            <a:ext cx="2088232" cy="57606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nl-BE" sz="2400" dirty="0" err="1">
                <a:solidFill>
                  <a:schemeClr val="accent1"/>
                </a:solidFill>
                <a:latin typeface="Barlow Condensed" panose="00000506000000000000" pitchFamily="2" charset="0"/>
              </a:rPr>
              <a:t>sessielaag</a:t>
            </a:r>
            <a:endParaRPr lang="nl-BE" sz="2400" dirty="0">
              <a:solidFill>
                <a:schemeClr val="accent1"/>
              </a:solidFill>
              <a:latin typeface="Barlow Condensed" panose="00000506000000000000" pitchFamily="2" charset="0"/>
            </a:endParaRPr>
          </a:p>
        </p:txBody>
      </p:sp>
      <p:sp>
        <p:nvSpPr>
          <p:cNvPr id="8" name="Rechthoek 16">
            <a:extLst>
              <a:ext uri="{FF2B5EF4-FFF2-40B4-BE49-F238E27FC236}">
                <a16:creationId xmlns:a16="http://schemas.microsoft.com/office/drawing/2014/main" id="{30C32FCF-1369-AFE5-50E5-7265270EED82}"/>
              </a:ext>
            </a:extLst>
          </p:cNvPr>
          <p:cNvSpPr/>
          <p:nvPr/>
        </p:nvSpPr>
        <p:spPr>
          <a:xfrm>
            <a:off x="628949" y="3178370"/>
            <a:ext cx="2088232" cy="57606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nl-BE" sz="2400" dirty="0" err="1">
                <a:solidFill>
                  <a:schemeClr val="accent1"/>
                </a:solidFill>
                <a:latin typeface="Barlow Condensed" panose="00000506000000000000" pitchFamily="2" charset="0"/>
              </a:rPr>
              <a:t>transportlaag</a:t>
            </a:r>
            <a:endParaRPr lang="nl-BE" sz="2400" dirty="0">
              <a:solidFill>
                <a:schemeClr val="accent1"/>
              </a:solidFill>
              <a:latin typeface="Barlow Condensed" panose="00000506000000000000" pitchFamily="2" charset="0"/>
            </a:endParaRPr>
          </a:p>
        </p:txBody>
      </p:sp>
      <p:cxnSp>
        <p:nvCxnSpPr>
          <p:cNvPr id="9" name="Rechte verbindingslijn 19">
            <a:extLst>
              <a:ext uri="{FF2B5EF4-FFF2-40B4-BE49-F238E27FC236}">
                <a16:creationId xmlns:a16="http://schemas.microsoft.com/office/drawing/2014/main" id="{1C431AFE-8372-702A-D4CB-D68032D2EDB0}"/>
              </a:ext>
            </a:extLst>
          </p:cNvPr>
          <p:cNvCxnSpPr/>
          <p:nvPr/>
        </p:nvCxnSpPr>
        <p:spPr>
          <a:xfrm>
            <a:off x="1666169" y="5423745"/>
            <a:ext cx="0" cy="506979"/>
          </a:xfrm>
          <a:prstGeom prst="line">
            <a:avLst/>
          </a:prstGeom>
          <a:ln>
            <a:solidFill>
              <a:schemeClr val="bg1"/>
            </a:solidFill>
          </a:ln>
        </p:spPr>
        <p:style>
          <a:lnRef idx="3">
            <a:schemeClr val="accent1"/>
          </a:lnRef>
          <a:fillRef idx="0">
            <a:schemeClr val="accent1"/>
          </a:fillRef>
          <a:effectRef idx="2">
            <a:schemeClr val="accent1"/>
          </a:effectRef>
          <a:fontRef idx="minor">
            <a:schemeClr val="tx1"/>
          </a:fontRef>
        </p:style>
      </p:cxnSp>
      <p:sp>
        <p:nvSpPr>
          <p:cNvPr id="10" name="Rechthoek 25">
            <a:extLst>
              <a:ext uri="{FF2B5EF4-FFF2-40B4-BE49-F238E27FC236}">
                <a16:creationId xmlns:a16="http://schemas.microsoft.com/office/drawing/2014/main" id="{97938958-3888-39DC-CE12-22F7142BB04D}"/>
              </a:ext>
            </a:extLst>
          </p:cNvPr>
          <p:cNvSpPr/>
          <p:nvPr/>
        </p:nvSpPr>
        <p:spPr>
          <a:xfrm>
            <a:off x="628949" y="3898918"/>
            <a:ext cx="2088232" cy="576064"/>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nl-BE" sz="2400" dirty="0" err="1">
                <a:solidFill>
                  <a:schemeClr val="bg1"/>
                </a:solidFill>
                <a:latin typeface="Barlow Condensed" panose="00000506000000000000" pitchFamily="2" charset="0"/>
              </a:rPr>
              <a:t>netwerklaag</a:t>
            </a:r>
            <a:endParaRPr lang="nl-BE" sz="2400" dirty="0">
              <a:solidFill>
                <a:schemeClr val="bg1"/>
              </a:solidFill>
              <a:latin typeface="Barlow Condensed" panose="00000506000000000000" pitchFamily="2" charset="0"/>
            </a:endParaRPr>
          </a:p>
        </p:txBody>
      </p:sp>
      <p:sp>
        <p:nvSpPr>
          <p:cNvPr id="11" name="Rechthoek 27">
            <a:extLst>
              <a:ext uri="{FF2B5EF4-FFF2-40B4-BE49-F238E27FC236}">
                <a16:creationId xmlns:a16="http://schemas.microsoft.com/office/drawing/2014/main" id="{2BBC4F26-7901-FF89-BE7E-F51AD92C69AB}"/>
              </a:ext>
            </a:extLst>
          </p:cNvPr>
          <p:cNvSpPr/>
          <p:nvPr/>
        </p:nvSpPr>
        <p:spPr>
          <a:xfrm>
            <a:off x="628949" y="4645595"/>
            <a:ext cx="2088232"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err="1">
                <a:solidFill>
                  <a:schemeClr val="accent1"/>
                </a:solidFill>
                <a:latin typeface="Barlow Condensed" panose="00000506000000000000" pitchFamily="2" charset="0"/>
              </a:rPr>
              <a:t>verbindingslaag</a:t>
            </a:r>
            <a:endParaRPr lang="nl-BE" sz="2400" dirty="0">
              <a:solidFill>
                <a:schemeClr val="accent1"/>
              </a:solidFill>
              <a:latin typeface="Barlow Condensed" panose="00000506000000000000" pitchFamily="2" charset="0"/>
            </a:endParaRPr>
          </a:p>
        </p:txBody>
      </p:sp>
      <p:sp>
        <p:nvSpPr>
          <p:cNvPr id="12" name="Rechthoek 29">
            <a:extLst>
              <a:ext uri="{FF2B5EF4-FFF2-40B4-BE49-F238E27FC236}">
                <a16:creationId xmlns:a16="http://schemas.microsoft.com/office/drawing/2014/main" id="{21F01D82-7B4D-2C9F-283F-B77D7A3A9CA9}"/>
              </a:ext>
            </a:extLst>
          </p:cNvPr>
          <p:cNvSpPr/>
          <p:nvPr/>
        </p:nvSpPr>
        <p:spPr>
          <a:xfrm>
            <a:off x="628949" y="5364043"/>
            <a:ext cx="2088232"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fysieke laag</a:t>
            </a:r>
          </a:p>
        </p:txBody>
      </p:sp>
      <p:sp>
        <p:nvSpPr>
          <p:cNvPr id="13" name="Rechthoek 37">
            <a:extLst>
              <a:ext uri="{FF2B5EF4-FFF2-40B4-BE49-F238E27FC236}">
                <a16:creationId xmlns:a16="http://schemas.microsoft.com/office/drawing/2014/main" id="{2F6F1811-ECB4-A4A9-DE43-220527C218EC}"/>
              </a:ext>
            </a:extLst>
          </p:cNvPr>
          <p:cNvSpPr/>
          <p:nvPr/>
        </p:nvSpPr>
        <p:spPr>
          <a:xfrm>
            <a:off x="2717181" y="958945"/>
            <a:ext cx="414398" cy="576064"/>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7</a:t>
            </a:r>
          </a:p>
        </p:txBody>
      </p:sp>
      <p:sp>
        <p:nvSpPr>
          <p:cNvPr id="14" name="Rechthoek 38">
            <a:extLst>
              <a:ext uri="{FF2B5EF4-FFF2-40B4-BE49-F238E27FC236}">
                <a16:creationId xmlns:a16="http://schemas.microsoft.com/office/drawing/2014/main" id="{04A807A5-89D9-2765-32E3-1E8FD20FA1FB}"/>
              </a:ext>
            </a:extLst>
          </p:cNvPr>
          <p:cNvSpPr/>
          <p:nvPr/>
        </p:nvSpPr>
        <p:spPr>
          <a:xfrm>
            <a:off x="2717181" y="1694788"/>
            <a:ext cx="414398" cy="57606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6</a:t>
            </a:r>
          </a:p>
        </p:txBody>
      </p:sp>
      <p:sp>
        <p:nvSpPr>
          <p:cNvPr id="15" name="Rechthoek 39">
            <a:extLst>
              <a:ext uri="{FF2B5EF4-FFF2-40B4-BE49-F238E27FC236}">
                <a16:creationId xmlns:a16="http://schemas.microsoft.com/office/drawing/2014/main" id="{CE35BCDD-9C76-D202-CEE1-E8B708D14BBE}"/>
              </a:ext>
            </a:extLst>
          </p:cNvPr>
          <p:cNvSpPr/>
          <p:nvPr/>
        </p:nvSpPr>
        <p:spPr>
          <a:xfrm>
            <a:off x="2717181" y="2444783"/>
            <a:ext cx="414398" cy="57606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5</a:t>
            </a:r>
          </a:p>
        </p:txBody>
      </p:sp>
      <p:sp>
        <p:nvSpPr>
          <p:cNvPr id="16" name="Rechthoek 40">
            <a:extLst>
              <a:ext uri="{FF2B5EF4-FFF2-40B4-BE49-F238E27FC236}">
                <a16:creationId xmlns:a16="http://schemas.microsoft.com/office/drawing/2014/main" id="{A552B0E5-CAC4-6CB9-D481-10F3382EA0B7}"/>
              </a:ext>
            </a:extLst>
          </p:cNvPr>
          <p:cNvSpPr/>
          <p:nvPr/>
        </p:nvSpPr>
        <p:spPr>
          <a:xfrm>
            <a:off x="2717181" y="3178179"/>
            <a:ext cx="414398" cy="57606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4</a:t>
            </a:r>
          </a:p>
        </p:txBody>
      </p:sp>
      <p:sp>
        <p:nvSpPr>
          <p:cNvPr id="17" name="Rechthoek 41">
            <a:extLst>
              <a:ext uri="{FF2B5EF4-FFF2-40B4-BE49-F238E27FC236}">
                <a16:creationId xmlns:a16="http://schemas.microsoft.com/office/drawing/2014/main" id="{8B584A17-5EDC-C1CB-21AE-53531EA4C1A3}"/>
              </a:ext>
            </a:extLst>
          </p:cNvPr>
          <p:cNvSpPr/>
          <p:nvPr/>
        </p:nvSpPr>
        <p:spPr>
          <a:xfrm>
            <a:off x="2716677" y="3899986"/>
            <a:ext cx="414398" cy="576064"/>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nl-BE" sz="2400" dirty="0">
                <a:solidFill>
                  <a:schemeClr val="bg1"/>
                </a:solidFill>
                <a:latin typeface="Barlow Condensed" panose="00000506000000000000" pitchFamily="2" charset="0"/>
              </a:rPr>
              <a:t>3</a:t>
            </a:r>
          </a:p>
        </p:txBody>
      </p:sp>
      <p:sp>
        <p:nvSpPr>
          <p:cNvPr id="18" name="Rechthoek 42">
            <a:extLst>
              <a:ext uri="{FF2B5EF4-FFF2-40B4-BE49-F238E27FC236}">
                <a16:creationId xmlns:a16="http://schemas.microsoft.com/office/drawing/2014/main" id="{6A9FA34E-849E-2BA9-F102-7B6A605B34E1}"/>
              </a:ext>
            </a:extLst>
          </p:cNvPr>
          <p:cNvSpPr/>
          <p:nvPr/>
        </p:nvSpPr>
        <p:spPr>
          <a:xfrm>
            <a:off x="2716677" y="4648809"/>
            <a:ext cx="414398"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2</a:t>
            </a:r>
          </a:p>
        </p:txBody>
      </p:sp>
      <p:sp>
        <p:nvSpPr>
          <p:cNvPr id="19" name="Rechthoek 43">
            <a:extLst>
              <a:ext uri="{FF2B5EF4-FFF2-40B4-BE49-F238E27FC236}">
                <a16:creationId xmlns:a16="http://schemas.microsoft.com/office/drawing/2014/main" id="{9F592745-69A5-EE7D-3DB5-2798773A4085}"/>
              </a:ext>
            </a:extLst>
          </p:cNvPr>
          <p:cNvSpPr/>
          <p:nvPr/>
        </p:nvSpPr>
        <p:spPr>
          <a:xfrm>
            <a:off x="2720217" y="5364043"/>
            <a:ext cx="414398"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1</a:t>
            </a:r>
          </a:p>
        </p:txBody>
      </p:sp>
      <p:sp>
        <p:nvSpPr>
          <p:cNvPr id="20" name="Gelijkbenige driehoek 44">
            <a:extLst>
              <a:ext uri="{FF2B5EF4-FFF2-40B4-BE49-F238E27FC236}">
                <a16:creationId xmlns:a16="http://schemas.microsoft.com/office/drawing/2014/main" id="{6286C4C9-56AA-73F0-1B06-F2E96E30701A}"/>
              </a:ext>
            </a:extLst>
          </p:cNvPr>
          <p:cNvSpPr/>
          <p:nvPr/>
        </p:nvSpPr>
        <p:spPr>
          <a:xfrm rot="10800000">
            <a:off x="2728144" y="1555418"/>
            <a:ext cx="360040" cy="201628"/>
          </a:xfrm>
          <a:prstGeom prst="triangle">
            <a:avLst>
              <a:gd name="adj" fmla="val 53135"/>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nl-BE" sz="2400">
              <a:latin typeface="Barlow Condensed" panose="00000506000000000000" pitchFamily="2" charset="0"/>
            </a:endParaRPr>
          </a:p>
        </p:txBody>
      </p:sp>
      <p:sp>
        <p:nvSpPr>
          <p:cNvPr id="21" name="Gelijkbenige driehoek 45">
            <a:extLst>
              <a:ext uri="{FF2B5EF4-FFF2-40B4-BE49-F238E27FC236}">
                <a16:creationId xmlns:a16="http://schemas.microsoft.com/office/drawing/2014/main" id="{84FAB555-5BC7-6FF9-2B8F-82E8D20B5ACF}"/>
              </a:ext>
            </a:extLst>
          </p:cNvPr>
          <p:cNvSpPr/>
          <p:nvPr/>
        </p:nvSpPr>
        <p:spPr>
          <a:xfrm rot="10800000">
            <a:off x="2728144" y="2294388"/>
            <a:ext cx="360040" cy="201628"/>
          </a:xfrm>
          <a:prstGeom prst="triangle">
            <a:avLst>
              <a:gd name="adj" fmla="val 53135"/>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nl-BE" sz="2400">
              <a:latin typeface="Barlow Condensed" panose="00000506000000000000" pitchFamily="2" charset="0"/>
            </a:endParaRPr>
          </a:p>
        </p:txBody>
      </p:sp>
      <p:sp>
        <p:nvSpPr>
          <p:cNvPr id="22" name="Gelijkbenige driehoek 46">
            <a:extLst>
              <a:ext uri="{FF2B5EF4-FFF2-40B4-BE49-F238E27FC236}">
                <a16:creationId xmlns:a16="http://schemas.microsoft.com/office/drawing/2014/main" id="{D807518A-7CF8-8622-2B9E-CA435C0FC6E5}"/>
              </a:ext>
            </a:extLst>
          </p:cNvPr>
          <p:cNvSpPr/>
          <p:nvPr/>
        </p:nvSpPr>
        <p:spPr>
          <a:xfrm rot="10800000">
            <a:off x="2728143" y="3030497"/>
            <a:ext cx="360040" cy="201628"/>
          </a:xfrm>
          <a:prstGeom prst="triangle">
            <a:avLst>
              <a:gd name="adj" fmla="val 53135"/>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nl-BE" sz="2400">
              <a:latin typeface="Barlow Condensed" panose="00000506000000000000" pitchFamily="2" charset="0"/>
            </a:endParaRPr>
          </a:p>
        </p:txBody>
      </p:sp>
      <p:sp>
        <p:nvSpPr>
          <p:cNvPr id="23" name="Gelijkbenige driehoek 47">
            <a:extLst>
              <a:ext uri="{FF2B5EF4-FFF2-40B4-BE49-F238E27FC236}">
                <a16:creationId xmlns:a16="http://schemas.microsoft.com/office/drawing/2014/main" id="{76F6DFF2-4362-7153-F386-EA6D5747C3B5}"/>
              </a:ext>
            </a:extLst>
          </p:cNvPr>
          <p:cNvSpPr/>
          <p:nvPr/>
        </p:nvSpPr>
        <p:spPr>
          <a:xfrm rot="10800000">
            <a:off x="2728144" y="3756421"/>
            <a:ext cx="360040" cy="201628"/>
          </a:xfrm>
          <a:prstGeom prst="triangle">
            <a:avLst>
              <a:gd name="adj" fmla="val 53135"/>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nl-BE" sz="2400">
              <a:latin typeface="Barlow Condensed" panose="00000506000000000000" pitchFamily="2" charset="0"/>
            </a:endParaRPr>
          </a:p>
        </p:txBody>
      </p:sp>
      <p:sp>
        <p:nvSpPr>
          <p:cNvPr id="24" name="Gelijkbenige driehoek 48">
            <a:extLst>
              <a:ext uri="{FF2B5EF4-FFF2-40B4-BE49-F238E27FC236}">
                <a16:creationId xmlns:a16="http://schemas.microsoft.com/office/drawing/2014/main" id="{53E1C357-7961-2A57-8C50-27B5DBD3A161}"/>
              </a:ext>
            </a:extLst>
          </p:cNvPr>
          <p:cNvSpPr/>
          <p:nvPr/>
        </p:nvSpPr>
        <p:spPr>
          <a:xfrm rot="10800000">
            <a:off x="2728143" y="5231500"/>
            <a:ext cx="360040" cy="201628"/>
          </a:xfrm>
          <a:prstGeom prst="triangle">
            <a:avLst>
              <a:gd name="adj" fmla="val 53135"/>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nl-BE" sz="2400">
              <a:latin typeface="Barlow Condensed" panose="00000506000000000000" pitchFamily="2" charset="0"/>
            </a:endParaRPr>
          </a:p>
        </p:txBody>
      </p:sp>
      <p:sp>
        <p:nvSpPr>
          <p:cNvPr id="25" name="Gelijkbenige driehoek 49">
            <a:extLst>
              <a:ext uri="{FF2B5EF4-FFF2-40B4-BE49-F238E27FC236}">
                <a16:creationId xmlns:a16="http://schemas.microsoft.com/office/drawing/2014/main" id="{73FF1945-792D-B141-EEA7-CB5F898C6D44}"/>
              </a:ext>
            </a:extLst>
          </p:cNvPr>
          <p:cNvSpPr/>
          <p:nvPr/>
        </p:nvSpPr>
        <p:spPr>
          <a:xfrm rot="10800000">
            <a:off x="2728144" y="4495391"/>
            <a:ext cx="360040" cy="201628"/>
          </a:xfrm>
          <a:prstGeom prst="triangle">
            <a:avLst>
              <a:gd name="adj" fmla="val 53135"/>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nl-BE" sz="2400">
              <a:latin typeface="Barlow Condensed" panose="00000506000000000000" pitchFamily="2" charset="0"/>
            </a:endParaRPr>
          </a:p>
        </p:txBody>
      </p:sp>
      <p:sp>
        <p:nvSpPr>
          <p:cNvPr id="26" name="Rechthoek 1">
            <a:extLst>
              <a:ext uri="{FF2B5EF4-FFF2-40B4-BE49-F238E27FC236}">
                <a16:creationId xmlns:a16="http://schemas.microsoft.com/office/drawing/2014/main" id="{960D2723-B412-CC13-4C67-9A22F04D80FE}"/>
              </a:ext>
            </a:extLst>
          </p:cNvPr>
          <p:cNvSpPr/>
          <p:nvPr/>
        </p:nvSpPr>
        <p:spPr>
          <a:xfrm>
            <a:off x="4114116" y="1022776"/>
            <a:ext cx="7040880" cy="672012"/>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marL="457200" indent="-457200">
              <a:buFont typeface="Arial" panose="020B0604020202020204" pitchFamily="34" charset="0"/>
              <a:buChar char="•"/>
            </a:pPr>
            <a:r>
              <a:rPr lang="nl-BE" sz="2800" dirty="0">
                <a:latin typeface="Barlow Condensed" panose="00000506000000000000" pitchFamily="2" charset="0"/>
              </a:rPr>
              <a:t>verpakken en adresseren van pakketjes</a:t>
            </a:r>
          </a:p>
        </p:txBody>
      </p:sp>
      <p:sp>
        <p:nvSpPr>
          <p:cNvPr id="27" name="Rechthoek 63">
            <a:extLst>
              <a:ext uri="{FF2B5EF4-FFF2-40B4-BE49-F238E27FC236}">
                <a16:creationId xmlns:a16="http://schemas.microsoft.com/office/drawing/2014/main" id="{63BD50F6-0312-6703-5D98-69053BABF931}"/>
              </a:ext>
            </a:extLst>
          </p:cNvPr>
          <p:cNvSpPr/>
          <p:nvPr/>
        </p:nvSpPr>
        <p:spPr>
          <a:xfrm>
            <a:off x="4114116" y="1834157"/>
            <a:ext cx="7040880" cy="672012"/>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marL="457200" indent="-457200">
              <a:buFont typeface="Arial" panose="020B0604020202020204" pitchFamily="34" charset="0"/>
              <a:buChar char="•"/>
            </a:pPr>
            <a:r>
              <a:rPr lang="nl-BE" sz="2800" dirty="0">
                <a:latin typeface="Barlow Condensed" panose="00000506000000000000" pitchFamily="2" charset="0"/>
              </a:rPr>
              <a:t>routering – </a:t>
            </a:r>
            <a:r>
              <a:rPr lang="nl-BE" sz="2800" dirty="0" err="1">
                <a:latin typeface="Barlow Condensed" panose="00000506000000000000" pitchFamily="2" charset="0"/>
              </a:rPr>
              <a:t>path</a:t>
            </a:r>
            <a:r>
              <a:rPr lang="nl-BE" sz="2800" dirty="0">
                <a:latin typeface="Barlow Condensed" panose="00000506000000000000" pitchFamily="2" charset="0"/>
              </a:rPr>
              <a:t> </a:t>
            </a:r>
            <a:r>
              <a:rPr lang="nl-BE" sz="2800" dirty="0" err="1">
                <a:latin typeface="Barlow Condensed" panose="00000506000000000000" pitchFamily="2" charset="0"/>
              </a:rPr>
              <a:t>determination</a:t>
            </a:r>
            <a:endParaRPr lang="nl-BE" sz="2800" dirty="0">
              <a:latin typeface="Barlow Condensed" panose="00000506000000000000" pitchFamily="2" charset="0"/>
            </a:endParaRPr>
          </a:p>
        </p:txBody>
      </p:sp>
      <p:sp>
        <p:nvSpPr>
          <p:cNvPr id="28" name="Rechthoek 64">
            <a:extLst>
              <a:ext uri="{FF2B5EF4-FFF2-40B4-BE49-F238E27FC236}">
                <a16:creationId xmlns:a16="http://schemas.microsoft.com/office/drawing/2014/main" id="{5E4E4D5A-708E-B8F9-92A7-C1023DF800D9}"/>
              </a:ext>
            </a:extLst>
          </p:cNvPr>
          <p:cNvSpPr/>
          <p:nvPr/>
        </p:nvSpPr>
        <p:spPr>
          <a:xfrm>
            <a:off x="4114116" y="2699483"/>
            <a:ext cx="7040880" cy="672012"/>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marL="457200" indent="-457200">
              <a:buFont typeface="Arial" panose="020B0604020202020204" pitchFamily="34" charset="0"/>
              <a:buChar char="•"/>
            </a:pPr>
            <a:r>
              <a:rPr lang="nl-BE" sz="2800" dirty="0">
                <a:latin typeface="Barlow Condensed" panose="00000506000000000000" pitchFamily="2" charset="0"/>
              </a:rPr>
              <a:t>basis = IP-adres</a:t>
            </a:r>
          </a:p>
        </p:txBody>
      </p:sp>
    </p:spTree>
    <p:extLst>
      <p:ext uri="{BB962C8B-B14F-4D97-AF65-F5344CB8AC3E}">
        <p14:creationId xmlns:p14="http://schemas.microsoft.com/office/powerpoint/2010/main" val="1448570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500"/>
                                        <p:tgtEl>
                                          <p:spTgt spid="26"/>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7"/>
                                        </p:tgtEl>
                                        <p:attrNameLst>
                                          <p:attrName>style.visibility</p:attrName>
                                        </p:attrNameLst>
                                      </p:cBhvr>
                                      <p:to>
                                        <p:strVal val="visible"/>
                                      </p:to>
                                    </p:set>
                                    <p:animEffect transition="in" filter="fade">
                                      <p:cBhvr>
                                        <p:cTn id="11" dur="500"/>
                                        <p:tgtEl>
                                          <p:spTgt spid="27"/>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28"/>
                                        </p:tgtEl>
                                        <p:attrNameLst>
                                          <p:attrName>style.visibility</p:attrName>
                                        </p:attrNameLst>
                                      </p:cBhvr>
                                      <p:to>
                                        <p:strVal val="visible"/>
                                      </p:to>
                                    </p:set>
                                    <p:animEffect transition="in" filter="fade">
                                      <p:cBhvr>
                                        <p:cTn id="15"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011C7F-A560-6959-96EE-1B428D689008}"/>
            </a:ext>
          </a:extLst>
        </p:cNvPr>
        <p:cNvGrpSpPr/>
        <p:nvPr/>
      </p:nvGrpSpPr>
      <p:grpSpPr>
        <a:xfrm>
          <a:off x="0" y="0"/>
          <a:ext cx="0" cy="0"/>
          <a:chOff x="0" y="0"/>
          <a:chExt cx="0" cy="0"/>
        </a:xfrm>
      </p:grpSpPr>
      <p:sp>
        <p:nvSpPr>
          <p:cNvPr id="4" name="Rechthoek 7">
            <a:extLst>
              <a:ext uri="{FF2B5EF4-FFF2-40B4-BE49-F238E27FC236}">
                <a16:creationId xmlns:a16="http://schemas.microsoft.com/office/drawing/2014/main" id="{03F1906E-3E95-E09B-416E-30700BAD8D9F}"/>
              </a:ext>
            </a:extLst>
          </p:cNvPr>
          <p:cNvSpPr/>
          <p:nvPr/>
        </p:nvSpPr>
        <p:spPr>
          <a:xfrm>
            <a:off x="526562" y="883406"/>
            <a:ext cx="2689332" cy="5136901"/>
          </a:xfrm>
          <a:prstGeom prst="rect">
            <a:avLst/>
          </a:prstGeom>
        </p:spPr>
        <p:style>
          <a:lnRef idx="1">
            <a:schemeClr val="accent1"/>
          </a:lnRef>
          <a:fillRef idx="3">
            <a:schemeClr val="accent1"/>
          </a:fillRef>
          <a:effectRef idx="2">
            <a:schemeClr val="accent1"/>
          </a:effectRef>
          <a:fontRef idx="minor">
            <a:schemeClr val="lt1"/>
          </a:fontRef>
        </p:style>
        <p:txBody>
          <a:bodyPr rtlCol="0" anchor="t"/>
          <a:lstStyle/>
          <a:p>
            <a:pPr algn="ctr"/>
            <a:endParaRPr lang="nl-BE" sz="3200" dirty="0">
              <a:latin typeface="Barlow Condensed" panose="00000506000000000000" pitchFamily="2" charset="0"/>
            </a:endParaRPr>
          </a:p>
        </p:txBody>
      </p:sp>
      <p:sp>
        <p:nvSpPr>
          <p:cNvPr id="5" name="Rechthoek 10">
            <a:extLst>
              <a:ext uri="{FF2B5EF4-FFF2-40B4-BE49-F238E27FC236}">
                <a16:creationId xmlns:a16="http://schemas.microsoft.com/office/drawing/2014/main" id="{1A80B071-475C-6DD9-A5C9-D4B0BD2D891B}"/>
              </a:ext>
            </a:extLst>
          </p:cNvPr>
          <p:cNvSpPr/>
          <p:nvPr/>
        </p:nvSpPr>
        <p:spPr>
          <a:xfrm>
            <a:off x="628949" y="958945"/>
            <a:ext cx="2088232" cy="576064"/>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err="1">
                <a:solidFill>
                  <a:schemeClr val="accent1"/>
                </a:solidFill>
                <a:latin typeface="Barlow Condensed" panose="00000506000000000000" pitchFamily="2" charset="0"/>
              </a:rPr>
              <a:t>toepassingslaag</a:t>
            </a:r>
            <a:endParaRPr lang="nl-BE" sz="2400" dirty="0">
              <a:solidFill>
                <a:schemeClr val="accent1"/>
              </a:solidFill>
              <a:latin typeface="Barlow Condensed" panose="00000506000000000000" pitchFamily="2" charset="0"/>
            </a:endParaRPr>
          </a:p>
        </p:txBody>
      </p:sp>
      <p:sp>
        <p:nvSpPr>
          <p:cNvPr id="6" name="Rechthoek 12">
            <a:extLst>
              <a:ext uri="{FF2B5EF4-FFF2-40B4-BE49-F238E27FC236}">
                <a16:creationId xmlns:a16="http://schemas.microsoft.com/office/drawing/2014/main" id="{B87A9D56-3611-BF14-1603-D6AFDCFEFC6F}"/>
              </a:ext>
            </a:extLst>
          </p:cNvPr>
          <p:cNvSpPr/>
          <p:nvPr/>
        </p:nvSpPr>
        <p:spPr>
          <a:xfrm>
            <a:off x="628949" y="1697915"/>
            <a:ext cx="2088232" cy="57606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nl-BE" sz="2400" dirty="0" err="1">
                <a:solidFill>
                  <a:schemeClr val="accent1"/>
                </a:solidFill>
                <a:latin typeface="Barlow Condensed" panose="00000506000000000000" pitchFamily="2" charset="0"/>
              </a:rPr>
              <a:t>presentatielaag</a:t>
            </a:r>
            <a:endParaRPr lang="nl-BE" sz="2400" dirty="0">
              <a:solidFill>
                <a:schemeClr val="accent1"/>
              </a:solidFill>
              <a:latin typeface="Barlow Condensed" panose="00000506000000000000" pitchFamily="2" charset="0"/>
            </a:endParaRPr>
          </a:p>
        </p:txBody>
      </p:sp>
      <p:sp>
        <p:nvSpPr>
          <p:cNvPr id="7" name="Rechthoek 14">
            <a:extLst>
              <a:ext uri="{FF2B5EF4-FFF2-40B4-BE49-F238E27FC236}">
                <a16:creationId xmlns:a16="http://schemas.microsoft.com/office/drawing/2014/main" id="{73B60DBD-A518-7283-33C8-CDA99266950C}"/>
              </a:ext>
            </a:extLst>
          </p:cNvPr>
          <p:cNvSpPr/>
          <p:nvPr/>
        </p:nvSpPr>
        <p:spPr>
          <a:xfrm>
            <a:off x="628949" y="2444592"/>
            <a:ext cx="2088232" cy="57606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nl-BE" sz="2400" dirty="0" err="1">
                <a:solidFill>
                  <a:schemeClr val="accent1"/>
                </a:solidFill>
                <a:latin typeface="Barlow Condensed" panose="00000506000000000000" pitchFamily="2" charset="0"/>
              </a:rPr>
              <a:t>sessielaag</a:t>
            </a:r>
            <a:endParaRPr lang="nl-BE" sz="2400" dirty="0">
              <a:solidFill>
                <a:schemeClr val="accent1"/>
              </a:solidFill>
              <a:latin typeface="Barlow Condensed" panose="00000506000000000000" pitchFamily="2" charset="0"/>
            </a:endParaRPr>
          </a:p>
        </p:txBody>
      </p:sp>
      <p:sp>
        <p:nvSpPr>
          <p:cNvPr id="8" name="Rechthoek 16">
            <a:extLst>
              <a:ext uri="{FF2B5EF4-FFF2-40B4-BE49-F238E27FC236}">
                <a16:creationId xmlns:a16="http://schemas.microsoft.com/office/drawing/2014/main" id="{20FAEC24-DF2F-804B-D0FF-A81FAE1A8D86}"/>
              </a:ext>
            </a:extLst>
          </p:cNvPr>
          <p:cNvSpPr/>
          <p:nvPr/>
        </p:nvSpPr>
        <p:spPr>
          <a:xfrm>
            <a:off x="628949" y="3178370"/>
            <a:ext cx="2088232" cy="57606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nl-BE" sz="2400" dirty="0" err="1">
                <a:solidFill>
                  <a:schemeClr val="accent1"/>
                </a:solidFill>
                <a:latin typeface="Barlow Condensed" panose="00000506000000000000" pitchFamily="2" charset="0"/>
              </a:rPr>
              <a:t>transportlaag</a:t>
            </a:r>
            <a:endParaRPr lang="nl-BE" sz="2400" dirty="0">
              <a:solidFill>
                <a:schemeClr val="accent1"/>
              </a:solidFill>
              <a:latin typeface="Barlow Condensed" panose="00000506000000000000" pitchFamily="2" charset="0"/>
            </a:endParaRPr>
          </a:p>
        </p:txBody>
      </p:sp>
      <p:cxnSp>
        <p:nvCxnSpPr>
          <p:cNvPr id="9" name="Rechte verbindingslijn 19">
            <a:extLst>
              <a:ext uri="{FF2B5EF4-FFF2-40B4-BE49-F238E27FC236}">
                <a16:creationId xmlns:a16="http://schemas.microsoft.com/office/drawing/2014/main" id="{14051617-8875-44EA-76DF-BBDA76ABDDA9}"/>
              </a:ext>
            </a:extLst>
          </p:cNvPr>
          <p:cNvCxnSpPr/>
          <p:nvPr/>
        </p:nvCxnSpPr>
        <p:spPr>
          <a:xfrm>
            <a:off x="1666169" y="5423745"/>
            <a:ext cx="0" cy="506979"/>
          </a:xfrm>
          <a:prstGeom prst="line">
            <a:avLst/>
          </a:prstGeom>
          <a:ln>
            <a:solidFill>
              <a:schemeClr val="bg1"/>
            </a:solidFill>
          </a:ln>
        </p:spPr>
        <p:style>
          <a:lnRef idx="3">
            <a:schemeClr val="accent1"/>
          </a:lnRef>
          <a:fillRef idx="0">
            <a:schemeClr val="accent1"/>
          </a:fillRef>
          <a:effectRef idx="2">
            <a:schemeClr val="accent1"/>
          </a:effectRef>
          <a:fontRef idx="minor">
            <a:schemeClr val="tx1"/>
          </a:fontRef>
        </p:style>
      </p:cxnSp>
      <p:sp>
        <p:nvSpPr>
          <p:cNvPr id="10" name="Rechthoek 25">
            <a:extLst>
              <a:ext uri="{FF2B5EF4-FFF2-40B4-BE49-F238E27FC236}">
                <a16:creationId xmlns:a16="http://schemas.microsoft.com/office/drawing/2014/main" id="{1534CEC0-7D5B-0A41-FF80-4E3679DA4883}"/>
              </a:ext>
            </a:extLst>
          </p:cNvPr>
          <p:cNvSpPr/>
          <p:nvPr/>
        </p:nvSpPr>
        <p:spPr>
          <a:xfrm>
            <a:off x="628949" y="3898918"/>
            <a:ext cx="2088232" cy="57606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nl-BE" sz="2400" dirty="0" err="1">
                <a:solidFill>
                  <a:schemeClr val="accent1"/>
                </a:solidFill>
                <a:latin typeface="Barlow Condensed" panose="00000506000000000000" pitchFamily="2" charset="0"/>
              </a:rPr>
              <a:t>netwerklaag</a:t>
            </a:r>
            <a:endParaRPr lang="nl-BE" sz="2400" dirty="0">
              <a:solidFill>
                <a:schemeClr val="accent1"/>
              </a:solidFill>
              <a:latin typeface="Barlow Condensed" panose="00000506000000000000" pitchFamily="2" charset="0"/>
            </a:endParaRPr>
          </a:p>
        </p:txBody>
      </p:sp>
      <p:sp>
        <p:nvSpPr>
          <p:cNvPr id="11" name="Rechthoek 27">
            <a:extLst>
              <a:ext uri="{FF2B5EF4-FFF2-40B4-BE49-F238E27FC236}">
                <a16:creationId xmlns:a16="http://schemas.microsoft.com/office/drawing/2014/main" id="{7BDA3432-85F4-5D78-2101-EDD7ECB83059}"/>
              </a:ext>
            </a:extLst>
          </p:cNvPr>
          <p:cNvSpPr/>
          <p:nvPr/>
        </p:nvSpPr>
        <p:spPr>
          <a:xfrm>
            <a:off x="628949" y="4645595"/>
            <a:ext cx="2088232" cy="576064"/>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nl-BE" sz="2400" dirty="0" err="1">
                <a:solidFill>
                  <a:schemeClr val="bg1"/>
                </a:solidFill>
                <a:latin typeface="Barlow Condensed" panose="00000506000000000000" pitchFamily="2" charset="0"/>
              </a:rPr>
              <a:t>verbindingslaag</a:t>
            </a:r>
            <a:endParaRPr lang="nl-BE" sz="2400" dirty="0">
              <a:solidFill>
                <a:schemeClr val="bg1"/>
              </a:solidFill>
              <a:latin typeface="Barlow Condensed" panose="00000506000000000000" pitchFamily="2" charset="0"/>
            </a:endParaRPr>
          </a:p>
        </p:txBody>
      </p:sp>
      <p:sp>
        <p:nvSpPr>
          <p:cNvPr id="12" name="Rechthoek 29">
            <a:extLst>
              <a:ext uri="{FF2B5EF4-FFF2-40B4-BE49-F238E27FC236}">
                <a16:creationId xmlns:a16="http://schemas.microsoft.com/office/drawing/2014/main" id="{8966FB2E-4EA8-11ED-0E5C-CCB0F53132CA}"/>
              </a:ext>
            </a:extLst>
          </p:cNvPr>
          <p:cNvSpPr/>
          <p:nvPr/>
        </p:nvSpPr>
        <p:spPr>
          <a:xfrm>
            <a:off x="628949" y="5364043"/>
            <a:ext cx="2088232"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fysieke laag</a:t>
            </a:r>
          </a:p>
        </p:txBody>
      </p:sp>
      <p:sp>
        <p:nvSpPr>
          <p:cNvPr id="13" name="Rechthoek 37">
            <a:extLst>
              <a:ext uri="{FF2B5EF4-FFF2-40B4-BE49-F238E27FC236}">
                <a16:creationId xmlns:a16="http://schemas.microsoft.com/office/drawing/2014/main" id="{89C1D8B8-F1B5-11E8-41CF-3B25A4EDD4C4}"/>
              </a:ext>
            </a:extLst>
          </p:cNvPr>
          <p:cNvSpPr/>
          <p:nvPr/>
        </p:nvSpPr>
        <p:spPr>
          <a:xfrm>
            <a:off x="2717181" y="958945"/>
            <a:ext cx="414398" cy="576064"/>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7</a:t>
            </a:r>
          </a:p>
        </p:txBody>
      </p:sp>
      <p:sp>
        <p:nvSpPr>
          <p:cNvPr id="14" name="Rechthoek 38">
            <a:extLst>
              <a:ext uri="{FF2B5EF4-FFF2-40B4-BE49-F238E27FC236}">
                <a16:creationId xmlns:a16="http://schemas.microsoft.com/office/drawing/2014/main" id="{2D983F8D-588F-55D2-2A38-401AB695D536}"/>
              </a:ext>
            </a:extLst>
          </p:cNvPr>
          <p:cNvSpPr/>
          <p:nvPr/>
        </p:nvSpPr>
        <p:spPr>
          <a:xfrm>
            <a:off x="2717181" y="1694788"/>
            <a:ext cx="414398" cy="57606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6</a:t>
            </a:r>
          </a:p>
        </p:txBody>
      </p:sp>
      <p:sp>
        <p:nvSpPr>
          <p:cNvPr id="15" name="Rechthoek 39">
            <a:extLst>
              <a:ext uri="{FF2B5EF4-FFF2-40B4-BE49-F238E27FC236}">
                <a16:creationId xmlns:a16="http://schemas.microsoft.com/office/drawing/2014/main" id="{09B87147-82BC-F287-5308-8C6821CC4828}"/>
              </a:ext>
            </a:extLst>
          </p:cNvPr>
          <p:cNvSpPr/>
          <p:nvPr/>
        </p:nvSpPr>
        <p:spPr>
          <a:xfrm>
            <a:off x="2717181" y="2444783"/>
            <a:ext cx="414398" cy="57606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5</a:t>
            </a:r>
          </a:p>
        </p:txBody>
      </p:sp>
      <p:sp>
        <p:nvSpPr>
          <p:cNvPr id="16" name="Rechthoek 40">
            <a:extLst>
              <a:ext uri="{FF2B5EF4-FFF2-40B4-BE49-F238E27FC236}">
                <a16:creationId xmlns:a16="http://schemas.microsoft.com/office/drawing/2014/main" id="{01A9BEB1-6605-91BB-B60D-33BE0B5FFB17}"/>
              </a:ext>
            </a:extLst>
          </p:cNvPr>
          <p:cNvSpPr/>
          <p:nvPr/>
        </p:nvSpPr>
        <p:spPr>
          <a:xfrm>
            <a:off x="2717181" y="3178179"/>
            <a:ext cx="414398" cy="57606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4</a:t>
            </a:r>
          </a:p>
        </p:txBody>
      </p:sp>
      <p:sp>
        <p:nvSpPr>
          <p:cNvPr id="17" name="Rechthoek 41">
            <a:extLst>
              <a:ext uri="{FF2B5EF4-FFF2-40B4-BE49-F238E27FC236}">
                <a16:creationId xmlns:a16="http://schemas.microsoft.com/office/drawing/2014/main" id="{837DEEA0-7D56-D6B7-9583-50CD4E58D8BB}"/>
              </a:ext>
            </a:extLst>
          </p:cNvPr>
          <p:cNvSpPr/>
          <p:nvPr/>
        </p:nvSpPr>
        <p:spPr>
          <a:xfrm>
            <a:off x="2716677" y="3899986"/>
            <a:ext cx="414398" cy="57606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3</a:t>
            </a:r>
          </a:p>
        </p:txBody>
      </p:sp>
      <p:sp>
        <p:nvSpPr>
          <p:cNvPr id="18" name="Rechthoek 42">
            <a:extLst>
              <a:ext uri="{FF2B5EF4-FFF2-40B4-BE49-F238E27FC236}">
                <a16:creationId xmlns:a16="http://schemas.microsoft.com/office/drawing/2014/main" id="{7B36DC9A-7551-E6CE-6D57-904AD1641A1B}"/>
              </a:ext>
            </a:extLst>
          </p:cNvPr>
          <p:cNvSpPr/>
          <p:nvPr/>
        </p:nvSpPr>
        <p:spPr>
          <a:xfrm>
            <a:off x="2716677" y="4648809"/>
            <a:ext cx="414398" cy="576064"/>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nl-BE" sz="2400" dirty="0">
                <a:solidFill>
                  <a:schemeClr val="bg1"/>
                </a:solidFill>
                <a:latin typeface="Barlow Condensed" panose="00000506000000000000" pitchFamily="2" charset="0"/>
              </a:rPr>
              <a:t>2</a:t>
            </a:r>
          </a:p>
        </p:txBody>
      </p:sp>
      <p:sp>
        <p:nvSpPr>
          <p:cNvPr id="19" name="Rechthoek 43">
            <a:extLst>
              <a:ext uri="{FF2B5EF4-FFF2-40B4-BE49-F238E27FC236}">
                <a16:creationId xmlns:a16="http://schemas.microsoft.com/office/drawing/2014/main" id="{5B2AA7DF-14F8-490D-B406-B6DE978C8A58}"/>
              </a:ext>
            </a:extLst>
          </p:cNvPr>
          <p:cNvSpPr/>
          <p:nvPr/>
        </p:nvSpPr>
        <p:spPr>
          <a:xfrm>
            <a:off x="2720217" y="5364043"/>
            <a:ext cx="414398"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1</a:t>
            </a:r>
          </a:p>
        </p:txBody>
      </p:sp>
      <p:sp>
        <p:nvSpPr>
          <p:cNvPr id="20" name="Gelijkbenige driehoek 44">
            <a:extLst>
              <a:ext uri="{FF2B5EF4-FFF2-40B4-BE49-F238E27FC236}">
                <a16:creationId xmlns:a16="http://schemas.microsoft.com/office/drawing/2014/main" id="{B14BEA26-D40A-FEF8-5D95-9F85CE0E398C}"/>
              </a:ext>
            </a:extLst>
          </p:cNvPr>
          <p:cNvSpPr/>
          <p:nvPr/>
        </p:nvSpPr>
        <p:spPr>
          <a:xfrm rot="10800000">
            <a:off x="2728144" y="1555418"/>
            <a:ext cx="360040" cy="201628"/>
          </a:xfrm>
          <a:prstGeom prst="triangle">
            <a:avLst>
              <a:gd name="adj" fmla="val 53135"/>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nl-BE" sz="2400">
              <a:latin typeface="Barlow Condensed" panose="00000506000000000000" pitchFamily="2" charset="0"/>
            </a:endParaRPr>
          </a:p>
        </p:txBody>
      </p:sp>
      <p:sp>
        <p:nvSpPr>
          <p:cNvPr id="21" name="Gelijkbenige driehoek 45">
            <a:extLst>
              <a:ext uri="{FF2B5EF4-FFF2-40B4-BE49-F238E27FC236}">
                <a16:creationId xmlns:a16="http://schemas.microsoft.com/office/drawing/2014/main" id="{55D34941-2979-38D6-F863-8BB6DA550E51}"/>
              </a:ext>
            </a:extLst>
          </p:cNvPr>
          <p:cNvSpPr/>
          <p:nvPr/>
        </p:nvSpPr>
        <p:spPr>
          <a:xfrm rot="10800000">
            <a:off x="2728144" y="2294388"/>
            <a:ext cx="360040" cy="201628"/>
          </a:xfrm>
          <a:prstGeom prst="triangle">
            <a:avLst>
              <a:gd name="adj" fmla="val 53135"/>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nl-BE" sz="2400">
              <a:latin typeface="Barlow Condensed" panose="00000506000000000000" pitchFamily="2" charset="0"/>
            </a:endParaRPr>
          </a:p>
        </p:txBody>
      </p:sp>
      <p:sp>
        <p:nvSpPr>
          <p:cNvPr id="22" name="Gelijkbenige driehoek 46">
            <a:extLst>
              <a:ext uri="{FF2B5EF4-FFF2-40B4-BE49-F238E27FC236}">
                <a16:creationId xmlns:a16="http://schemas.microsoft.com/office/drawing/2014/main" id="{4296A1D9-5FA0-BCB4-6F08-B30AB83DA8EC}"/>
              </a:ext>
            </a:extLst>
          </p:cNvPr>
          <p:cNvSpPr/>
          <p:nvPr/>
        </p:nvSpPr>
        <p:spPr>
          <a:xfrm rot="10800000">
            <a:off x="2728143" y="3030497"/>
            <a:ext cx="360040" cy="201628"/>
          </a:xfrm>
          <a:prstGeom prst="triangle">
            <a:avLst>
              <a:gd name="adj" fmla="val 53135"/>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nl-BE" sz="2400">
              <a:latin typeface="Barlow Condensed" panose="00000506000000000000" pitchFamily="2" charset="0"/>
            </a:endParaRPr>
          </a:p>
        </p:txBody>
      </p:sp>
      <p:sp>
        <p:nvSpPr>
          <p:cNvPr id="23" name="Gelijkbenige driehoek 47">
            <a:extLst>
              <a:ext uri="{FF2B5EF4-FFF2-40B4-BE49-F238E27FC236}">
                <a16:creationId xmlns:a16="http://schemas.microsoft.com/office/drawing/2014/main" id="{7EB637D2-2049-E9E0-6FE3-CB4DBC581722}"/>
              </a:ext>
            </a:extLst>
          </p:cNvPr>
          <p:cNvSpPr/>
          <p:nvPr/>
        </p:nvSpPr>
        <p:spPr>
          <a:xfrm rot="10800000">
            <a:off x="2728144" y="3756421"/>
            <a:ext cx="360040" cy="201628"/>
          </a:xfrm>
          <a:prstGeom prst="triangle">
            <a:avLst>
              <a:gd name="adj" fmla="val 53135"/>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nl-BE" sz="2400">
              <a:latin typeface="Barlow Condensed" panose="00000506000000000000" pitchFamily="2" charset="0"/>
            </a:endParaRPr>
          </a:p>
        </p:txBody>
      </p:sp>
      <p:sp>
        <p:nvSpPr>
          <p:cNvPr id="24" name="Gelijkbenige driehoek 48">
            <a:extLst>
              <a:ext uri="{FF2B5EF4-FFF2-40B4-BE49-F238E27FC236}">
                <a16:creationId xmlns:a16="http://schemas.microsoft.com/office/drawing/2014/main" id="{1993A3BA-D736-2D27-A410-49DF06170DDD}"/>
              </a:ext>
            </a:extLst>
          </p:cNvPr>
          <p:cNvSpPr/>
          <p:nvPr/>
        </p:nvSpPr>
        <p:spPr>
          <a:xfrm rot="10800000">
            <a:off x="2728143" y="5231500"/>
            <a:ext cx="360040" cy="201628"/>
          </a:xfrm>
          <a:prstGeom prst="triangle">
            <a:avLst>
              <a:gd name="adj" fmla="val 53135"/>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nl-BE" sz="2400">
              <a:latin typeface="Barlow Condensed" panose="00000506000000000000" pitchFamily="2" charset="0"/>
            </a:endParaRPr>
          </a:p>
        </p:txBody>
      </p:sp>
      <p:sp>
        <p:nvSpPr>
          <p:cNvPr id="25" name="Gelijkbenige driehoek 49">
            <a:extLst>
              <a:ext uri="{FF2B5EF4-FFF2-40B4-BE49-F238E27FC236}">
                <a16:creationId xmlns:a16="http://schemas.microsoft.com/office/drawing/2014/main" id="{24E84EA2-3FC8-5CEE-4104-B4523C98A6A0}"/>
              </a:ext>
            </a:extLst>
          </p:cNvPr>
          <p:cNvSpPr/>
          <p:nvPr/>
        </p:nvSpPr>
        <p:spPr>
          <a:xfrm rot="10800000">
            <a:off x="2728144" y="4495391"/>
            <a:ext cx="360040" cy="201628"/>
          </a:xfrm>
          <a:prstGeom prst="triangle">
            <a:avLst>
              <a:gd name="adj" fmla="val 53135"/>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nl-BE" sz="2400">
              <a:latin typeface="Barlow Condensed" panose="00000506000000000000" pitchFamily="2" charset="0"/>
            </a:endParaRPr>
          </a:p>
        </p:txBody>
      </p:sp>
      <p:sp>
        <p:nvSpPr>
          <p:cNvPr id="2" name="Rechthoek 1">
            <a:extLst>
              <a:ext uri="{FF2B5EF4-FFF2-40B4-BE49-F238E27FC236}">
                <a16:creationId xmlns:a16="http://schemas.microsoft.com/office/drawing/2014/main" id="{84B076E8-FFC8-969E-76E1-9EF3123A43A0}"/>
              </a:ext>
            </a:extLst>
          </p:cNvPr>
          <p:cNvSpPr/>
          <p:nvPr/>
        </p:nvSpPr>
        <p:spPr>
          <a:xfrm>
            <a:off x="4090670" y="883406"/>
            <a:ext cx="7040880" cy="672012"/>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marL="457200" indent="-457200">
              <a:buFont typeface="Arial" panose="020B0604020202020204" pitchFamily="34" charset="0"/>
              <a:buChar char="•"/>
            </a:pPr>
            <a:r>
              <a:rPr lang="nl-BE" sz="2800" dirty="0">
                <a:latin typeface="Barlow Condensed" panose="00000506000000000000" pitchFamily="2" charset="0"/>
              </a:rPr>
              <a:t>pakketjes opdelen/samenvoegen tot frames</a:t>
            </a:r>
          </a:p>
        </p:txBody>
      </p:sp>
      <p:sp>
        <p:nvSpPr>
          <p:cNvPr id="3" name="Rechthoek 63">
            <a:extLst>
              <a:ext uri="{FF2B5EF4-FFF2-40B4-BE49-F238E27FC236}">
                <a16:creationId xmlns:a16="http://schemas.microsoft.com/office/drawing/2014/main" id="{1AE02335-70FE-5F6E-321F-001CB3D1A305}"/>
              </a:ext>
            </a:extLst>
          </p:cNvPr>
          <p:cNvSpPr/>
          <p:nvPr/>
        </p:nvSpPr>
        <p:spPr>
          <a:xfrm>
            <a:off x="4090670" y="1694787"/>
            <a:ext cx="7040880" cy="672012"/>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marL="457200" indent="-457200">
              <a:buFont typeface="Arial" panose="020B0604020202020204" pitchFamily="34" charset="0"/>
              <a:buChar char="•"/>
            </a:pPr>
            <a:r>
              <a:rPr lang="nl-BE" sz="2800" dirty="0">
                <a:latin typeface="Barlow Condensed" panose="00000506000000000000" pitchFamily="2" charset="0"/>
              </a:rPr>
              <a:t>LLC-laag en MAC-laag</a:t>
            </a:r>
          </a:p>
        </p:txBody>
      </p:sp>
      <p:sp>
        <p:nvSpPr>
          <p:cNvPr id="29" name="Rechthoek 64">
            <a:extLst>
              <a:ext uri="{FF2B5EF4-FFF2-40B4-BE49-F238E27FC236}">
                <a16:creationId xmlns:a16="http://schemas.microsoft.com/office/drawing/2014/main" id="{61C17721-5172-D0E4-15FA-446E6AF33320}"/>
              </a:ext>
            </a:extLst>
          </p:cNvPr>
          <p:cNvSpPr/>
          <p:nvPr/>
        </p:nvSpPr>
        <p:spPr>
          <a:xfrm>
            <a:off x="4090670" y="2560113"/>
            <a:ext cx="7040880" cy="672012"/>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marL="457200" indent="-457200">
              <a:buFont typeface="Arial" panose="020B0604020202020204" pitchFamily="34" charset="0"/>
              <a:buChar char="•"/>
            </a:pPr>
            <a:r>
              <a:rPr lang="nl-BE" sz="2800" dirty="0">
                <a:latin typeface="Barlow Condensed" panose="00000506000000000000" pitchFamily="2" charset="0"/>
              </a:rPr>
              <a:t>basis = MAC-adres</a:t>
            </a:r>
          </a:p>
        </p:txBody>
      </p:sp>
      <p:sp>
        <p:nvSpPr>
          <p:cNvPr id="26" name="TextBox 25">
            <a:extLst>
              <a:ext uri="{FF2B5EF4-FFF2-40B4-BE49-F238E27FC236}">
                <a16:creationId xmlns:a16="http://schemas.microsoft.com/office/drawing/2014/main" id="{0DF1B68B-7D85-8951-F0BC-30CF1657D992}"/>
              </a:ext>
            </a:extLst>
          </p:cNvPr>
          <p:cNvSpPr txBox="1"/>
          <p:nvPr/>
        </p:nvSpPr>
        <p:spPr>
          <a:xfrm>
            <a:off x="4532923" y="4145919"/>
            <a:ext cx="6815016" cy="1323439"/>
          </a:xfrm>
          <a:prstGeom prst="rect">
            <a:avLst/>
          </a:prstGeom>
          <a:noFill/>
        </p:spPr>
        <p:txBody>
          <a:bodyPr wrap="square" rtlCol="0">
            <a:spAutoFit/>
          </a:bodyPr>
          <a:lstStyle/>
          <a:p>
            <a:r>
              <a:rPr lang="en-US" sz="4000" dirty="0"/>
              <a:t>LLC = Logical Link Control</a:t>
            </a:r>
          </a:p>
          <a:p>
            <a:r>
              <a:rPr lang="en-US" sz="4000" dirty="0"/>
              <a:t>MAC = Media </a:t>
            </a:r>
            <a:r>
              <a:rPr lang="en-US" sz="4000" dirty="0" err="1"/>
              <a:t>Acces</a:t>
            </a:r>
            <a:r>
              <a:rPr lang="en-US" sz="4000" dirty="0"/>
              <a:t> Control</a:t>
            </a:r>
            <a:endParaRPr lang="LID4096" sz="4000" dirty="0"/>
          </a:p>
        </p:txBody>
      </p:sp>
      <p:sp>
        <p:nvSpPr>
          <p:cNvPr id="27" name="Rechthoek 64">
            <a:extLst>
              <a:ext uri="{FF2B5EF4-FFF2-40B4-BE49-F238E27FC236}">
                <a16:creationId xmlns:a16="http://schemas.microsoft.com/office/drawing/2014/main" id="{73F492C4-4A61-57E8-68ED-70F0C06F7C3C}"/>
              </a:ext>
            </a:extLst>
          </p:cNvPr>
          <p:cNvSpPr/>
          <p:nvPr/>
        </p:nvSpPr>
        <p:spPr>
          <a:xfrm>
            <a:off x="4090670" y="3280593"/>
            <a:ext cx="7040880" cy="672012"/>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marL="457200" indent="-457200">
              <a:buFont typeface="Arial" panose="020B0604020202020204" pitchFamily="34" charset="0"/>
              <a:buChar char="•"/>
            </a:pPr>
            <a:r>
              <a:rPr lang="nl-BE" sz="2800" dirty="0">
                <a:latin typeface="Barlow Condensed" panose="00000506000000000000" pitchFamily="2" charset="0"/>
              </a:rPr>
              <a:t>Foutcontrole voor Fysieke laag</a:t>
            </a:r>
          </a:p>
        </p:txBody>
      </p:sp>
    </p:spTree>
    <p:extLst>
      <p:ext uri="{BB962C8B-B14F-4D97-AF65-F5344CB8AC3E}">
        <p14:creationId xmlns:p14="http://schemas.microsoft.com/office/powerpoint/2010/main" val="1737558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29"/>
                                        </p:tgtEl>
                                        <p:attrNameLst>
                                          <p:attrName>style.visibility</p:attrName>
                                        </p:attrNameLst>
                                      </p:cBhvr>
                                      <p:to>
                                        <p:strVal val="visible"/>
                                      </p:to>
                                    </p:set>
                                    <p:animEffect transition="in" filter="fade">
                                      <p:cBhvr>
                                        <p:cTn id="15" dur="500"/>
                                        <p:tgtEl>
                                          <p:spTgt spid="29"/>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27"/>
                                        </p:tgtEl>
                                        <p:attrNameLst>
                                          <p:attrName>style.visibility</p:attrName>
                                        </p:attrNameLst>
                                      </p:cBhvr>
                                      <p:to>
                                        <p:strVal val="visible"/>
                                      </p:to>
                                    </p:set>
                                    <p:animEffect transition="in" filter="fade">
                                      <p:cBhvr>
                                        <p:cTn id="19"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29" grpId="0" animBg="1"/>
      <p:bldP spid="27"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948122-41BE-891F-3D69-95E0EFD34512}"/>
            </a:ext>
          </a:extLst>
        </p:cNvPr>
        <p:cNvGrpSpPr/>
        <p:nvPr/>
      </p:nvGrpSpPr>
      <p:grpSpPr>
        <a:xfrm>
          <a:off x="0" y="0"/>
          <a:ext cx="0" cy="0"/>
          <a:chOff x="0" y="0"/>
          <a:chExt cx="0" cy="0"/>
        </a:xfrm>
      </p:grpSpPr>
      <p:sp>
        <p:nvSpPr>
          <p:cNvPr id="4" name="Rechthoek 7">
            <a:extLst>
              <a:ext uri="{FF2B5EF4-FFF2-40B4-BE49-F238E27FC236}">
                <a16:creationId xmlns:a16="http://schemas.microsoft.com/office/drawing/2014/main" id="{B9820BEF-F12E-D763-1858-DFD86B42D80C}"/>
              </a:ext>
            </a:extLst>
          </p:cNvPr>
          <p:cNvSpPr/>
          <p:nvPr/>
        </p:nvSpPr>
        <p:spPr>
          <a:xfrm>
            <a:off x="526562" y="883406"/>
            <a:ext cx="2689332" cy="5136901"/>
          </a:xfrm>
          <a:prstGeom prst="rect">
            <a:avLst/>
          </a:prstGeom>
        </p:spPr>
        <p:style>
          <a:lnRef idx="1">
            <a:schemeClr val="accent1"/>
          </a:lnRef>
          <a:fillRef idx="3">
            <a:schemeClr val="accent1"/>
          </a:fillRef>
          <a:effectRef idx="2">
            <a:schemeClr val="accent1"/>
          </a:effectRef>
          <a:fontRef idx="minor">
            <a:schemeClr val="lt1"/>
          </a:fontRef>
        </p:style>
        <p:txBody>
          <a:bodyPr rtlCol="0" anchor="t"/>
          <a:lstStyle/>
          <a:p>
            <a:pPr algn="ctr"/>
            <a:endParaRPr lang="nl-BE" sz="3200" dirty="0">
              <a:latin typeface="Barlow Condensed" panose="00000506000000000000" pitchFamily="2" charset="0"/>
            </a:endParaRPr>
          </a:p>
        </p:txBody>
      </p:sp>
      <p:sp>
        <p:nvSpPr>
          <p:cNvPr id="5" name="Rechthoek 10">
            <a:extLst>
              <a:ext uri="{FF2B5EF4-FFF2-40B4-BE49-F238E27FC236}">
                <a16:creationId xmlns:a16="http://schemas.microsoft.com/office/drawing/2014/main" id="{344FB293-7AA3-B1B7-B37B-E836DF16E905}"/>
              </a:ext>
            </a:extLst>
          </p:cNvPr>
          <p:cNvSpPr/>
          <p:nvPr/>
        </p:nvSpPr>
        <p:spPr>
          <a:xfrm>
            <a:off x="628949" y="958945"/>
            <a:ext cx="2088232" cy="576064"/>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err="1">
                <a:solidFill>
                  <a:schemeClr val="accent1"/>
                </a:solidFill>
                <a:latin typeface="Barlow Condensed" panose="00000506000000000000" pitchFamily="2" charset="0"/>
              </a:rPr>
              <a:t>toepassingslaag</a:t>
            </a:r>
            <a:endParaRPr lang="nl-BE" sz="2400" dirty="0">
              <a:solidFill>
                <a:schemeClr val="accent1"/>
              </a:solidFill>
              <a:latin typeface="Barlow Condensed" panose="00000506000000000000" pitchFamily="2" charset="0"/>
            </a:endParaRPr>
          </a:p>
        </p:txBody>
      </p:sp>
      <p:sp>
        <p:nvSpPr>
          <p:cNvPr id="6" name="Rechthoek 12">
            <a:extLst>
              <a:ext uri="{FF2B5EF4-FFF2-40B4-BE49-F238E27FC236}">
                <a16:creationId xmlns:a16="http://schemas.microsoft.com/office/drawing/2014/main" id="{BFF5D943-15D0-1991-9F78-E01E19AC4D7A}"/>
              </a:ext>
            </a:extLst>
          </p:cNvPr>
          <p:cNvSpPr/>
          <p:nvPr/>
        </p:nvSpPr>
        <p:spPr>
          <a:xfrm>
            <a:off x="628949" y="1697915"/>
            <a:ext cx="2088232" cy="57606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nl-BE" sz="2400" dirty="0" err="1">
                <a:solidFill>
                  <a:schemeClr val="accent1"/>
                </a:solidFill>
                <a:latin typeface="Barlow Condensed" panose="00000506000000000000" pitchFamily="2" charset="0"/>
              </a:rPr>
              <a:t>presentatielaag</a:t>
            </a:r>
            <a:endParaRPr lang="nl-BE" sz="2400" dirty="0">
              <a:solidFill>
                <a:schemeClr val="accent1"/>
              </a:solidFill>
              <a:latin typeface="Barlow Condensed" panose="00000506000000000000" pitchFamily="2" charset="0"/>
            </a:endParaRPr>
          </a:p>
        </p:txBody>
      </p:sp>
      <p:sp>
        <p:nvSpPr>
          <p:cNvPr id="7" name="Rechthoek 14">
            <a:extLst>
              <a:ext uri="{FF2B5EF4-FFF2-40B4-BE49-F238E27FC236}">
                <a16:creationId xmlns:a16="http://schemas.microsoft.com/office/drawing/2014/main" id="{425C12C2-2C0F-9F14-66DE-8AE1CA2770AB}"/>
              </a:ext>
            </a:extLst>
          </p:cNvPr>
          <p:cNvSpPr/>
          <p:nvPr/>
        </p:nvSpPr>
        <p:spPr>
          <a:xfrm>
            <a:off x="628949" y="2444592"/>
            <a:ext cx="2088232" cy="57606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nl-BE" sz="2400" dirty="0" err="1">
                <a:solidFill>
                  <a:schemeClr val="accent1"/>
                </a:solidFill>
                <a:latin typeface="Barlow Condensed" panose="00000506000000000000" pitchFamily="2" charset="0"/>
              </a:rPr>
              <a:t>sessielaag</a:t>
            </a:r>
            <a:endParaRPr lang="nl-BE" sz="2400" dirty="0">
              <a:solidFill>
                <a:schemeClr val="accent1"/>
              </a:solidFill>
              <a:latin typeface="Barlow Condensed" panose="00000506000000000000" pitchFamily="2" charset="0"/>
            </a:endParaRPr>
          </a:p>
        </p:txBody>
      </p:sp>
      <p:sp>
        <p:nvSpPr>
          <p:cNvPr id="8" name="Rechthoek 16">
            <a:extLst>
              <a:ext uri="{FF2B5EF4-FFF2-40B4-BE49-F238E27FC236}">
                <a16:creationId xmlns:a16="http://schemas.microsoft.com/office/drawing/2014/main" id="{9B9707D5-A07E-5963-70AF-90365B8D023C}"/>
              </a:ext>
            </a:extLst>
          </p:cNvPr>
          <p:cNvSpPr/>
          <p:nvPr/>
        </p:nvSpPr>
        <p:spPr>
          <a:xfrm>
            <a:off x="628949" y="3178370"/>
            <a:ext cx="2088232" cy="57606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nl-BE" sz="2400" dirty="0" err="1">
                <a:solidFill>
                  <a:schemeClr val="accent1"/>
                </a:solidFill>
                <a:latin typeface="Barlow Condensed" panose="00000506000000000000" pitchFamily="2" charset="0"/>
              </a:rPr>
              <a:t>transportlaag</a:t>
            </a:r>
            <a:endParaRPr lang="nl-BE" sz="2400" dirty="0">
              <a:solidFill>
                <a:schemeClr val="accent1"/>
              </a:solidFill>
              <a:latin typeface="Barlow Condensed" panose="00000506000000000000" pitchFamily="2" charset="0"/>
            </a:endParaRPr>
          </a:p>
        </p:txBody>
      </p:sp>
      <p:cxnSp>
        <p:nvCxnSpPr>
          <p:cNvPr id="9" name="Rechte verbindingslijn 19">
            <a:extLst>
              <a:ext uri="{FF2B5EF4-FFF2-40B4-BE49-F238E27FC236}">
                <a16:creationId xmlns:a16="http://schemas.microsoft.com/office/drawing/2014/main" id="{4E2748A9-566A-B7E3-A568-4FB5458953B0}"/>
              </a:ext>
            </a:extLst>
          </p:cNvPr>
          <p:cNvCxnSpPr/>
          <p:nvPr/>
        </p:nvCxnSpPr>
        <p:spPr>
          <a:xfrm>
            <a:off x="1666169" y="5423745"/>
            <a:ext cx="0" cy="506979"/>
          </a:xfrm>
          <a:prstGeom prst="line">
            <a:avLst/>
          </a:prstGeom>
          <a:ln>
            <a:solidFill>
              <a:schemeClr val="bg1"/>
            </a:solidFill>
          </a:ln>
        </p:spPr>
        <p:style>
          <a:lnRef idx="3">
            <a:schemeClr val="accent1"/>
          </a:lnRef>
          <a:fillRef idx="0">
            <a:schemeClr val="accent1"/>
          </a:fillRef>
          <a:effectRef idx="2">
            <a:schemeClr val="accent1"/>
          </a:effectRef>
          <a:fontRef idx="minor">
            <a:schemeClr val="tx1"/>
          </a:fontRef>
        </p:style>
      </p:cxnSp>
      <p:sp>
        <p:nvSpPr>
          <p:cNvPr id="10" name="Rechthoek 25">
            <a:extLst>
              <a:ext uri="{FF2B5EF4-FFF2-40B4-BE49-F238E27FC236}">
                <a16:creationId xmlns:a16="http://schemas.microsoft.com/office/drawing/2014/main" id="{1BA57F07-4A29-0DE2-A254-62D0EDD38313}"/>
              </a:ext>
            </a:extLst>
          </p:cNvPr>
          <p:cNvSpPr/>
          <p:nvPr/>
        </p:nvSpPr>
        <p:spPr>
          <a:xfrm>
            <a:off x="628949" y="3898918"/>
            <a:ext cx="2088232" cy="57606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nl-BE" sz="2400" dirty="0" err="1">
                <a:solidFill>
                  <a:schemeClr val="accent1"/>
                </a:solidFill>
                <a:latin typeface="Barlow Condensed" panose="00000506000000000000" pitchFamily="2" charset="0"/>
              </a:rPr>
              <a:t>netwerklaag</a:t>
            </a:r>
            <a:endParaRPr lang="nl-BE" sz="2400" dirty="0">
              <a:solidFill>
                <a:schemeClr val="accent1"/>
              </a:solidFill>
              <a:latin typeface="Barlow Condensed" panose="00000506000000000000" pitchFamily="2" charset="0"/>
            </a:endParaRPr>
          </a:p>
        </p:txBody>
      </p:sp>
      <p:sp>
        <p:nvSpPr>
          <p:cNvPr id="11" name="Rechthoek 27">
            <a:extLst>
              <a:ext uri="{FF2B5EF4-FFF2-40B4-BE49-F238E27FC236}">
                <a16:creationId xmlns:a16="http://schemas.microsoft.com/office/drawing/2014/main" id="{D5C411A6-AC20-3942-FD89-EA093BFA2D5E}"/>
              </a:ext>
            </a:extLst>
          </p:cNvPr>
          <p:cNvSpPr/>
          <p:nvPr/>
        </p:nvSpPr>
        <p:spPr>
          <a:xfrm>
            <a:off x="628949" y="4645595"/>
            <a:ext cx="2088232" cy="57606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nl-BE" sz="2400" dirty="0" err="1">
                <a:solidFill>
                  <a:schemeClr val="accent1"/>
                </a:solidFill>
                <a:latin typeface="Barlow Condensed" panose="00000506000000000000" pitchFamily="2" charset="0"/>
              </a:rPr>
              <a:t>verbindingslaag</a:t>
            </a:r>
            <a:endParaRPr lang="nl-BE" sz="2400" dirty="0">
              <a:solidFill>
                <a:schemeClr val="accent1"/>
              </a:solidFill>
              <a:latin typeface="Barlow Condensed" panose="00000506000000000000" pitchFamily="2" charset="0"/>
            </a:endParaRPr>
          </a:p>
        </p:txBody>
      </p:sp>
      <p:sp>
        <p:nvSpPr>
          <p:cNvPr id="12" name="Rechthoek 29">
            <a:extLst>
              <a:ext uri="{FF2B5EF4-FFF2-40B4-BE49-F238E27FC236}">
                <a16:creationId xmlns:a16="http://schemas.microsoft.com/office/drawing/2014/main" id="{BEFF664C-9B19-AA33-50AE-1E25834221F1}"/>
              </a:ext>
            </a:extLst>
          </p:cNvPr>
          <p:cNvSpPr/>
          <p:nvPr/>
        </p:nvSpPr>
        <p:spPr>
          <a:xfrm>
            <a:off x="628949" y="5364043"/>
            <a:ext cx="2088232" cy="576064"/>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nl-BE" sz="2400" dirty="0">
                <a:solidFill>
                  <a:schemeClr val="bg1"/>
                </a:solidFill>
                <a:latin typeface="Barlow Condensed" panose="00000506000000000000" pitchFamily="2" charset="0"/>
              </a:rPr>
              <a:t>fysieke laag</a:t>
            </a:r>
          </a:p>
        </p:txBody>
      </p:sp>
      <p:sp>
        <p:nvSpPr>
          <p:cNvPr id="13" name="Rechthoek 37">
            <a:extLst>
              <a:ext uri="{FF2B5EF4-FFF2-40B4-BE49-F238E27FC236}">
                <a16:creationId xmlns:a16="http://schemas.microsoft.com/office/drawing/2014/main" id="{0F6DCF7E-5CAF-000A-D4F8-1008301CB4CA}"/>
              </a:ext>
            </a:extLst>
          </p:cNvPr>
          <p:cNvSpPr/>
          <p:nvPr/>
        </p:nvSpPr>
        <p:spPr>
          <a:xfrm>
            <a:off x="2717181" y="958945"/>
            <a:ext cx="414398" cy="576064"/>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7</a:t>
            </a:r>
          </a:p>
        </p:txBody>
      </p:sp>
      <p:sp>
        <p:nvSpPr>
          <p:cNvPr id="14" name="Rechthoek 38">
            <a:extLst>
              <a:ext uri="{FF2B5EF4-FFF2-40B4-BE49-F238E27FC236}">
                <a16:creationId xmlns:a16="http://schemas.microsoft.com/office/drawing/2014/main" id="{8C271985-1A2E-53B0-1AE8-860ACC767D04}"/>
              </a:ext>
            </a:extLst>
          </p:cNvPr>
          <p:cNvSpPr/>
          <p:nvPr/>
        </p:nvSpPr>
        <p:spPr>
          <a:xfrm>
            <a:off x="2717181" y="1694788"/>
            <a:ext cx="414398" cy="57606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6</a:t>
            </a:r>
          </a:p>
        </p:txBody>
      </p:sp>
      <p:sp>
        <p:nvSpPr>
          <p:cNvPr id="15" name="Rechthoek 39">
            <a:extLst>
              <a:ext uri="{FF2B5EF4-FFF2-40B4-BE49-F238E27FC236}">
                <a16:creationId xmlns:a16="http://schemas.microsoft.com/office/drawing/2014/main" id="{E6998CF5-CA12-AE8D-278C-CB8430165575}"/>
              </a:ext>
            </a:extLst>
          </p:cNvPr>
          <p:cNvSpPr/>
          <p:nvPr/>
        </p:nvSpPr>
        <p:spPr>
          <a:xfrm>
            <a:off x="2717181" y="2444783"/>
            <a:ext cx="414398" cy="57606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5</a:t>
            </a:r>
          </a:p>
        </p:txBody>
      </p:sp>
      <p:sp>
        <p:nvSpPr>
          <p:cNvPr id="16" name="Rechthoek 40">
            <a:extLst>
              <a:ext uri="{FF2B5EF4-FFF2-40B4-BE49-F238E27FC236}">
                <a16:creationId xmlns:a16="http://schemas.microsoft.com/office/drawing/2014/main" id="{43BE911A-1E72-F527-E877-EB1F58958CA0}"/>
              </a:ext>
            </a:extLst>
          </p:cNvPr>
          <p:cNvSpPr/>
          <p:nvPr/>
        </p:nvSpPr>
        <p:spPr>
          <a:xfrm>
            <a:off x="2717181" y="3178179"/>
            <a:ext cx="414398" cy="57606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4</a:t>
            </a:r>
          </a:p>
        </p:txBody>
      </p:sp>
      <p:sp>
        <p:nvSpPr>
          <p:cNvPr id="17" name="Rechthoek 41">
            <a:extLst>
              <a:ext uri="{FF2B5EF4-FFF2-40B4-BE49-F238E27FC236}">
                <a16:creationId xmlns:a16="http://schemas.microsoft.com/office/drawing/2014/main" id="{DDDA7891-D6D4-D318-B137-57023F866C0C}"/>
              </a:ext>
            </a:extLst>
          </p:cNvPr>
          <p:cNvSpPr/>
          <p:nvPr/>
        </p:nvSpPr>
        <p:spPr>
          <a:xfrm>
            <a:off x="2716677" y="3899986"/>
            <a:ext cx="414398" cy="57606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3</a:t>
            </a:r>
          </a:p>
        </p:txBody>
      </p:sp>
      <p:sp>
        <p:nvSpPr>
          <p:cNvPr id="18" name="Rechthoek 42">
            <a:extLst>
              <a:ext uri="{FF2B5EF4-FFF2-40B4-BE49-F238E27FC236}">
                <a16:creationId xmlns:a16="http://schemas.microsoft.com/office/drawing/2014/main" id="{121ECFD9-017F-9564-C450-B9B404BACBA1}"/>
              </a:ext>
            </a:extLst>
          </p:cNvPr>
          <p:cNvSpPr/>
          <p:nvPr/>
        </p:nvSpPr>
        <p:spPr>
          <a:xfrm>
            <a:off x="2716677" y="4648809"/>
            <a:ext cx="414398" cy="57606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2</a:t>
            </a:r>
          </a:p>
        </p:txBody>
      </p:sp>
      <p:sp>
        <p:nvSpPr>
          <p:cNvPr id="19" name="Rechthoek 43">
            <a:extLst>
              <a:ext uri="{FF2B5EF4-FFF2-40B4-BE49-F238E27FC236}">
                <a16:creationId xmlns:a16="http://schemas.microsoft.com/office/drawing/2014/main" id="{DED00F85-941E-B9CF-90CA-680F16EAD565}"/>
              </a:ext>
            </a:extLst>
          </p:cNvPr>
          <p:cNvSpPr/>
          <p:nvPr/>
        </p:nvSpPr>
        <p:spPr>
          <a:xfrm>
            <a:off x="2720217" y="5364043"/>
            <a:ext cx="414398" cy="576064"/>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nl-BE" sz="2400" dirty="0">
                <a:solidFill>
                  <a:schemeClr val="bg1"/>
                </a:solidFill>
                <a:latin typeface="Barlow Condensed" panose="00000506000000000000" pitchFamily="2" charset="0"/>
              </a:rPr>
              <a:t>1</a:t>
            </a:r>
          </a:p>
        </p:txBody>
      </p:sp>
      <p:sp>
        <p:nvSpPr>
          <p:cNvPr id="20" name="Gelijkbenige driehoek 44">
            <a:extLst>
              <a:ext uri="{FF2B5EF4-FFF2-40B4-BE49-F238E27FC236}">
                <a16:creationId xmlns:a16="http://schemas.microsoft.com/office/drawing/2014/main" id="{CAAE5901-6810-A150-4F84-09EA06DB0F6F}"/>
              </a:ext>
            </a:extLst>
          </p:cNvPr>
          <p:cNvSpPr/>
          <p:nvPr/>
        </p:nvSpPr>
        <p:spPr>
          <a:xfrm rot="10800000">
            <a:off x="2728144" y="1555418"/>
            <a:ext cx="360040" cy="201628"/>
          </a:xfrm>
          <a:prstGeom prst="triangle">
            <a:avLst>
              <a:gd name="adj" fmla="val 53135"/>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nl-BE" sz="2400">
              <a:latin typeface="Barlow Condensed" panose="00000506000000000000" pitchFamily="2" charset="0"/>
            </a:endParaRPr>
          </a:p>
        </p:txBody>
      </p:sp>
      <p:sp>
        <p:nvSpPr>
          <p:cNvPr id="21" name="Gelijkbenige driehoek 45">
            <a:extLst>
              <a:ext uri="{FF2B5EF4-FFF2-40B4-BE49-F238E27FC236}">
                <a16:creationId xmlns:a16="http://schemas.microsoft.com/office/drawing/2014/main" id="{6D4DC9B3-937F-781C-E7E5-3FD9514FB523}"/>
              </a:ext>
            </a:extLst>
          </p:cNvPr>
          <p:cNvSpPr/>
          <p:nvPr/>
        </p:nvSpPr>
        <p:spPr>
          <a:xfrm rot="10800000">
            <a:off x="2728144" y="2294388"/>
            <a:ext cx="360040" cy="201628"/>
          </a:xfrm>
          <a:prstGeom prst="triangle">
            <a:avLst>
              <a:gd name="adj" fmla="val 53135"/>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nl-BE" sz="2400">
              <a:latin typeface="Barlow Condensed" panose="00000506000000000000" pitchFamily="2" charset="0"/>
            </a:endParaRPr>
          </a:p>
        </p:txBody>
      </p:sp>
      <p:sp>
        <p:nvSpPr>
          <p:cNvPr id="22" name="Gelijkbenige driehoek 46">
            <a:extLst>
              <a:ext uri="{FF2B5EF4-FFF2-40B4-BE49-F238E27FC236}">
                <a16:creationId xmlns:a16="http://schemas.microsoft.com/office/drawing/2014/main" id="{5328C05A-99CC-79E5-E83E-2FAFE16F8FCD}"/>
              </a:ext>
            </a:extLst>
          </p:cNvPr>
          <p:cNvSpPr/>
          <p:nvPr/>
        </p:nvSpPr>
        <p:spPr>
          <a:xfrm rot="10800000">
            <a:off x="2728143" y="3030497"/>
            <a:ext cx="360040" cy="201628"/>
          </a:xfrm>
          <a:prstGeom prst="triangle">
            <a:avLst>
              <a:gd name="adj" fmla="val 53135"/>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nl-BE" sz="2400">
              <a:latin typeface="Barlow Condensed" panose="00000506000000000000" pitchFamily="2" charset="0"/>
            </a:endParaRPr>
          </a:p>
        </p:txBody>
      </p:sp>
      <p:sp>
        <p:nvSpPr>
          <p:cNvPr id="23" name="Gelijkbenige driehoek 47">
            <a:extLst>
              <a:ext uri="{FF2B5EF4-FFF2-40B4-BE49-F238E27FC236}">
                <a16:creationId xmlns:a16="http://schemas.microsoft.com/office/drawing/2014/main" id="{79551915-47A0-099F-322F-8DE671B3BDA8}"/>
              </a:ext>
            </a:extLst>
          </p:cNvPr>
          <p:cNvSpPr/>
          <p:nvPr/>
        </p:nvSpPr>
        <p:spPr>
          <a:xfrm rot="10800000">
            <a:off x="2728144" y="3756421"/>
            <a:ext cx="360040" cy="201628"/>
          </a:xfrm>
          <a:prstGeom prst="triangle">
            <a:avLst>
              <a:gd name="adj" fmla="val 53135"/>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nl-BE" sz="2400">
              <a:latin typeface="Barlow Condensed" panose="00000506000000000000" pitchFamily="2" charset="0"/>
            </a:endParaRPr>
          </a:p>
        </p:txBody>
      </p:sp>
      <p:sp>
        <p:nvSpPr>
          <p:cNvPr id="24" name="Gelijkbenige driehoek 48">
            <a:extLst>
              <a:ext uri="{FF2B5EF4-FFF2-40B4-BE49-F238E27FC236}">
                <a16:creationId xmlns:a16="http://schemas.microsoft.com/office/drawing/2014/main" id="{44EEEAFF-30D6-3948-198F-E4C8AB819E6B}"/>
              </a:ext>
            </a:extLst>
          </p:cNvPr>
          <p:cNvSpPr/>
          <p:nvPr/>
        </p:nvSpPr>
        <p:spPr>
          <a:xfrm rot="10800000">
            <a:off x="2728143" y="5231500"/>
            <a:ext cx="360040" cy="201628"/>
          </a:xfrm>
          <a:prstGeom prst="triangle">
            <a:avLst>
              <a:gd name="adj" fmla="val 53135"/>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nl-BE" sz="2400">
              <a:latin typeface="Barlow Condensed" panose="00000506000000000000" pitchFamily="2" charset="0"/>
            </a:endParaRPr>
          </a:p>
        </p:txBody>
      </p:sp>
      <p:sp>
        <p:nvSpPr>
          <p:cNvPr id="25" name="Gelijkbenige driehoek 49">
            <a:extLst>
              <a:ext uri="{FF2B5EF4-FFF2-40B4-BE49-F238E27FC236}">
                <a16:creationId xmlns:a16="http://schemas.microsoft.com/office/drawing/2014/main" id="{D6DC23A3-961F-58D6-7A57-76E9114230B6}"/>
              </a:ext>
            </a:extLst>
          </p:cNvPr>
          <p:cNvSpPr/>
          <p:nvPr/>
        </p:nvSpPr>
        <p:spPr>
          <a:xfrm rot="10800000">
            <a:off x="2728144" y="4495391"/>
            <a:ext cx="360040" cy="201628"/>
          </a:xfrm>
          <a:prstGeom prst="triangle">
            <a:avLst>
              <a:gd name="adj" fmla="val 53135"/>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nl-BE" sz="2400">
              <a:latin typeface="Barlow Condensed" panose="00000506000000000000" pitchFamily="2" charset="0"/>
            </a:endParaRPr>
          </a:p>
        </p:txBody>
      </p:sp>
      <p:sp>
        <p:nvSpPr>
          <p:cNvPr id="33" name="Rechthoek 1">
            <a:extLst>
              <a:ext uri="{FF2B5EF4-FFF2-40B4-BE49-F238E27FC236}">
                <a16:creationId xmlns:a16="http://schemas.microsoft.com/office/drawing/2014/main" id="{2486DC98-AC28-0C31-DE7D-188DBC96AE2B}"/>
              </a:ext>
            </a:extLst>
          </p:cNvPr>
          <p:cNvSpPr/>
          <p:nvPr/>
        </p:nvSpPr>
        <p:spPr>
          <a:xfrm>
            <a:off x="4253114" y="883406"/>
            <a:ext cx="7040880" cy="672012"/>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marL="457200" indent="-457200">
              <a:buFont typeface="Arial" panose="020B0604020202020204" pitchFamily="34" charset="0"/>
              <a:buChar char="•"/>
            </a:pPr>
            <a:r>
              <a:rPr lang="nl-BE" sz="2800" dirty="0">
                <a:latin typeface="Barlow Condensed" panose="00000506000000000000" pitchFamily="2" charset="0"/>
              </a:rPr>
              <a:t>geen foutcontrole</a:t>
            </a:r>
          </a:p>
        </p:txBody>
      </p:sp>
      <p:sp>
        <p:nvSpPr>
          <p:cNvPr id="34" name="Rechthoek 63">
            <a:extLst>
              <a:ext uri="{FF2B5EF4-FFF2-40B4-BE49-F238E27FC236}">
                <a16:creationId xmlns:a16="http://schemas.microsoft.com/office/drawing/2014/main" id="{75835874-AA61-35D4-8DFA-5D563769C704}"/>
              </a:ext>
            </a:extLst>
          </p:cNvPr>
          <p:cNvSpPr/>
          <p:nvPr/>
        </p:nvSpPr>
        <p:spPr>
          <a:xfrm>
            <a:off x="4253114" y="1717776"/>
            <a:ext cx="7040880" cy="672012"/>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marL="457200" indent="-457200">
              <a:buFont typeface="Arial" panose="020B0604020202020204" pitchFamily="34" charset="0"/>
              <a:buChar char="•"/>
            </a:pPr>
            <a:r>
              <a:rPr lang="nl-BE" sz="2800" dirty="0">
                <a:latin typeface="Barlow Condensed" panose="00000506000000000000" pitchFamily="2" charset="0"/>
              </a:rPr>
              <a:t>beschrijft eigenschappen van bekabeling</a:t>
            </a:r>
          </a:p>
        </p:txBody>
      </p:sp>
      <p:sp>
        <p:nvSpPr>
          <p:cNvPr id="35" name="Rechthoek 64">
            <a:extLst>
              <a:ext uri="{FF2B5EF4-FFF2-40B4-BE49-F238E27FC236}">
                <a16:creationId xmlns:a16="http://schemas.microsoft.com/office/drawing/2014/main" id="{4AC15879-9C32-E1FB-93B3-52A9B9663029}"/>
              </a:ext>
            </a:extLst>
          </p:cNvPr>
          <p:cNvSpPr/>
          <p:nvPr/>
        </p:nvSpPr>
        <p:spPr>
          <a:xfrm>
            <a:off x="4253114" y="2583866"/>
            <a:ext cx="7040880" cy="672012"/>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marL="457200" indent="-457200">
              <a:buFont typeface="Arial" panose="020B0604020202020204" pitchFamily="34" charset="0"/>
              <a:buChar char="•"/>
            </a:pPr>
            <a:r>
              <a:rPr lang="nl-BE" sz="2800" dirty="0">
                <a:latin typeface="Barlow Condensed" panose="00000506000000000000" pitchFamily="2" charset="0"/>
              </a:rPr>
              <a:t>beschrijft modulatie- en codeertechnieken</a:t>
            </a:r>
          </a:p>
        </p:txBody>
      </p:sp>
      <p:sp>
        <p:nvSpPr>
          <p:cNvPr id="36" name="Rechthoek 30">
            <a:extLst>
              <a:ext uri="{FF2B5EF4-FFF2-40B4-BE49-F238E27FC236}">
                <a16:creationId xmlns:a16="http://schemas.microsoft.com/office/drawing/2014/main" id="{5DAB6311-2B79-3420-8581-81D96BD2D86F}"/>
              </a:ext>
            </a:extLst>
          </p:cNvPr>
          <p:cNvSpPr/>
          <p:nvPr/>
        </p:nvSpPr>
        <p:spPr>
          <a:xfrm>
            <a:off x="4253114" y="3418236"/>
            <a:ext cx="7040880" cy="672012"/>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marL="457200" indent="-457200">
              <a:buFont typeface="Arial" panose="020B0604020202020204" pitchFamily="34" charset="0"/>
              <a:buChar char="•"/>
            </a:pPr>
            <a:r>
              <a:rPr lang="nl-BE" sz="2800" dirty="0">
                <a:latin typeface="Barlow Condensed" panose="00000506000000000000" pitchFamily="2" charset="0"/>
              </a:rPr>
              <a:t>beschrijft elektrische spanningen</a:t>
            </a:r>
          </a:p>
        </p:txBody>
      </p:sp>
      <p:sp>
        <p:nvSpPr>
          <p:cNvPr id="37" name="Rechthoek 31">
            <a:extLst>
              <a:ext uri="{FF2B5EF4-FFF2-40B4-BE49-F238E27FC236}">
                <a16:creationId xmlns:a16="http://schemas.microsoft.com/office/drawing/2014/main" id="{7B33DE6B-243E-F0C6-7BBC-8377BA1D4F02}"/>
              </a:ext>
            </a:extLst>
          </p:cNvPr>
          <p:cNvSpPr/>
          <p:nvPr/>
        </p:nvSpPr>
        <p:spPr>
          <a:xfrm>
            <a:off x="4253114" y="4290193"/>
            <a:ext cx="7040880" cy="672012"/>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marL="457200" indent="-457200">
              <a:buFont typeface="Arial" panose="020B0604020202020204" pitchFamily="34" charset="0"/>
              <a:buChar char="•"/>
            </a:pPr>
            <a:r>
              <a:rPr lang="nl-BE" sz="2800" dirty="0">
                <a:latin typeface="Barlow Condensed" panose="00000506000000000000" pitchFamily="2" charset="0"/>
              </a:rPr>
              <a:t>beschrijft duur voor doorsturen van een bit</a:t>
            </a:r>
          </a:p>
        </p:txBody>
      </p:sp>
      <p:sp>
        <p:nvSpPr>
          <p:cNvPr id="38" name="Rechthoek 32">
            <a:extLst>
              <a:ext uri="{FF2B5EF4-FFF2-40B4-BE49-F238E27FC236}">
                <a16:creationId xmlns:a16="http://schemas.microsoft.com/office/drawing/2014/main" id="{C03607E0-A9F2-2789-12B9-BD3B410C8B18}"/>
              </a:ext>
            </a:extLst>
          </p:cNvPr>
          <p:cNvSpPr/>
          <p:nvPr/>
        </p:nvSpPr>
        <p:spPr>
          <a:xfrm>
            <a:off x="4253114" y="5145383"/>
            <a:ext cx="7040880" cy="672012"/>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marL="457200" indent="-457200">
              <a:buFont typeface="Arial" panose="020B0604020202020204" pitchFamily="34" charset="0"/>
              <a:buChar char="•"/>
            </a:pPr>
            <a:r>
              <a:rPr lang="nl-BE" sz="2800" dirty="0">
                <a:latin typeface="Barlow Condensed" panose="00000506000000000000" pitchFamily="2" charset="0"/>
              </a:rPr>
              <a:t>…</a:t>
            </a:r>
          </a:p>
        </p:txBody>
      </p:sp>
    </p:spTree>
    <p:extLst>
      <p:ext uri="{BB962C8B-B14F-4D97-AF65-F5344CB8AC3E}">
        <p14:creationId xmlns:p14="http://schemas.microsoft.com/office/powerpoint/2010/main" val="2553797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500"/>
                                        <p:tgtEl>
                                          <p:spTgt spid="33"/>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fade">
                                      <p:cBhvr>
                                        <p:cTn id="11" dur="500"/>
                                        <p:tgtEl>
                                          <p:spTgt spid="34"/>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Effect transition="in" filter="fade">
                                      <p:cBhvr>
                                        <p:cTn id="15" dur="500"/>
                                        <p:tgtEl>
                                          <p:spTgt spid="35"/>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36"/>
                                        </p:tgtEl>
                                        <p:attrNameLst>
                                          <p:attrName>style.visibility</p:attrName>
                                        </p:attrNameLst>
                                      </p:cBhvr>
                                      <p:to>
                                        <p:strVal val="visible"/>
                                      </p:to>
                                    </p:set>
                                    <p:animEffect transition="in" filter="fade">
                                      <p:cBhvr>
                                        <p:cTn id="19" dur="500"/>
                                        <p:tgtEl>
                                          <p:spTgt spid="36"/>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37"/>
                                        </p:tgtEl>
                                        <p:attrNameLst>
                                          <p:attrName>style.visibility</p:attrName>
                                        </p:attrNameLst>
                                      </p:cBhvr>
                                      <p:to>
                                        <p:strVal val="visible"/>
                                      </p:to>
                                    </p:set>
                                    <p:animEffect transition="in" filter="fade">
                                      <p:cBhvr>
                                        <p:cTn id="23" dur="500"/>
                                        <p:tgtEl>
                                          <p:spTgt spid="37"/>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38"/>
                                        </p:tgtEl>
                                        <p:attrNameLst>
                                          <p:attrName>style.visibility</p:attrName>
                                        </p:attrNameLst>
                                      </p:cBhvr>
                                      <p:to>
                                        <p:strVal val="visible"/>
                                      </p:to>
                                    </p:set>
                                    <p:animEffect transition="in" filter="fade">
                                      <p:cBhvr>
                                        <p:cTn id="2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4" grpId="0" animBg="1"/>
      <p:bldP spid="35" grpId="0" animBg="1"/>
      <p:bldP spid="36" grpId="0" animBg="1"/>
      <p:bldP spid="37" grpId="0" animBg="1"/>
      <p:bldP spid="3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hthoek 7">
            <a:extLst>
              <a:ext uri="{FF2B5EF4-FFF2-40B4-BE49-F238E27FC236}">
                <a16:creationId xmlns:a16="http://schemas.microsoft.com/office/drawing/2014/main" id="{2B1FAAE3-1B7C-9B37-36F1-D714E5692887}"/>
              </a:ext>
            </a:extLst>
          </p:cNvPr>
          <p:cNvSpPr/>
          <p:nvPr/>
        </p:nvSpPr>
        <p:spPr>
          <a:xfrm>
            <a:off x="526562" y="883406"/>
            <a:ext cx="2689332" cy="5136901"/>
          </a:xfrm>
          <a:prstGeom prst="rect">
            <a:avLst/>
          </a:prstGeom>
        </p:spPr>
        <p:style>
          <a:lnRef idx="1">
            <a:schemeClr val="accent1"/>
          </a:lnRef>
          <a:fillRef idx="3">
            <a:schemeClr val="accent1"/>
          </a:fillRef>
          <a:effectRef idx="2">
            <a:schemeClr val="accent1"/>
          </a:effectRef>
          <a:fontRef idx="minor">
            <a:schemeClr val="lt1"/>
          </a:fontRef>
        </p:style>
        <p:txBody>
          <a:bodyPr rtlCol="0" anchor="t"/>
          <a:lstStyle/>
          <a:p>
            <a:pPr algn="ctr"/>
            <a:endParaRPr lang="nl-BE" sz="3200" dirty="0">
              <a:latin typeface="Barlow Condensed" panose="00000506000000000000" pitchFamily="2" charset="0"/>
            </a:endParaRPr>
          </a:p>
        </p:txBody>
      </p:sp>
      <p:sp>
        <p:nvSpPr>
          <p:cNvPr id="5" name="Rechthoek 10">
            <a:extLst>
              <a:ext uri="{FF2B5EF4-FFF2-40B4-BE49-F238E27FC236}">
                <a16:creationId xmlns:a16="http://schemas.microsoft.com/office/drawing/2014/main" id="{DE6153BB-4717-820D-CA0B-65F92103E255}"/>
              </a:ext>
            </a:extLst>
          </p:cNvPr>
          <p:cNvSpPr/>
          <p:nvPr/>
        </p:nvSpPr>
        <p:spPr>
          <a:xfrm>
            <a:off x="628949" y="958945"/>
            <a:ext cx="2088232" cy="576064"/>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nl-BE" sz="2400" dirty="0" err="1">
                <a:solidFill>
                  <a:schemeClr val="bg1"/>
                </a:solidFill>
                <a:latin typeface="Barlow Condensed" panose="00000506000000000000" pitchFamily="2" charset="0"/>
              </a:rPr>
              <a:t>toepassingslaag</a:t>
            </a:r>
            <a:endParaRPr lang="nl-BE" sz="2400" dirty="0">
              <a:solidFill>
                <a:schemeClr val="bg1"/>
              </a:solidFill>
              <a:latin typeface="Barlow Condensed" panose="00000506000000000000" pitchFamily="2" charset="0"/>
            </a:endParaRPr>
          </a:p>
        </p:txBody>
      </p:sp>
      <p:sp>
        <p:nvSpPr>
          <p:cNvPr id="6" name="Rechthoek 12">
            <a:extLst>
              <a:ext uri="{FF2B5EF4-FFF2-40B4-BE49-F238E27FC236}">
                <a16:creationId xmlns:a16="http://schemas.microsoft.com/office/drawing/2014/main" id="{E88034EB-7E72-63B9-ECBE-1D6923472DE0}"/>
              </a:ext>
            </a:extLst>
          </p:cNvPr>
          <p:cNvSpPr/>
          <p:nvPr/>
        </p:nvSpPr>
        <p:spPr>
          <a:xfrm>
            <a:off x="628949" y="1697915"/>
            <a:ext cx="2088232"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err="1">
                <a:solidFill>
                  <a:schemeClr val="accent1"/>
                </a:solidFill>
                <a:latin typeface="Barlow Condensed" panose="00000506000000000000" pitchFamily="2" charset="0"/>
              </a:rPr>
              <a:t>presentatielaag</a:t>
            </a:r>
            <a:endParaRPr lang="nl-BE" sz="2400" dirty="0">
              <a:solidFill>
                <a:schemeClr val="accent1"/>
              </a:solidFill>
              <a:latin typeface="Barlow Condensed" panose="00000506000000000000" pitchFamily="2" charset="0"/>
            </a:endParaRPr>
          </a:p>
        </p:txBody>
      </p:sp>
      <p:sp>
        <p:nvSpPr>
          <p:cNvPr id="7" name="Rechthoek 14">
            <a:extLst>
              <a:ext uri="{FF2B5EF4-FFF2-40B4-BE49-F238E27FC236}">
                <a16:creationId xmlns:a16="http://schemas.microsoft.com/office/drawing/2014/main" id="{4E820318-74EA-6DB5-D200-8D98B5DE4ADF}"/>
              </a:ext>
            </a:extLst>
          </p:cNvPr>
          <p:cNvSpPr/>
          <p:nvPr/>
        </p:nvSpPr>
        <p:spPr>
          <a:xfrm>
            <a:off x="628949" y="2444592"/>
            <a:ext cx="2088232"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err="1">
                <a:solidFill>
                  <a:schemeClr val="accent1"/>
                </a:solidFill>
                <a:latin typeface="Barlow Condensed" panose="00000506000000000000" pitchFamily="2" charset="0"/>
              </a:rPr>
              <a:t>sessielaag</a:t>
            </a:r>
            <a:endParaRPr lang="nl-BE" sz="2400" dirty="0">
              <a:solidFill>
                <a:schemeClr val="accent1"/>
              </a:solidFill>
              <a:latin typeface="Barlow Condensed" panose="00000506000000000000" pitchFamily="2" charset="0"/>
            </a:endParaRPr>
          </a:p>
        </p:txBody>
      </p:sp>
      <p:sp>
        <p:nvSpPr>
          <p:cNvPr id="8" name="Rechthoek 16">
            <a:extLst>
              <a:ext uri="{FF2B5EF4-FFF2-40B4-BE49-F238E27FC236}">
                <a16:creationId xmlns:a16="http://schemas.microsoft.com/office/drawing/2014/main" id="{FBBCF37E-871A-C137-AC8A-2AB56165ADBD}"/>
              </a:ext>
            </a:extLst>
          </p:cNvPr>
          <p:cNvSpPr/>
          <p:nvPr/>
        </p:nvSpPr>
        <p:spPr>
          <a:xfrm>
            <a:off x="628949" y="3178370"/>
            <a:ext cx="2088232"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err="1">
                <a:solidFill>
                  <a:schemeClr val="accent1"/>
                </a:solidFill>
                <a:latin typeface="Barlow Condensed" panose="00000506000000000000" pitchFamily="2" charset="0"/>
              </a:rPr>
              <a:t>transportlaag</a:t>
            </a:r>
            <a:endParaRPr lang="nl-BE" sz="2400" dirty="0">
              <a:solidFill>
                <a:schemeClr val="accent1"/>
              </a:solidFill>
              <a:latin typeface="Barlow Condensed" panose="00000506000000000000" pitchFamily="2" charset="0"/>
            </a:endParaRPr>
          </a:p>
        </p:txBody>
      </p:sp>
      <p:cxnSp>
        <p:nvCxnSpPr>
          <p:cNvPr id="9" name="Rechte verbindingslijn 19">
            <a:extLst>
              <a:ext uri="{FF2B5EF4-FFF2-40B4-BE49-F238E27FC236}">
                <a16:creationId xmlns:a16="http://schemas.microsoft.com/office/drawing/2014/main" id="{42F7AF5F-9BBB-592F-5A91-02B66B204DFB}"/>
              </a:ext>
            </a:extLst>
          </p:cNvPr>
          <p:cNvCxnSpPr/>
          <p:nvPr/>
        </p:nvCxnSpPr>
        <p:spPr>
          <a:xfrm>
            <a:off x="1666169" y="5423745"/>
            <a:ext cx="0" cy="506979"/>
          </a:xfrm>
          <a:prstGeom prst="line">
            <a:avLst/>
          </a:prstGeom>
          <a:ln>
            <a:solidFill>
              <a:schemeClr val="bg1"/>
            </a:solidFill>
          </a:ln>
        </p:spPr>
        <p:style>
          <a:lnRef idx="3">
            <a:schemeClr val="accent1"/>
          </a:lnRef>
          <a:fillRef idx="0">
            <a:schemeClr val="accent1"/>
          </a:fillRef>
          <a:effectRef idx="2">
            <a:schemeClr val="accent1"/>
          </a:effectRef>
          <a:fontRef idx="minor">
            <a:schemeClr val="tx1"/>
          </a:fontRef>
        </p:style>
      </p:cxnSp>
      <p:sp>
        <p:nvSpPr>
          <p:cNvPr id="10" name="Rechthoek 25">
            <a:extLst>
              <a:ext uri="{FF2B5EF4-FFF2-40B4-BE49-F238E27FC236}">
                <a16:creationId xmlns:a16="http://schemas.microsoft.com/office/drawing/2014/main" id="{865BD8EB-8B68-04E8-C694-CD0BDFD360CA}"/>
              </a:ext>
            </a:extLst>
          </p:cNvPr>
          <p:cNvSpPr/>
          <p:nvPr/>
        </p:nvSpPr>
        <p:spPr>
          <a:xfrm>
            <a:off x="628949" y="3898918"/>
            <a:ext cx="2088232"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err="1">
                <a:solidFill>
                  <a:schemeClr val="accent1"/>
                </a:solidFill>
                <a:latin typeface="Barlow Condensed" panose="00000506000000000000" pitchFamily="2" charset="0"/>
              </a:rPr>
              <a:t>netwerklaag</a:t>
            </a:r>
            <a:endParaRPr lang="nl-BE" sz="2400" dirty="0">
              <a:solidFill>
                <a:schemeClr val="accent1"/>
              </a:solidFill>
              <a:latin typeface="Barlow Condensed" panose="00000506000000000000" pitchFamily="2" charset="0"/>
            </a:endParaRPr>
          </a:p>
        </p:txBody>
      </p:sp>
      <p:sp>
        <p:nvSpPr>
          <p:cNvPr id="11" name="Rechthoek 27">
            <a:extLst>
              <a:ext uri="{FF2B5EF4-FFF2-40B4-BE49-F238E27FC236}">
                <a16:creationId xmlns:a16="http://schemas.microsoft.com/office/drawing/2014/main" id="{68B40195-5392-78E4-A2C3-743D829A5662}"/>
              </a:ext>
            </a:extLst>
          </p:cNvPr>
          <p:cNvSpPr/>
          <p:nvPr/>
        </p:nvSpPr>
        <p:spPr>
          <a:xfrm>
            <a:off x="628949" y="4645595"/>
            <a:ext cx="2088232"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err="1">
                <a:solidFill>
                  <a:schemeClr val="accent1"/>
                </a:solidFill>
                <a:latin typeface="Barlow Condensed" panose="00000506000000000000" pitchFamily="2" charset="0"/>
              </a:rPr>
              <a:t>verbindingslaag</a:t>
            </a:r>
            <a:endParaRPr lang="nl-BE" sz="2400" dirty="0">
              <a:solidFill>
                <a:schemeClr val="accent1"/>
              </a:solidFill>
              <a:latin typeface="Barlow Condensed" panose="00000506000000000000" pitchFamily="2" charset="0"/>
            </a:endParaRPr>
          </a:p>
        </p:txBody>
      </p:sp>
      <p:sp>
        <p:nvSpPr>
          <p:cNvPr id="12" name="Rechthoek 29">
            <a:extLst>
              <a:ext uri="{FF2B5EF4-FFF2-40B4-BE49-F238E27FC236}">
                <a16:creationId xmlns:a16="http://schemas.microsoft.com/office/drawing/2014/main" id="{320C56DC-ADAC-7555-0811-9F98BAE920FC}"/>
              </a:ext>
            </a:extLst>
          </p:cNvPr>
          <p:cNvSpPr/>
          <p:nvPr/>
        </p:nvSpPr>
        <p:spPr>
          <a:xfrm>
            <a:off x="628949" y="5364043"/>
            <a:ext cx="2088232"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fysieke laag</a:t>
            </a:r>
          </a:p>
        </p:txBody>
      </p:sp>
      <p:sp>
        <p:nvSpPr>
          <p:cNvPr id="13" name="Rechthoek 37">
            <a:extLst>
              <a:ext uri="{FF2B5EF4-FFF2-40B4-BE49-F238E27FC236}">
                <a16:creationId xmlns:a16="http://schemas.microsoft.com/office/drawing/2014/main" id="{721E2AC4-6E4E-187F-2169-A8C1A7D3366B}"/>
              </a:ext>
            </a:extLst>
          </p:cNvPr>
          <p:cNvSpPr/>
          <p:nvPr/>
        </p:nvSpPr>
        <p:spPr>
          <a:xfrm>
            <a:off x="2717181" y="958945"/>
            <a:ext cx="414398" cy="576064"/>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nl-BE" sz="2400" dirty="0">
                <a:solidFill>
                  <a:schemeClr val="bg1"/>
                </a:solidFill>
                <a:latin typeface="Barlow Condensed" panose="00000506000000000000" pitchFamily="2" charset="0"/>
              </a:rPr>
              <a:t>7</a:t>
            </a:r>
          </a:p>
        </p:txBody>
      </p:sp>
      <p:sp>
        <p:nvSpPr>
          <p:cNvPr id="14" name="Rechthoek 38">
            <a:extLst>
              <a:ext uri="{FF2B5EF4-FFF2-40B4-BE49-F238E27FC236}">
                <a16:creationId xmlns:a16="http://schemas.microsoft.com/office/drawing/2014/main" id="{EF0CB626-9AF0-E3E4-4FAC-B2F19310DF99}"/>
              </a:ext>
            </a:extLst>
          </p:cNvPr>
          <p:cNvSpPr/>
          <p:nvPr/>
        </p:nvSpPr>
        <p:spPr>
          <a:xfrm>
            <a:off x="2717181" y="1694788"/>
            <a:ext cx="414398"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6</a:t>
            </a:r>
          </a:p>
        </p:txBody>
      </p:sp>
      <p:sp>
        <p:nvSpPr>
          <p:cNvPr id="15" name="Rechthoek 39">
            <a:extLst>
              <a:ext uri="{FF2B5EF4-FFF2-40B4-BE49-F238E27FC236}">
                <a16:creationId xmlns:a16="http://schemas.microsoft.com/office/drawing/2014/main" id="{C4F1D003-F5E6-49BA-D5EC-D361A167F112}"/>
              </a:ext>
            </a:extLst>
          </p:cNvPr>
          <p:cNvSpPr/>
          <p:nvPr/>
        </p:nvSpPr>
        <p:spPr>
          <a:xfrm>
            <a:off x="2717181" y="2444783"/>
            <a:ext cx="414398"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5</a:t>
            </a:r>
          </a:p>
        </p:txBody>
      </p:sp>
      <p:sp>
        <p:nvSpPr>
          <p:cNvPr id="16" name="Rechthoek 40">
            <a:extLst>
              <a:ext uri="{FF2B5EF4-FFF2-40B4-BE49-F238E27FC236}">
                <a16:creationId xmlns:a16="http://schemas.microsoft.com/office/drawing/2014/main" id="{98178D51-3C69-79C0-CCE5-A5F3352EFAEE}"/>
              </a:ext>
            </a:extLst>
          </p:cNvPr>
          <p:cNvSpPr/>
          <p:nvPr/>
        </p:nvSpPr>
        <p:spPr>
          <a:xfrm>
            <a:off x="2717181" y="3178179"/>
            <a:ext cx="414398"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4</a:t>
            </a:r>
          </a:p>
        </p:txBody>
      </p:sp>
      <p:sp>
        <p:nvSpPr>
          <p:cNvPr id="17" name="Rechthoek 41">
            <a:extLst>
              <a:ext uri="{FF2B5EF4-FFF2-40B4-BE49-F238E27FC236}">
                <a16:creationId xmlns:a16="http://schemas.microsoft.com/office/drawing/2014/main" id="{40AE07D7-3B26-054A-9B4B-1FBBFCABCC08}"/>
              </a:ext>
            </a:extLst>
          </p:cNvPr>
          <p:cNvSpPr/>
          <p:nvPr/>
        </p:nvSpPr>
        <p:spPr>
          <a:xfrm>
            <a:off x="2716677" y="3899986"/>
            <a:ext cx="414398"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3</a:t>
            </a:r>
          </a:p>
        </p:txBody>
      </p:sp>
      <p:sp>
        <p:nvSpPr>
          <p:cNvPr id="18" name="Rechthoek 42">
            <a:extLst>
              <a:ext uri="{FF2B5EF4-FFF2-40B4-BE49-F238E27FC236}">
                <a16:creationId xmlns:a16="http://schemas.microsoft.com/office/drawing/2014/main" id="{2BD7EFC2-F252-DD95-29F6-C032C2D1B6B3}"/>
              </a:ext>
            </a:extLst>
          </p:cNvPr>
          <p:cNvSpPr/>
          <p:nvPr/>
        </p:nvSpPr>
        <p:spPr>
          <a:xfrm>
            <a:off x="2716677" y="4648809"/>
            <a:ext cx="414398"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2</a:t>
            </a:r>
          </a:p>
        </p:txBody>
      </p:sp>
      <p:sp>
        <p:nvSpPr>
          <p:cNvPr id="19" name="Rechthoek 43">
            <a:extLst>
              <a:ext uri="{FF2B5EF4-FFF2-40B4-BE49-F238E27FC236}">
                <a16:creationId xmlns:a16="http://schemas.microsoft.com/office/drawing/2014/main" id="{626F2307-8886-317A-F6EF-F03AE1C6CE50}"/>
              </a:ext>
            </a:extLst>
          </p:cNvPr>
          <p:cNvSpPr/>
          <p:nvPr/>
        </p:nvSpPr>
        <p:spPr>
          <a:xfrm>
            <a:off x="2720217" y="5364043"/>
            <a:ext cx="414398"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1</a:t>
            </a:r>
          </a:p>
        </p:txBody>
      </p:sp>
      <p:sp>
        <p:nvSpPr>
          <p:cNvPr id="20" name="Gelijkbenige driehoek 44">
            <a:extLst>
              <a:ext uri="{FF2B5EF4-FFF2-40B4-BE49-F238E27FC236}">
                <a16:creationId xmlns:a16="http://schemas.microsoft.com/office/drawing/2014/main" id="{60503B3D-EDC4-C3D4-BDE6-21FF13B1C859}"/>
              </a:ext>
            </a:extLst>
          </p:cNvPr>
          <p:cNvSpPr/>
          <p:nvPr/>
        </p:nvSpPr>
        <p:spPr>
          <a:xfrm rot="10800000">
            <a:off x="2728144" y="1555418"/>
            <a:ext cx="360040" cy="201628"/>
          </a:xfrm>
          <a:prstGeom prst="triangle">
            <a:avLst>
              <a:gd name="adj" fmla="val 53135"/>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nl-BE" sz="2400">
              <a:latin typeface="Barlow Condensed" panose="00000506000000000000" pitchFamily="2" charset="0"/>
            </a:endParaRPr>
          </a:p>
        </p:txBody>
      </p:sp>
      <p:sp>
        <p:nvSpPr>
          <p:cNvPr id="21" name="Gelijkbenige driehoek 45">
            <a:extLst>
              <a:ext uri="{FF2B5EF4-FFF2-40B4-BE49-F238E27FC236}">
                <a16:creationId xmlns:a16="http://schemas.microsoft.com/office/drawing/2014/main" id="{CC71A1B7-439C-11F8-44B2-8887D921F60F}"/>
              </a:ext>
            </a:extLst>
          </p:cNvPr>
          <p:cNvSpPr/>
          <p:nvPr/>
        </p:nvSpPr>
        <p:spPr>
          <a:xfrm rot="10800000">
            <a:off x="2728144" y="2294388"/>
            <a:ext cx="360040" cy="201628"/>
          </a:xfrm>
          <a:prstGeom prst="triangle">
            <a:avLst>
              <a:gd name="adj" fmla="val 53135"/>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nl-BE" sz="2400">
              <a:latin typeface="Barlow Condensed" panose="00000506000000000000" pitchFamily="2" charset="0"/>
            </a:endParaRPr>
          </a:p>
        </p:txBody>
      </p:sp>
      <p:sp>
        <p:nvSpPr>
          <p:cNvPr id="22" name="Gelijkbenige driehoek 46">
            <a:extLst>
              <a:ext uri="{FF2B5EF4-FFF2-40B4-BE49-F238E27FC236}">
                <a16:creationId xmlns:a16="http://schemas.microsoft.com/office/drawing/2014/main" id="{C2BF5145-E4E4-530D-8E65-E333A808F063}"/>
              </a:ext>
            </a:extLst>
          </p:cNvPr>
          <p:cNvSpPr/>
          <p:nvPr/>
        </p:nvSpPr>
        <p:spPr>
          <a:xfrm rot="10800000">
            <a:off x="2728143" y="3030497"/>
            <a:ext cx="360040" cy="201628"/>
          </a:xfrm>
          <a:prstGeom prst="triangle">
            <a:avLst>
              <a:gd name="adj" fmla="val 53135"/>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nl-BE" sz="2400">
              <a:latin typeface="Barlow Condensed" panose="00000506000000000000" pitchFamily="2" charset="0"/>
            </a:endParaRPr>
          </a:p>
        </p:txBody>
      </p:sp>
      <p:sp>
        <p:nvSpPr>
          <p:cNvPr id="23" name="Gelijkbenige driehoek 47">
            <a:extLst>
              <a:ext uri="{FF2B5EF4-FFF2-40B4-BE49-F238E27FC236}">
                <a16:creationId xmlns:a16="http://schemas.microsoft.com/office/drawing/2014/main" id="{F9766B63-2D6C-2CC4-6F4F-4E6BCDF71904}"/>
              </a:ext>
            </a:extLst>
          </p:cNvPr>
          <p:cNvSpPr/>
          <p:nvPr/>
        </p:nvSpPr>
        <p:spPr>
          <a:xfrm rot="10800000">
            <a:off x="2728144" y="3756421"/>
            <a:ext cx="360040" cy="201628"/>
          </a:xfrm>
          <a:prstGeom prst="triangle">
            <a:avLst>
              <a:gd name="adj" fmla="val 53135"/>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nl-BE" sz="2400">
              <a:latin typeface="Barlow Condensed" panose="00000506000000000000" pitchFamily="2" charset="0"/>
            </a:endParaRPr>
          </a:p>
        </p:txBody>
      </p:sp>
      <p:sp>
        <p:nvSpPr>
          <p:cNvPr id="24" name="Gelijkbenige driehoek 48">
            <a:extLst>
              <a:ext uri="{FF2B5EF4-FFF2-40B4-BE49-F238E27FC236}">
                <a16:creationId xmlns:a16="http://schemas.microsoft.com/office/drawing/2014/main" id="{2E59D508-36A7-2CC0-8C77-A0C9AF96E75D}"/>
              </a:ext>
            </a:extLst>
          </p:cNvPr>
          <p:cNvSpPr/>
          <p:nvPr/>
        </p:nvSpPr>
        <p:spPr>
          <a:xfrm rot="10800000">
            <a:off x="2728143" y="5231500"/>
            <a:ext cx="360040" cy="201628"/>
          </a:xfrm>
          <a:prstGeom prst="triangle">
            <a:avLst>
              <a:gd name="adj" fmla="val 53135"/>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nl-BE" sz="2400">
              <a:latin typeface="Barlow Condensed" panose="00000506000000000000" pitchFamily="2" charset="0"/>
            </a:endParaRPr>
          </a:p>
        </p:txBody>
      </p:sp>
      <p:sp>
        <p:nvSpPr>
          <p:cNvPr id="25" name="Gelijkbenige driehoek 49">
            <a:extLst>
              <a:ext uri="{FF2B5EF4-FFF2-40B4-BE49-F238E27FC236}">
                <a16:creationId xmlns:a16="http://schemas.microsoft.com/office/drawing/2014/main" id="{D53B53D5-D1AF-88DC-3158-AE4AA3FFE73E}"/>
              </a:ext>
            </a:extLst>
          </p:cNvPr>
          <p:cNvSpPr/>
          <p:nvPr/>
        </p:nvSpPr>
        <p:spPr>
          <a:xfrm rot="10800000">
            <a:off x="2728144" y="4495391"/>
            <a:ext cx="360040" cy="201628"/>
          </a:xfrm>
          <a:prstGeom prst="triangle">
            <a:avLst>
              <a:gd name="adj" fmla="val 53135"/>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nl-BE" sz="2400">
              <a:latin typeface="Barlow Condensed" panose="00000506000000000000" pitchFamily="2" charset="0"/>
            </a:endParaRPr>
          </a:p>
        </p:txBody>
      </p:sp>
    </p:spTree>
    <p:extLst>
      <p:ext uri="{BB962C8B-B14F-4D97-AF65-F5344CB8AC3E}">
        <p14:creationId xmlns:p14="http://schemas.microsoft.com/office/powerpoint/2010/main" val="16502782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EAD63E-8978-BAD1-4653-6129BC744E12}"/>
            </a:ext>
          </a:extLst>
        </p:cNvPr>
        <p:cNvGrpSpPr/>
        <p:nvPr/>
      </p:nvGrpSpPr>
      <p:grpSpPr>
        <a:xfrm>
          <a:off x="0" y="0"/>
          <a:ext cx="0" cy="0"/>
          <a:chOff x="0" y="0"/>
          <a:chExt cx="0" cy="0"/>
        </a:xfrm>
      </p:grpSpPr>
      <p:sp>
        <p:nvSpPr>
          <p:cNvPr id="4" name="Rechthoek 7">
            <a:extLst>
              <a:ext uri="{FF2B5EF4-FFF2-40B4-BE49-F238E27FC236}">
                <a16:creationId xmlns:a16="http://schemas.microsoft.com/office/drawing/2014/main" id="{7609DF46-2CE5-1D40-A31B-E889FD0164A4}"/>
              </a:ext>
            </a:extLst>
          </p:cNvPr>
          <p:cNvSpPr/>
          <p:nvPr/>
        </p:nvSpPr>
        <p:spPr>
          <a:xfrm>
            <a:off x="526562" y="883406"/>
            <a:ext cx="2689332" cy="5136901"/>
          </a:xfrm>
          <a:prstGeom prst="rect">
            <a:avLst/>
          </a:prstGeom>
        </p:spPr>
        <p:style>
          <a:lnRef idx="1">
            <a:schemeClr val="accent1"/>
          </a:lnRef>
          <a:fillRef idx="3">
            <a:schemeClr val="accent1"/>
          </a:fillRef>
          <a:effectRef idx="2">
            <a:schemeClr val="accent1"/>
          </a:effectRef>
          <a:fontRef idx="minor">
            <a:schemeClr val="lt1"/>
          </a:fontRef>
        </p:style>
        <p:txBody>
          <a:bodyPr rtlCol="0" anchor="t"/>
          <a:lstStyle/>
          <a:p>
            <a:pPr algn="ctr"/>
            <a:endParaRPr lang="nl-BE" sz="3200" dirty="0">
              <a:latin typeface="Barlow Condensed" panose="00000506000000000000" pitchFamily="2" charset="0"/>
            </a:endParaRPr>
          </a:p>
        </p:txBody>
      </p:sp>
      <p:sp>
        <p:nvSpPr>
          <p:cNvPr id="5" name="Rechthoek 10">
            <a:extLst>
              <a:ext uri="{FF2B5EF4-FFF2-40B4-BE49-F238E27FC236}">
                <a16:creationId xmlns:a16="http://schemas.microsoft.com/office/drawing/2014/main" id="{AA389AE1-A524-23D9-6097-7766BA7A2B9B}"/>
              </a:ext>
            </a:extLst>
          </p:cNvPr>
          <p:cNvSpPr/>
          <p:nvPr/>
        </p:nvSpPr>
        <p:spPr>
          <a:xfrm>
            <a:off x="628949" y="958945"/>
            <a:ext cx="2088232" cy="576064"/>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nl-BE" sz="2400" dirty="0" err="1">
                <a:solidFill>
                  <a:schemeClr val="bg1"/>
                </a:solidFill>
                <a:latin typeface="Barlow Condensed" panose="00000506000000000000" pitchFamily="2" charset="0"/>
              </a:rPr>
              <a:t>toepassingslaag</a:t>
            </a:r>
            <a:endParaRPr lang="nl-BE" sz="2400" dirty="0">
              <a:solidFill>
                <a:schemeClr val="bg1"/>
              </a:solidFill>
              <a:latin typeface="Barlow Condensed" panose="00000506000000000000" pitchFamily="2" charset="0"/>
            </a:endParaRPr>
          </a:p>
        </p:txBody>
      </p:sp>
      <p:sp>
        <p:nvSpPr>
          <p:cNvPr id="6" name="Rechthoek 12">
            <a:extLst>
              <a:ext uri="{FF2B5EF4-FFF2-40B4-BE49-F238E27FC236}">
                <a16:creationId xmlns:a16="http://schemas.microsoft.com/office/drawing/2014/main" id="{8C0D7B35-9166-7FBC-7E82-C0AC336DF179}"/>
              </a:ext>
            </a:extLst>
          </p:cNvPr>
          <p:cNvSpPr/>
          <p:nvPr/>
        </p:nvSpPr>
        <p:spPr>
          <a:xfrm>
            <a:off x="628949" y="1697915"/>
            <a:ext cx="2088232"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err="1">
                <a:solidFill>
                  <a:schemeClr val="accent1"/>
                </a:solidFill>
                <a:latin typeface="Barlow Condensed" panose="00000506000000000000" pitchFamily="2" charset="0"/>
              </a:rPr>
              <a:t>presentatielaag</a:t>
            </a:r>
            <a:endParaRPr lang="nl-BE" sz="2400" dirty="0">
              <a:solidFill>
                <a:schemeClr val="accent1"/>
              </a:solidFill>
              <a:latin typeface="Barlow Condensed" panose="00000506000000000000" pitchFamily="2" charset="0"/>
            </a:endParaRPr>
          </a:p>
        </p:txBody>
      </p:sp>
      <p:sp>
        <p:nvSpPr>
          <p:cNvPr id="7" name="Rechthoek 14">
            <a:extLst>
              <a:ext uri="{FF2B5EF4-FFF2-40B4-BE49-F238E27FC236}">
                <a16:creationId xmlns:a16="http://schemas.microsoft.com/office/drawing/2014/main" id="{788436D4-2792-D61A-38CC-98E9E845E1DE}"/>
              </a:ext>
            </a:extLst>
          </p:cNvPr>
          <p:cNvSpPr/>
          <p:nvPr/>
        </p:nvSpPr>
        <p:spPr>
          <a:xfrm>
            <a:off x="628949" y="2444592"/>
            <a:ext cx="2088232"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err="1">
                <a:solidFill>
                  <a:schemeClr val="accent1"/>
                </a:solidFill>
                <a:latin typeface="Barlow Condensed" panose="00000506000000000000" pitchFamily="2" charset="0"/>
              </a:rPr>
              <a:t>sessielaag</a:t>
            </a:r>
            <a:endParaRPr lang="nl-BE" sz="2400" dirty="0">
              <a:solidFill>
                <a:schemeClr val="accent1"/>
              </a:solidFill>
              <a:latin typeface="Barlow Condensed" panose="00000506000000000000" pitchFamily="2" charset="0"/>
            </a:endParaRPr>
          </a:p>
        </p:txBody>
      </p:sp>
      <p:sp>
        <p:nvSpPr>
          <p:cNvPr id="8" name="Rechthoek 16">
            <a:extLst>
              <a:ext uri="{FF2B5EF4-FFF2-40B4-BE49-F238E27FC236}">
                <a16:creationId xmlns:a16="http://schemas.microsoft.com/office/drawing/2014/main" id="{A8243B81-3FDB-1399-AF3B-72F377EBD6DA}"/>
              </a:ext>
            </a:extLst>
          </p:cNvPr>
          <p:cNvSpPr/>
          <p:nvPr/>
        </p:nvSpPr>
        <p:spPr>
          <a:xfrm>
            <a:off x="628949" y="3178370"/>
            <a:ext cx="2088232"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err="1">
                <a:solidFill>
                  <a:schemeClr val="accent1"/>
                </a:solidFill>
                <a:latin typeface="Barlow Condensed" panose="00000506000000000000" pitchFamily="2" charset="0"/>
              </a:rPr>
              <a:t>transportlaag</a:t>
            </a:r>
            <a:endParaRPr lang="nl-BE" sz="2400" dirty="0">
              <a:solidFill>
                <a:schemeClr val="accent1"/>
              </a:solidFill>
              <a:latin typeface="Barlow Condensed" panose="00000506000000000000" pitchFamily="2" charset="0"/>
            </a:endParaRPr>
          </a:p>
        </p:txBody>
      </p:sp>
      <p:cxnSp>
        <p:nvCxnSpPr>
          <p:cNvPr id="9" name="Rechte verbindingslijn 19">
            <a:extLst>
              <a:ext uri="{FF2B5EF4-FFF2-40B4-BE49-F238E27FC236}">
                <a16:creationId xmlns:a16="http://schemas.microsoft.com/office/drawing/2014/main" id="{94D37B0D-B1C3-94E3-206B-449A0086346C}"/>
              </a:ext>
            </a:extLst>
          </p:cNvPr>
          <p:cNvCxnSpPr/>
          <p:nvPr/>
        </p:nvCxnSpPr>
        <p:spPr>
          <a:xfrm>
            <a:off x="1666169" y="5423745"/>
            <a:ext cx="0" cy="506979"/>
          </a:xfrm>
          <a:prstGeom prst="line">
            <a:avLst/>
          </a:prstGeom>
          <a:ln>
            <a:solidFill>
              <a:schemeClr val="bg1"/>
            </a:solidFill>
          </a:ln>
        </p:spPr>
        <p:style>
          <a:lnRef idx="3">
            <a:schemeClr val="accent1"/>
          </a:lnRef>
          <a:fillRef idx="0">
            <a:schemeClr val="accent1"/>
          </a:fillRef>
          <a:effectRef idx="2">
            <a:schemeClr val="accent1"/>
          </a:effectRef>
          <a:fontRef idx="minor">
            <a:schemeClr val="tx1"/>
          </a:fontRef>
        </p:style>
      </p:cxnSp>
      <p:sp>
        <p:nvSpPr>
          <p:cNvPr id="10" name="Rechthoek 25">
            <a:extLst>
              <a:ext uri="{FF2B5EF4-FFF2-40B4-BE49-F238E27FC236}">
                <a16:creationId xmlns:a16="http://schemas.microsoft.com/office/drawing/2014/main" id="{6FA88B96-EFDA-08C9-B423-47452BADFE99}"/>
              </a:ext>
            </a:extLst>
          </p:cNvPr>
          <p:cNvSpPr/>
          <p:nvPr/>
        </p:nvSpPr>
        <p:spPr>
          <a:xfrm>
            <a:off x="628949" y="3898918"/>
            <a:ext cx="2088232"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err="1">
                <a:solidFill>
                  <a:schemeClr val="accent1"/>
                </a:solidFill>
                <a:latin typeface="Barlow Condensed" panose="00000506000000000000" pitchFamily="2" charset="0"/>
              </a:rPr>
              <a:t>netwerklaag</a:t>
            </a:r>
            <a:endParaRPr lang="nl-BE" sz="2400" dirty="0">
              <a:solidFill>
                <a:schemeClr val="accent1"/>
              </a:solidFill>
              <a:latin typeface="Barlow Condensed" panose="00000506000000000000" pitchFamily="2" charset="0"/>
            </a:endParaRPr>
          </a:p>
        </p:txBody>
      </p:sp>
      <p:sp>
        <p:nvSpPr>
          <p:cNvPr id="11" name="Rechthoek 27">
            <a:extLst>
              <a:ext uri="{FF2B5EF4-FFF2-40B4-BE49-F238E27FC236}">
                <a16:creationId xmlns:a16="http://schemas.microsoft.com/office/drawing/2014/main" id="{81D8A6DA-5D32-CBD2-9125-189559EE405A}"/>
              </a:ext>
            </a:extLst>
          </p:cNvPr>
          <p:cNvSpPr/>
          <p:nvPr/>
        </p:nvSpPr>
        <p:spPr>
          <a:xfrm>
            <a:off x="628949" y="4645595"/>
            <a:ext cx="2088232"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err="1">
                <a:solidFill>
                  <a:schemeClr val="accent1"/>
                </a:solidFill>
                <a:latin typeface="Barlow Condensed" panose="00000506000000000000" pitchFamily="2" charset="0"/>
              </a:rPr>
              <a:t>verbindingslaag</a:t>
            </a:r>
            <a:endParaRPr lang="nl-BE" sz="2400" dirty="0">
              <a:solidFill>
                <a:schemeClr val="accent1"/>
              </a:solidFill>
              <a:latin typeface="Barlow Condensed" panose="00000506000000000000" pitchFamily="2" charset="0"/>
            </a:endParaRPr>
          </a:p>
        </p:txBody>
      </p:sp>
      <p:sp>
        <p:nvSpPr>
          <p:cNvPr id="12" name="Rechthoek 29">
            <a:extLst>
              <a:ext uri="{FF2B5EF4-FFF2-40B4-BE49-F238E27FC236}">
                <a16:creationId xmlns:a16="http://schemas.microsoft.com/office/drawing/2014/main" id="{F2BBE58A-4D13-26D5-189D-0688944DEA23}"/>
              </a:ext>
            </a:extLst>
          </p:cNvPr>
          <p:cNvSpPr/>
          <p:nvPr/>
        </p:nvSpPr>
        <p:spPr>
          <a:xfrm>
            <a:off x="628949" y="5364043"/>
            <a:ext cx="2088232"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fysieke laag</a:t>
            </a:r>
          </a:p>
        </p:txBody>
      </p:sp>
      <p:sp>
        <p:nvSpPr>
          <p:cNvPr id="13" name="Rechthoek 37">
            <a:extLst>
              <a:ext uri="{FF2B5EF4-FFF2-40B4-BE49-F238E27FC236}">
                <a16:creationId xmlns:a16="http://schemas.microsoft.com/office/drawing/2014/main" id="{C1F8423A-5436-2283-5F9C-C8F5CB3907FA}"/>
              </a:ext>
            </a:extLst>
          </p:cNvPr>
          <p:cNvSpPr/>
          <p:nvPr/>
        </p:nvSpPr>
        <p:spPr>
          <a:xfrm>
            <a:off x="2717181" y="958945"/>
            <a:ext cx="414398" cy="576064"/>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nl-BE" sz="2400" dirty="0">
                <a:solidFill>
                  <a:schemeClr val="bg1"/>
                </a:solidFill>
                <a:latin typeface="Barlow Condensed" panose="00000506000000000000" pitchFamily="2" charset="0"/>
              </a:rPr>
              <a:t>7</a:t>
            </a:r>
          </a:p>
        </p:txBody>
      </p:sp>
      <p:sp>
        <p:nvSpPr>
          <p:cNvPr id="14" name="Rechthoek 38">
            <a:extLst>
              <a:ext uri="{FF2B5EF4-FFF2-40B4-BE49-F238E27FC236}">
                <a16:creationId xmlns:a16="http://schemas.microsoft.com/office/drawing/2014/main" id="{ED37521E-BF49-37BD-0EDA-9EA1EA0D4494}"/>
              </a:ext>
            </a:extLst>
          </p:cNvPr>
          <p:cNvSpPr/>
          <p:nvPr/>
        </p:nvSpPr>
        <p:spPr>
          <a:xfrm>
            <a:off x="2717181" y="1694788"/>
            <a:ext cx="414398"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6</a:t>
            </a:r>
          </a:p>
        </p:txBody>
      </p:sp>
      <p:sp>
        <p:nvSpPr>
          <p:cNvPr id="15" name="Rechthoek 39">
            <a:extLst>
              <a:ext uri="{FF2B5EF4-FFF2-40B4-BE49-F238E27FC236}">
                <a16:creationId xmlns:a16="http://schemas.microsoft.com/office/drawing/2014/main" id="{D5D38F87-8A52-FB19-9AF1-6E89FEDD4422}"/>
              </a:ext>
            </a:extLst>
          </p:cNvPr>
          <p:cNvSpPr/>
          <p:nvPr/>
        </p:nvSpPr>
        <p:spPr>
          <a:xfrm>
            <a:off x="2717181" y="2444783"/>
            <a:ext cx="414398"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5</a:t>
            </a:r>
          </a:p>
        </p:txBody>
      </p:sp>
      <p:sp>
        <p:nvSpPr>
          <p:cNvPr id="16" name="Rechthoek 40">
            <a:extLst>
              <a:ext uri="{FF2B5EF4-FFF2-40B4-BE49-F238E27FC236}">
                <a16:creationId xmlns:a16="http://schemas.microsoft.com/office/drawing/2014/main" id="{614CF7E1-6324-908F-76C6-9736E26B4C12}"/>
              </a:ext>
            </a:extLst>
          </p:cNvPr>
          <p:cNvSpPr/>
          <p:nvPr/>
        </p:nvSpPr>
        <p:spPr>
          <a:xfrm>
            <a:off x="2717181" y="3178179"/>
            <a:ext cx="414398"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4</a:t>
            </a:r>
          </a:p>
        </p:txBody>
      </p:sp>
      <p:sp>
        <p:nvSpPr>
          <p:cNvPr id="17" name="Rechthoek 41">
            <a:extLst>
              <a:ext uri="{FF2B5EF4-FFF2-40B4-BE49-F238E27FC236}">
                <a16:creationId xmlns:a16="http://schemas.microsoft.com/office/drawing/2014/main" id="{196F8811-E347-DD24-48C3-A7F69CBA941F}"/>
              </a:ext>
            </a:extLst>
          </p:cNvPr>
          <p:cNvSpPr/>
          <p:nvPr/>
        </p:nvSpPr>
        <p:spPr>
          <a:xfrm>
            <a:off x="2716677" y="3899986"/>
            <a:ext cx="414398"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3</a:t>
            </a:r>
          </a:p>
        </p:txBody>
      </p:sp>
      <p:sp>
        <p:nvSpPr>
          <p:cNvPr id="18" name="Rechthoek 42">
            <a:extLst>
              <a:ext uri="{FF2B5EF4-FFF2-40B4-BE49-F238E27FC236}">
                <a16:creationId xmlns:a16="http://schemas.microsoft.com/office/drawing/2014/main" id="{F7AEB61F-B632-5B99-89DC-24541E0F4859}"/>
              </a:ext>
            </a:extLst>
          </p:cNvPr>
          <p:cNvSpPr/>
          <p:nvPr/>
        </p:nvSpPr>
        <p:spPr>
          <a:xfrm>
            <a:off x="2716677" y="4648809"/>
            <a:ext cx="414398"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2</a:t>
            </a:r>
          </a:p>
        </p:txBody>
      </p:sp>
      <p:sp>
        <p:nvSpPr>
          <p:cNvPr id="19" name="Rechthoek 43">
            <a:extLst>
              <a:ext uri="{FF2B5EF4-FFF2-40B4-BE49-F238E27FC236}">
                <a16:creationId xmlns:a16="http://schemas.microsoft.com/office/drawing/2014/main" id="{58FEB2AE-D0E9-1887-C3DA-4775EFB73CBB}"/>
              </a:ext>
            </a:extLst>
          </p:cNvPr>
          <p:cNvSpPr/>
          <p:nvPr/>
        </p:nvSpPr>
        <p:spPr>
          <a:xfrm>
            <a:off x="2720217" y="5364043"/>
            <a:ext cx="414398"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1</a:t>
            </a:r>
          </a:p>
        </p:txBody>
      </p:sp>
      <p:sp>
        <p:nvSpPr>
          <p:cNvPr id="20" name="Gelijkbenige driehoek 44">
            <a:extLst>
              <a:ext uri="{FF2B5EF4-FFF2-40B4-BE49-F238E27FC236}">
                <a16:creationId xmlns:a16="http://schemas.microsoft.com/office/drawing/2014/main" id="{85B2584F-1E01-7EA0-952E-2E823CB71490}"/>
              </a:ext>
            </a:extLst>
          </p:cNvPr>
          <p:cNvSpPr/>
          <p:nvPr/>
        </p:nvSpPr>
        <p:spPr>
          <a:xfrm rot="10800000">
            <a:off x="2728144" y="1555418"/>
            <a:ext cx="360040" cy="201628"/>
          </a:xfrm>
          <a:prstGeom prst="triangle">
            <a:avLst>
              <a:gd name="adj" fmla="val 53135"/>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nl-BE" sz="2400">
              <a:latin typeface="Barlow Condensed" panose="00000506000000000000" pitchFamily="2" charset="0"/>
            </a:endParaRPr>
          </a:p>
        </p:txBody>
      </p:sp>
      <p:sp>
        <p:nvSpPr>
          <p:cNvPr id="21" name="Gelijkbenige driehoek 45">
            <a:extLst>
              <a:ext uri="{FF2B5EF4-FFF2-40B4-BE49-F238E27FC236}">
                <a16:creationId xmlns:a16="http://schemas.microsoft.com/office/drawing/2014/main" id="{6F60A1CB-4288-6EE8-F737-C2B437E630C7}"/>
              </a:ext>
            </a:extLst>
          </p:cNvPr>
          <p:cNvSpPr/>
          <p:nvPr/>
        </p:nvSpPr>
        <p:spPr>
          <a:xfrm rot="10800000">
            <a:off x="2728144" y="2294388"/>
            <a:ext cx="360040" cy="201628"/>
          </a:xfrm>
          <a:prstGeom prst="triangle">
            <a:avLst>
              <a:gd name="adj" fmla="val 53135"/>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nl-BE" sz="2400">
              <a:latin typeface="Barlow Condensed" panose="00000506000000000000" pitchFamily="2" charset="0"/>
            </a:endParaRPr>
          </a:p>
        </p:txBody>
      </p:sp>
      <p:sp>
        <p:nvSpPr>
          <p:cNvPr id="22" name="Gelijkbenige driehoek 46">
            <a:extLst>
              <a:ext uri="{FF2B5EF4-FFF2-40B4-BE49-F238E27FC236}">
                <a16:creationId xmlns:a16="http://schemas.microsoft.com/office/drawing/2014/main" id="{2DF38F0A-170B-6A61-4C3F-4CD55D0981B6}"/>
              </a:ext>
            </a:extLst>
          </p:cNvPr>
          <p:cNvSpPr/>
          <p:nvPr/>
        </p:nvSpPr>
        <p:spPr>
          <a:xfrm rot="10800000">
            <a:off x="2728143" y="3030497"/>
            <a:ext cx="360040" cy="201628"/>
          </a:xfrm>
          <a:prstGeom prst="triangle">
            <a:avLst>
              <a:gd name="adj" fmla="val 53135"/>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nl-BE" sz="2400">
              <a:latin typeface="Barlow Condensed" panose="00000506000000000000" pitchFamily="2" charset="0"/>
            </a:endParaRPr>
          </a:p>
        </p:txBody>
      </p:sp>
      <p:sp>
        <p:nvSpPr>
          <p:cNvPr id="23" name="Gelijkbenige driehoek 47">
            <a:extLst>
              <a:ext uri="{FF2B5EF4-FFF2-40B4-BE49-F238E27FC236}">
                <a16:creationId xmlns:a16="http://schemas.microsoft.com/office/drawing/2014/main" id="{1059E8E5-7D3D-A44C-6A12-D7AD1997D5AD}"/>
              </a:ext>
            </a:extLst>
          </p:cNvPr>
          <p:cNvSpPr/>
          <p:nvPr/>
        </p:nvSpPr>
        <p:spPr>
          <a:xfrm rot="10800000">
            <a:off x="2728144" y="3756421"/>
            <a:ext cx="360040" cy="201628"/>
          </a:xfrm>
          <a:prstGeom prst="triangle">
            <a:avLst>
              <a:gd name="adj" fmla="val 53135"/>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nl-BE" sz="2400">
              <a:latin typeface="Barlow Condensed" panose="00000506000000000000" pitchFamily="2" charset="0"/>
            </a:endParaRPr>
          </a:p>
        </p:txBody>
      </p:sp>
      <p:sp>
        <p:nvSpPr>
          <p:cNvPr id="24" name="Gelijkbenige driehoek 48">
            <a:extLst>
              <a:ext uri="{FF2B5EF4-FFF2-40B4-BE49-F238E27FC236}">
                <a16:creationId xmlns:a16="http://schemas.microsoft.com/office/drawing/2014/main" id="{3055D6A9-0451-19C7-3150-3A54EFC17100}"/>
              </a:ext>
            </a:extLst>
          </p:cNvPr>
          <p:cNvSpPr/>
          <p:nvPr/>
        </p:nvSpPr>
        <p:spPr>
          <a:xfrm rot="10800000">
            <a:off x="2728143" y="5231500"/>
            <a:ext cx="360040" cy="201628"/>
          </a:xfrm>
          <a:prstGeom prst="triangle">
            <a:avLst>
              <a:gd name="adj" fmla="val 53135"/>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nl-BE" sz="2400">
              <a:latin typeface="Barlow Condensed" panose="00000506000000000000" pitchFamily="2" charset="0"/>
            </a:endParaRPr>
          </a:p>
        </p:txBody>
      </p:sp>
      <p:sp>
        <p:nvSpPr>
          <p:cNvPr id="25" name="Gelijkbenige driehoek 49">
            <a:extLst>
              <a:ext uri="{FF2B5EF4-FFF2-40B4-BE49-F238E27FC236}">
                <a16:creationId xmlns:a16="http://schemas.microsoft.com/office/drawing/2014/main" id="{0F363516-2C70-37FB-13F2-187CEEEE2BCB}"/>
              </a:ext>
            </a:extLst>
          </p:cNvPr>
          <p:cNvSpPr/>
          <p:nvPr/>
        </p:nvSpPr>
        <p:spPr>
          <a:xfrm rot="10800000">
            <a:off x="2728144" y="4495391"/>
            <a:ext cx="360040" cy="201628"/>
          </a:xfrm>
          <a:prstGeom prst="triangle">
            <a:avLst>
              <a:gd name="adj" fmla="val 53135"/>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nl-BE" sz="2400">
              <a:latin typeface="Barlow Condensed" panose="00000506000000000000" pitchFamily="2" charset="0"/>
            </a:endParaRPr>
          </a:p>
        </p:txBody>
      </p:sp>
      <p:sp>
        <p:nvSpPr>
          <p:cNvPr id="33" name="Rechthoek 7">
            <a:extLst>
              <a:ext uri="{FF2B5EF4-FFF2-40B4-BE49-F238E27FC236}">
                <a16:creationId xmlns:a16="http://schemas.microsoft.com/office/drawing/2014/main" id="{4D9B9055-70F6-E210-3543-F369F935D36B}"/>
              </a:ext>
            </a:extLst>
          </p:cNvPr>
          <p:cNvSpPr/>
          <p:nvPr/>
        </p:nvSpPr>
        <p:spPr>
          <a:xfrm>
            <a:off x="4564462" y="883406"/>
            <a:ext cx="2689332" cy="5136901"/>
          </a:xfrm>
          <a:prstGeom prst="rect">
            <a:avLst/>
          </a:prstGeom>
        </p:spPr>
        <p:style>
          <a:lnRef idx="1">
            <a:schemeClr val="accent1"/>
          </a:lnRef>
          <a:fillRef idx="3">
            <a:schemeClr val="accent1"/>
          </a:fillRef>
          <a:effectRef idx="2">
            <a:schemeClr val="accent1"/>
          </a:effectRef>
          <a:fontRef idx="minor">
            <a:schemeClr val="lt1"/>
          </a:fontRef>
        </p:style>
        <p:txBody>
          <a:bodyPr rtlCol="0" anchor="t"/>
          <a:lstStyle/>
          <a:p>
            <a:pPr algn="ctr"/>
            <a:endParaRPr lang="nl-BE" sz="3200" dirty="0">
              <a:latin typeface="Barlow Condensed" panose="00000506000000000000" pitchFamily="2" charset="0"/>
            </a:endParaRPr>
          </a:p>
        </p:txBody>
      </p:sp>
      <p:sp>
        <p:nvSpPr>
          <p:cNvPr id="34" name="Rechthoek 10">
            <a:extLst>
              <a:ext uri="{FF2B5EF4-FFF2-40B4-BE49-F238E27FC236}">
                <a16:creationId xmlns:a16="http://schemas.microsoft.com/office/drawing/2014/main" id="{3E221E1B-E63A-98C9-D709-CE09DB472C20}"/>
              </a:ext>
            </a:extLst>
          </p:cNvPr>
          <p:cNvSpPr/>
          <p:nvPr/>
        </p:nvSpPr>
        <p:spPr>
          <a:xfrm>
            <a:off x="4666849" y="958945"/>
            <a:ext cx="2088232" cy="576064"/>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nl-BE" sz="2400" dirty="0">
                <a:solidFill>
                  <a:schemeClr val="bg1"/>
                </a:solidFill>
                <a:latin typeface="Barlow Condensed" panose="00000506000000000000" pitchFamily="2" charset="0"/>
              </a:rPr>
              <a:t>ApplicationLayer</a:t>
            </a:r>
          </a:p>
        </p:txBody>
      </p:sp>
      <p:sp>
        <p:nvSpPr>
          <p:cNvPr id="35" name="Rechthoek 12">
            <a:extLst>
              <a:ext uri="{FF2B5EF4-FFF2-40B4-BE49-F238E27FC236}">
                <a16:creationId xmlns:a16="http://schemas.microsoft.com/office/drawing/2014/main" id="{FFC8CE82-CDAD-395D-1AF5-18415F72DB94}"/>
              </a:ext>
            </a:extLst>
          </p:cNvPr>
          <p:cNvSpPr/>
          <p:nvPr/>
        </p:nvSpPr>
        <p:spPr>
          <a:xfrm>
            <a:off x="4666849" y="1697915"/>
            <a:ext cx="2088232"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PresentationLayer</a:t>
            </a:r>
          </a:p>
        </p:txBody>
      </p:sp>
      <p:sp>
        <p:nvSpPr>
          <p:cNvPr id="36" name="Rechthoek 14">
            <a:extLst>
              <a:ext uri="{FF2B5EF4-FFF2-40B4-BE49-F238E27FC236}">
                <a16:creationId xmlns:a16="http://schemas.microsoft.com/office/drawing/2014/main" id="{9C50EF9F-F17E-C4BB-FF01-338150101286}"/>
              </a:ext>
            </a:extLst>
          </p:cNvPr>
          <p:cNvSpPr/>
          <p:nvPr/>
        </p:nvSpPr>
        <p:spPr>
          <a:xfrm>
            <a:off x="4666849" y="2444592"/>
            <a:ext cx="2088232"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SessionLayer</a:t>
            </a:r>
          </a:p>
        </p:txBody>
      </p:sp>
      <p:sp>
        <p:nvSpPr>
          <p:cNvPr id="37" name="Rechthoek 16">
            <a:extLst>
              <a:ext uri="{FF2B5EF4-FFF2-40B4-BE49-F238E27FC236}">
                <a16:creationId xmlns:a16="http://schemas.microsoft.com/office/drawing/2014/main" id="{E33A9A26-4DD7-C4C2-EB41-D145C131359F}"/>
              </a:ext>
            </a:extLst>
          </p:cNvPr>
          <p:cNvSpPr/>
          <p:nvPr/>
        </p:nvSpPr>
        <p:spPr>
          <a:xfrm>
            <a:off x="4666849" y="3178370"/>
            <a:ext cx="2088232"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TransportLayer</a:t>
            </a:r>
          </a:p>
        </p:txBody>
      </p:sp>
      <p:cxnSp>
        <p:nvCxnSpPr>
          <p:cNvPr id="38" name="Rechte verbindingslijn 19">
            <a:extLst>
              <a:ext uri="{FF2B5EF4-FFF2-40B4-BE49-F238E27FC236}">
                <a16:creationId xmlns:a16="http://schemas.microsoft.com/office/drawing/2014/main" id="{A87F6BB8-1FB5-2C7A-7AEB-4D48FED496E9}"/>
              </a:ext>
            </a:extLst>
          </p:cNvPr>
          <p:cNvCxnSpPr/>
          <p:nvPr/>
        </p:nvCxnSpPr>
        <p:spPr>
          <a:xfrm>
            <a:off x="5704069" y="5423745"/>
            <a:ext cx="0" cy="506979"/>
          </a:xfrm>
          <a:prstGeom prst="line">
            <a:avLst/>
          </a:prstGeom>
          <a:ln>
            <a:solidFill>
              <a:schemeClr val="bg1"/>
            </a:solidFill>
          </a:ln>
        </p:spPr>
        <p:style>
          <a:lnRef idx="3">
            <a:schemeClr val="accent1"/>
          </a:lnRef>
          <a:fillRef idx="0">
            <a:schemeClr val="accent1"/>
          </a:fillRef>
          <a:effectRef idx="2">
            <a:schemeClr val="accent1"/>
          </a:effectRef>
          <a:fontRef idx="minor">
            <a:schemeClr val="tx1"/>
          </a:fontRef>
        </p:style>
      </p:cxnSp>
      <p:sp>
        <p:nvSpPr>
          <p:cNvPr id="39" name="Rechthoek 25">
            <a:extLst>
              <a:ext uri="{FF2B5EF4-FFF2-40B4-BE49-F238E27FC236}">
                <a16:creationId xmlns:a16="http://schemas.microsoft.com/office/drawing/2014/main" id="{2FE2A0A3-4C0E-AA72-E5B3-8AA2195FD6D6}"/>
              </a:ext>
            </a:extLst>
          </p:cNvPr>
          <p:cNvSpPr/>
          <p:nvPr/>
        </p:nvSpPr>
        <p:spPr>
          <a:xfrm>
            <a:off x="4666849" y="3898918"/>
            <a:ext cx="2088232"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NetworkLayer</a:t>
            </a:r>
          </a:p>
        </p:txBody>
      </p:sp>
      <p:sp>
        <p:nvSpPr>
          <p:cNvPr id="40" name="Rechthoek 27">
            <a:extLst>
              <a:ext uri="{FF2B5EF4-FFF2-40B4-BE49-F238E27FC236}">
                <a16:creationId xmlns:a16="http://schemas.microsoft.com/office/drawing/2014/main" id="{CD7EB1B2-1B35-0A77-3FD3-A842F6B45FE3}"/>
              </a:ext>
            </a:extLst>
          </p:cNvPr>
          <p:cNvSpPr/>
          <p:nvPr/>
        </p:nvSpPr>
        <p:spPr>
          <a:xfrm>
            <a:off x="4666849" y="4645595"/>
            <a:ext cx="2088232"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DataLinkLayer</a:t>
            </a:r>
          </a:p>
        </p:txBody>
      </p:sp>
      <p:sp>
        <p:nvSpPr>
          <p:cNvPr id="41" name="Rechthoek 29">
            <a:extLst>
              <a:ext uri="{FF2B5EF4-FFF2-40B4-BE49-F238E27FC236}">
                <a16:creationId xmlns:a16="http://schemas.microsoft.com/office/drawing/2014/main" id="{C8BE330B-DCAB-8BE6-6FE3-2282999E5559}"/>
              </a:ext>
            </a:extLst>
          </p:cNvPr>
          <p:cNvSpPr/>
          <p:nvPr/>
        </p:nvSpPr>
        <p:spPr>
          <a:xfrm>
            <a:off x="4666849" y="5364043"/>
            <a:ext cx="2088232"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PhysicalLayer</a:t>
            </a:r>
          </a:p>
        </p:txBody>
      </p:sp>
      <p:sp>
        <p:nvSpPr>
          <p:cNvPr id="42" name="Rechthoek 37">
            <a:extLst>
              <a:ext uri="{FF2B5EF4-FFF2-40B4-BE49-F238E27FC236}">
                <a16:creationId xmlns:a16="http://schemas.microsoft.com/office/drawing/2014/main" id="{5BD9A302-91FA-AE58-B339-087927D105BE}"/>
              </a:ext>
            </a:extLst>
          </p:cNvPr>
          <p:cNvSpPr/>
          <p:nvPr/>
        </p:nvSpPr>
        <p:spPr>
          <a:xfrm>
            <a:off x="6755081" y="958945"/>
            <a:ext cx="414398" cy="576064"/>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nl-BE" sz="2400" dirty="0">
                <a:solidFill>
                  <a:schemeClr val="bg1"/>
                </a:solidFill>
                <a:latin typeface="Barlow Condensed" panose="00000506000000000000" pitchFamily="2" charset="0"/>
              </a:rPr>
              <a:t>7</a:t>
            </a:r>
          </a:p>
        </p:txBody>
      </p:sp>
      <p:sp>
        <p:nvSpPr>
          <p:cNvPr id="43" name="Rechthoek 38">
            <a:extLst>
              <a:ext uri="{FF2B5EF4-FFF2-40B4-BE49-F238E27FC236}">
                <a16:creationId xmlns:a16="http://schemas.microsoft.com/office/drawing/2014/main" id="{9FC6E5F9-FDC0-3116-FBC6-C1B35E220F57}"/>
              </a:ext>
            </a:extLst>
          </p:cNvPr>
          <p:cNvSpPr/>
          <p:nvPr/>
        </p:nvSpPr>
        <p:spPr>
          <a:xfrm>
            <a:off x="6755081" y="1694788"/>
            <a:ext cx="414398"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6</a:t>
            </a:r>
          </a:p>
        </p:txBody>
      </p:sp>
      <p:sp>
        <p:nvSpPr>
          <p:cNvPr id="44" name="Rechthoek 39">
            <a:extLst>
              <a:ext uri="{FF2B5EF4-FFF2-40B4-BE49-F238E27FC236}">
                <a16:creationId xmlns:a16="http://schemas.microsoft.com/office/drawing/2014/main" id="{3BCE7488-3260-817F-F673-0314863F8C4C}"/>
              </a:ext>
            </a:extLst>
          </p:cNvPr>
          <p:cNvSpPr/>
          <p:nvPr/>
        </p:nvSpPr>
        <p:spPr>
          <a:xfrm>
            <a:off x="6755081" y="2444783"/>
            <a:ext cx="414398"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5</a:t>
            </a:r>
          </a:p>
        </p:txBody>
      </p:sp>
      <p:sp>
        <p:nvSpPr>
          <p:cNvPr id="45" name="Rechthoek 40">
            <a:extLst>
              <a:ext uri="{FF2B5EF4-FFF2-40B4-BE49-F238E27FC236}">
                <a16:creationId xmlns:a16="http://schemas.microsoft.com/office/drawing/2014/main" id="{B7BA1864-2230-6E2B-00B9-E88B03012A9E}"/>
              </a:ext>
            </a:extLst>
          </p:cNvPr>
          <p:cNvSpPr/>
          <p:nvPr/>
        </p:nvSpPr>
        <p:spPr>
          <a:xfrm>
            <a:off x="6755081" y="3178179"/>
            <a:ext cx="414398"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4</a:t>
            </a:r>
          </a:p>
        </p:txBody>
      </p:sp>
      <p:sp>
        <p:nvSpPr>
          <p:cNvPr id="46" name="Rechthoek 41">
            <a:extLst>
              <a:ext uri="{FF2B5EF4-FFF2-40B4-BE49-F238E27FC236}">
                <a16:creationId xmlns:a16="http://schemas.microsoft.com/office/drawing/2014/main" id="{BB23A614-CB77-8870-242A-4B9FF13D58F2}"/>
              </a:ext>
            </a:extLst>
          </p:cNvPr>
          <p:cNvSpPr/>
          <p:nvPr/>
        </p:nvSpPr>
        <p:spPr>
          <a:xfrm>
            <a:off x="6754577" y="3899986"/>
            <a:ext cx="414398"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3</a:t>
            </a:r>
          </a:p>
        </p:txBody>
      </p:sp>
      <p:sp>
        <p:nvSpPr>
          <p:cNvPr id="47" name="Rechthoek 42">
            <a:extLst>
              <a:ext uri="{FF2B5EF4-FFF2-40B4-BE49-F238E27FC236}">
                <a16:creationId xmlns:a16="http://schemas.microsoft.com/office/drawing/2014/main" id="{55ED8944-7A57-B8CB-B097-DE77C06909FC}"/>
              </a:ext>
            </a:extLst>
          </p:cNvPr>
          <p:cNvSpPr/>
          <p:nvPr/>
        </p:nvSpPr>
        <p:spPr>
          <a:xfrm>
            <a:off x="6754577" y="4648809"/>
            <a:ext cx="414398"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2</a:t>
            </a:r>
          </a:p>
        </p:txBody>
      </p:sp>
      <p:sp>
        <p:nvSpPr>
          <p:cNvPr id="48" name="Rechthoek 43">
            <a:extLst>
              <a:ext uri="{FF2B5EF4-FFF2-40B4-BE49-F238E27FC236}">
                <a16:creationId xmlns:a16="http://schemas.microsoft.com/office/drawing/2014/main" id="{C126F4CE-DE51-099C-B326-E95E461A682A}"/>
              </a:ext>
            </a:extLst>
          </p:cNvPr>
          <p:cNvSpPr/>
          <p:nvPr/>
        </p:nvSpPr>
        <p:spPr>
          <a:xfrm>
            <a:off x="6758117" y="5364043"/>
            <a:ext cx="414398"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1</a:t>
            </a:r>
          </a:p>
        </p:txBody>
      </p:sp>
      <p:sp>
        <p:nvSpPr>
          <p:cNvPr id="49" name="Gelijkbenige driehoek 44">
            <a:extLst>
              <a:ext uri="{FF2B5EF4-FFF2-40B4-BE49-F238E27FC236}">
                <a16:creationId xmlns:a16="http://schemas.microsoft.com/office/drawing/2014/main" id="{6D04E1F8-42F4-4E62-91E5-2ABB363602B5}"/>
              </a:ext>
            </a:extLst>
          </p:cNvPr>
          <p:cNvSpPr/>
          <p:nvPr/>
        </p:nvSpPr>
        <p:spPr>
          <a:xfrm rot="10800000">
            <a:off x="6766044" y="1555418"/>
            <a:ext cx="360040" cy="201628"/>
          </a:xfrm>
          <a:prstGeom prst="triangle">
            <a:avLst>
              <a:gd name="adj" fmla="val 53135"/>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nl-BE" sz="2400">
              <a:latin typeface="Barlow Condensed" panose="00000506000000000000" pitchFamily="2" charset="0"/>
            </a:endParaRPr>
          </a:p>
        </p:txBody>
      </p:sp>
      <p:sp>
        <p:nvSpPr>
          <p:cNvPr id="50" name="Gelijkbenige driehoek 45">
            <a:extLst>
              <a:ext uri="{FF2B5EF4-FFF2-40B4-BE49-F238E27FC236}">
                <a16:creationId xmlns:a16="http://schemas.microsoft.com/office/drawing/2014/main" id="{EB55FD33-0395-10B5-831F-D191DF0B92A7}"/>
              </a:ext>
            </a:extLst>
          </p:cNvPr>
          <p:cNvSpPr/>
          <p:nvPr/>
        </p:nvSpPr>
        <p:spPr>
          <a:xfrm rot="10800000">
            <a:off x="6766044" y="2294388"/>
            <a:ext cx="360040" cy="201628"/>
          </a:xfrm>
          <a:prstGeom prst="triangle">
            <a:avLst>
              <a:gd name="adj" fmla="val 53135"/>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nl-BE" sz="2400">
              <a:latin typeface="Barlow Condensed" panose="00000506000000000000" pitchFamily="2" charset="0"/>
            </a:endParaRPr>
          </a:p>
        </p:txBody>
      </p:sp>
      <p:sp>
        <p:nvSpPr>
          <p:cNvPr id="51" name="Gelijkbenige driehoek 46">
            <a:extLst>
              <a:ext uri="{FF2B5EF4-FFF2-40B4-BE49-F238E27FC236}">
                <a16:creationId xmlns:a16="http://schemas.microsoft.com/office/drawing/2014/main" id="{6F108BFA-43FE-C013-41AF-C1AA8D103462}"/>
              </a:ext>
            </a:extLst>
          </p:cNvPr>
          <p:cNvSpPr/>
          <p:nvPr/>
        </p:nvSpPr>
        <p:spPr>
          <a:xfrm rot="10800000">
            <a:off x="6766043" y="3030497"/>
            <a:ext cx="360040" cy="201628"/>
          </a:xfrm>
          <a:prstGeom prst="triangle">
            <a:avLst>
              <a:gd name="adj" fmla="val 53135"/>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nl-BE" sz="2400">
              <a:latin typeface="Barlow Condensed" panose="00000506000000000000" pitchFamily="2" charset="0"/>
            </a:endParaRPr>
          </a:p>
        </p:txBody>
      </p:sp>
      <p:sp>
        <p:nvSpPr>
          <p:cNvPr id="52" name="Gelijkbenige driehoek 47">
            <a:extLst>
              <a:ext uri="{FF2B5EF4-FFF2-40B4-BE49-F238E27FC236}">
                <a16:creationId xmlns:a16="http://schemas.microsoft.com/office/drawing/2014/main" id="{BF2635BD-D0CD-B956-1149-559BBE4C0CC3}"/>
              </a:ext>
            </a:extLst>
          </p:cNvPr>
          <p:cNvSpPr/>
          <p:nvPr/>
        </p:nvSpPr>
        <p:spPr>
          <a:xfrm rot="10800000">
            <a:off x="6766044" y="3756421"/>
            <a:ext cx="360040" cy="201628"/>
          </a:xfrm>
          <a:prstGeom prst="triangle">
            <a:avLst>
              <a:gd name="adj" fmla="val 53135"/>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nl-BE" sz="2400">
              <a:latin typeface="Barlow Condensed" panose="00000506000000000000" pitchFamily="2" charset="0"/>
            </a:endParaRPr>
          </a:p>
        </p:txBody>
      </p:sp>
      <p:sp>
        <p:nvSpPr>
          <p:cNvPr id="53" name="Gelijkbenige driehoek 48">
            <a:extLst>
              <a:ext uri="{FF2B5EF4-FFF2-40B4-BE49-F238E27FC236}">
                <a16:creationId xmlns:a16="http://schemas.microsoft.com/office/drawing/2014/main" id="{B5DCAB86-2B98-5C49-13AE-9440CA9F4048}"/>
              </a:ext>
            </a:extLst>
          </p:cNvPr>
          <p:cNvSpPr/>
          <p:nvPr/>
        </p:nvSpPr>
        <p:spPr>
          <a:xfrm rot="10800000">
            <a:off x="6766043" y="5231500"/>
            <a:ext cx="360040" cy="201628"/>
          </a:xfrm>
          <a:prstGeom prst="triangle">
            <a:avLst>
              <a:gd name="adj" fmla="val 53135"/>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nl-BE" sz="2400">
              <a:latin typeface="Barlow Condensed" panose="00000506000000000000" pitchFamily="2" charset="0"/>
            </a:endParaRPr>
          </a:p>
        </p:txBody>
      </p:sp>
      <p:sp>
        <p:nvSpPr>
          <p:cNvPr id="54" name="Gelijkbenige driehoek 49">
            <a:extLst>
              <a:ext uri="{FF2B5EF4-FFF2-40B4-BE49-F238E27FC236}">
                <a16:creationId xmlns:a16="http://schemas.microsoft.com/office/drawing/2014/main" id="{6193DB38-E902-042E-049B-DEF1FB272F68}"/>
              </a:ext>
            </a:extLst>
          </p:cNvPr>
          <p:cNvSpPr/>
          <p:nvPr/>
        </p:nvSpPr>
        <p:spPr>
          <a:xfrm rot="10800000">
            <a:off x="6766044" y="4495391"/>
            <a:ext cx="360040" cy="201628"/>
          </a:xfrm>
          <a:prstGeom prst="triangle">
            <a:avLst>
              <a:gd name="adj" fmla="val 53135"/>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nl-BE" sz="2400">
              <a:latin typeface="Barlow Condensed" panose="00000506000000000000" pitchFamily="2" charset="0"/>
            </a:endParaRPr>
          </a:p>
        </p:txBody>
      </p:sp>
    </p:spTree>
    <p:extLst>
      <p:ext uri="{BB962C8B-B14F-4D97-AF65-F5344CB8AC3E}">
        <p14:creationId xmlns:p14="http://schemas.microsoft.com/office/powerpoint/2010/main" val="7969466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2B618B-2F1F-2CF6-FB54-000D9843E0E6}"/>
            </a:ext>
          </a:extLst>
        </p:cNvPr>
        <p:cNvGrpSpPr/>
        <p:nvPr/>
      </p:nvGrpSpPr>
      <p:grpSpPr>
        <a:xfrm>
          <a:off x="0" y="0"/>
          <a:ext cx="0" cy="0"/>
          <a:chOff x="0" y="0"/>
          <a:chExt cx="0" cy="0"/>
        </a:xfrm>
      </p:grpSpPr>
      <p:sp>
        <p:nvSpPr>
          <p:cNvPr id="4" name="Rechthoek 7">
            <a:extLst>
              <a:ext uri="{FF2B5EF4-FFF2-40B4-BE49-F238E27FC236}">
                <a16:creationId xmlns:a16="http://schemas.microsoft.com/office/drawing/2014/main" id="{20FCEE7B-052A-5312-9FDB-58ECD33370F5}"/>
              </a:ext>
            </a:extLst>
          </p:cNvPr>
          <p:cNvSpPr/>
          <p:nvPr/>
        </p:nvSpPr>
        <p:spPr>
          <a:xfrm>
            <a:off x="526562" y="883406"/>
            <a:ext cx="2689332" cy="5136901"/>
          </a:xfrm>
          <a:prstGeom prst="rect">
            <a:avLst/>
          </a:prstGeom>
        </p:spPr>
        <p:style>
          <a:lnRef idx="1">
            <a:schemeClr val="accent1"/>
          </a:lnRef>
          <a:fillRef idx="3">
            <a:schemeClr val="accent1"/>
          </a:fillRef>
          <a:effectRef idx="2">
            <a:schemeClr val="accent1"/>
          </a:effectRef>
          <a:fontRef idx="minor">
            <a:schemeClr val="lt1"/>
          </a:fontRef>
        </p:style>
        <p:txBody>
          <a:bodyPr rtlCol="0" anchor="t"/>
          <a:lstStyle/>
          <a:p>
            <a:pPr algn="ctr"/>
            <a:endParaRPr lang="nl-BE" sz="3200" dirty="0">
              <a:latin typeface="Barlow Condensed" panose="00000506000000000000" pitchFamily="2" charset="0"/>
            </a:endParaRPr>
          </a:p>
        </p:txBody>
      </p:sp>
      <p:sp>
        <p:nvSpPr>
          <p:cNvPr id="5" name="Rechthoek 10">
            <a:extLst>
              <a:ext uri="{FF2B5EF4-FFF2-40B4-BE49-F238E27FC236}">
                <a16:creationId xmlns:a16="http://schemas.microsoft.com/office/drawing/2014/main" id="{C6EE708C-318A-B24B-3C14-1306E47271CF}"/>
              </a:ext>
            </a:extLst>
          </p:cNvPr>
          <p:cNvSpPr/>
          <p:nvPr/>
        </p:nvSpPr>
        <p:spPr>
          <a:xfrm>
            <a:off x="628949" y="958945"/>
            <a:ext cx="2088232" cy="576064"/>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nl-BE" sz="2400" dirty="0" err="1">
                <a:solidFill>
                  <a:schemeClr val="bg1"/>
                </a:solidFill>
                <a:latin typeface="Barlow Condensed" panose="00000506000000000000" pitchFamily="2" charset="0"/>
              </a:rPr>
              <a:t>toepassingslaag</a:t>
            </a:r>
            <a:endParaRPr lang="nl-BE" sz="2400" dirty="0">
              <a:solidFill>
                <a:schemeClr val="bg1"/>
              </a:solidFill>
              <a:latin typeface="Barlow Condensed" panose="00000506000000000000" pitchFamily="2" charset="0"/>
            </a:endParaRPr>
          </a:p>
        </p:txBody>
      </p:sp>
      <p:sp>
        <p:nvSpPr>
          <p:cNvPr id="6" name="Rechthoek 12">
            <a:extLst>
              <a:ext uri="{FF2B5EF4-FFF2-40B4-BE49-F238E27FC236}">
                <a16:creationId xmlns:a16="http://schemas.microsoft.com/office/drawing/2014/main" id="{C4957D79-11F0-8B6D-1108-94975E6E3F88}"/>
              </a:ext>
            </a:extLst>
          </p:cNvPr>
          <p:cNvSpPr/>
          <p:nvPr/>
        </p:nvSpPr>
        <p:spPr>
          <a:xfrm>
            <a:off x="628949" y="1697915"/>
            <a:ext cx="2088232"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err="1">
                <a:solidFill>
                  <a:schemeClr val="accent1"/>
                </a:solidFill>
                <a:latin typeface="Barlow Condensed" panose="00000506000000000000" pitchFamily="2" charset="0"/>
              </a:rPr>
              <a:t>presentatielaag</a:t>
            </a:r>
            <a:endParaRPr lang="nl-BE" sz="2400" dirty="0">
              <a:solidFill>
                <a:schemeClr val="accent1"/>
              </a:solidFill>
              <a:latin typeface="Barlow Condensed" panose="00000506000000000000" pitchFamily="2" charset="0"/>
            </a:endParaRPr>
          </a:p>
        </p:txBody>
      </p:sp>
      <p:sp>
        <p:nvSpPr>
          <p:cNvPr id="7" name="Rechthoek 14">
            <a:extLst>
              <a:ext uri="{FF2B5EF4-FFF2-40B4-BE49-F238E27FC236}">
                <a16:creationId xmlns:a16="http://schemas.microsoft.com/office/drawing/2014/main" id="{C1F4B500-2906-6A12-E107-91A8E7F5E894}"/>
              </a:ext>
            </a:extLst>
          </p:cNvPr>
          <p:cNvSpPr/>
          <p:nvPr/>
        </p:nvSpPr>
        <p:spPr>
          <a:xfrm>
            <a:off x="628949" y="2444592"/>
            <a:ext cx="2088232"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err="1">
                <a:solidFill>
                  <a:schemeClr val="accent1"/>
                </a:solidFill>
                <a:latin typeface="Barlow Condensed" panose="00000506000000000000" pitchFamily="2" charset="0"/>
              </a:rPr>
              <a:t>sessielaag</a:t>
            </a:r>
            <a:endParaRPr lang="nl-BE" sz="2400" dirty="0">
              <a:solidFill>
                <a:schemeClr val="accent1"/>
              </a:solidFill>
              <a:latin typeface="Barlow Condensed" panose="00000506000000000000" pitchFamily="2" charset="0"/>
            </a:endParaRPr>
          </a:p>
        </p:txBody>
      </p:sp>
      <p:sp>
        <p:nvSpPr>
          <p:cNvPr id="8" name="Rechthoek 16">
            <a:extLst>
              <a:ext uri="{FF2B5EF4-FFF2-40B4-BE49-F238E27FC236}">
                <a16:creationId xmlns:a16="http://schemas.microsoft.com/office/drawing/2014/main" id="{7DED3164-C89B-B3B3-7DC8-4E0AB6212ED9}"/>
              </a:ext>
            </a:extLst>
          </p:cNvPr>
          <p:cNvSpPr/>
          <p:nvPr/>
        </p:nvSpPr>
        <p:spPr>
          <a:xfrm>
            <a:off x="628949" y="3178370"/>
            <a:ext cx="2088232"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err="1">
                <a:solidFill>
                  <a:schemeClr val="accent1"/>
                </a:solidFill>
                <a:latin typeface="Barlow Condensed" panose="00000506000000000000" pitchFamily="2" charset="0"/>
              </a:rPr>
              <a:t>transportlaag</a:t>
            </a:r>
            <a:endParaRPr lang="nl-BE" sz="2400" dirty="0">
              <a:solidFill>
                <a:schemeClr val="accent1"/>
              </a:solidFill>
              <a:latin typeface="Barlow Condensed" panose="00000506000000000000" pitchFamily="2" charset="0"/>
            </a:endParaRPr>
          </a:p>
        </p:txBody>
      </p:sp>
      <p:cxnSp>
        <p:nvCxnSpPr>
          <p:cNvPr id="9" name="Rechte verbindingslijn 19">
            <a:extLst>
              <a:ext uri="{FF2B5EF4-FFF2-40B4-BE49-F238E27FC236}">
                <a16:creationId xmlns:a16="http://schemas.microsoft.com/office/drawing/2014/main" id="{763AFD70-3835-9A7C-4625-DF7AA2BE46F3}"/>
              </a:ext>
            </a:extLst>
          </p:cNvPr>
          <p:cNvCxnSpPr/>
          <p:nvPr/>
        </p:nvCxnSpPr>
        <p:spPr>
          <a:xfrm>
            <a:off x="1666169" y="5423745"/>
            <a:ext cx="0" cy="506979"/>
          </a:xfrm>
          <a:prstGeom prst="line">
            <a:avLst/>
          </a:prstGeom>
          <a:ln>
            <a:solidFill>
              <a:schemeClr val="bg1"/>
            </a:solidFill>
          </a:ln>
        </p:spPr>
        <p:style>
          <a:lnRef idx="3">
            <a:schemeClr val="accent1"/>
          </a:lnRef>
          <a:fillRef idx="0">
            <a:schemeClr val="accent1"/>
          </a:fillRef>
          <a:effectRef idx="2">
            <a:schemeClr val="accent1"/>
          </a:effectRef>
          <a:fontRef idx="minor">
            <a:schemeClr val="tx1"/>
          </a:fontRef>
        </p:style>
      </p:cxnSp>
      <p:sp>
        <p:nvSpPr>
          <p:cNvPr id="10" name="Rechthoek 25">
            <a:extLst>
              <a:ext uri="{FF2B5EF4-FFF2-40B4-BE49-F238E27FC236}">
                <a16:creationId xmlns:a16="http://schemas.microsoft.com/office/drawing/2014/main" id="{6B66DEC2-4532-3892-825E-BDCF385984CC}"/>
              </a:ext>
            </a:extLst>
          </p:cNvPr>
          <p:cNvSpPr/>
          <p:nvPr/>
        </p:nvSpPr>
        <p:spPr>
          <a:xfrm>
            <a:off x="628949" y="3898918"/>
            <a:ext cx="2088232"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err="1">
                <a:solidFill>
                  <a:schemeClr val="accent1"/>
                </a:solidFill>
                <a:latin typeface="Barlow Condensed" panose="00000506000000000000" pitchFamily="2" charset="0"/>
              </a:rPr>
              <a:t>netwerklaag</a:t>
            </a:r>
            <a:endParaRPr lang="nl-BE" sz="2400" dirty="0">
              <a:solidFill>
                <a:schemeClr val="accent1"/>
              </a:solidFill>
              <a:latin typeface="Barlow Condensed" panose="00000506000000000000" pitchFamily="2" charset="0"/>
            </a:endParaRPr>
          </a:p>
        </p:txBody>
      </p:sp>
      <p:sp>
        <p:nvSpPr>
          <p:cNvPr id="11" name="Rechthoek 27">
            <a:extLst>
              <a:ext uri="{FF2B5EF4-FFF2-40B4-BE49-F238E27FC236}">
                <a16:creationId xmlns:a16="http://schemas.microsoft.com/office/drawing/2014/main" id="{0D5A57E9-B6CB-9A54-5EED-1A32E8D72E8F}"/>
              </a:ext>
            </a:extLst>
          </p:cNvPr>
          <p:cNvSpPr/>
          <p:nvPr/>
        </p:nvSpPr>
        <p:spPr>
          <a:xfrm>
            <a:off x="628949" y="4645595"/>
            <a:ext cx="2088232"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err="1">
                <a:solidFill>
                  <a:schemeClr val="accent1"/>
                </a:solidFill>
                <a:latin typeface="Barlow Condensed" panose="00000506000000000000" pitchFamily="2" charset="0"/>
              </a:rPr>
              <a:t>verbindingslaag</a:t>
            </a:r>
            <a:endParaRPr lang="nl-BE" sz="2400" dirty="0">
              <a:solidFill>
                <a:schemeClr val="accent1"/>
              </a:solidFill>
              <a:latin typeface="Barlow Condensed" panose="00000506000000000000" pitchFamily="2" charset="0"/>
            </a:endParaRPr>
          </a:p>
        </p:txBody>
      </p:sp>
      <p:sp>
        <p:nvSpPr>
          <p:cNvPr id="12" name="Rechthoek 29">
            <a:extLst>
              <a:ext uri="{FF2B5EF4-FFF2-40B4-BE49-F238E27FC236}">
                <a16:creationId xmlns:a16="http://schemas.microsoft.com/office/drawing/2014/main" id="{FC2AC6AE-D5E9-B51C-3755-120DC2DC2A2E}"/>
              </a:ext>
            </a:extLst>
          </p:cNvPr>
          <p:cNvSpPr/>
          <p:nvPr/>
        </p:nvSpPr>
        <p:spPr>
          <a:xfrm>
            <a:off x="628949" y="5364043"/>
            <a:ext cx="2088232"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fysieke laag</a:t>
            </a:r>
          </a:p>
        </p:txBody>
      </p:sp>
      <p:sp>
        <p:nvSpPr>
          <p:cNvPr id="13" name="Rechthoek 37">
            <a:extLst>
              <a:ext uri="{FF2B5EF4-FFF2-40B4-BE49-F238E27FC236}">
                <a16:creationId xmlns:a16="http://schemas.microsoft.com/office/drawing/2014/main" id="{2FB0D3EF-9248-F2E4-4254-0AE2555B966C}"/>
              </a:ext>
            </a:extLst>
          </p:cNvPr>
          <p:cNvSpPr/>
          <p:nvPr/>
        </p:nvSpPr>
        <p:spPr>
          <a:xfrm>
            <a:off x="2717181" y="958945"/>
            <a:ext cx="414398" cy="576064"/>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nl-BE" sz="2400" dirty="0">
                <a:solidFill>
                  <a:schemeClr val="bg1"/>
                </a:solidFill>
                <a:latin typeface="Barlow Condensed" panose="00000506000000000000" pitchFamily="2" charset="0"/>
              </a:rPr>
              <a:t>7</a:t>
            </a:r>
          </a:p>
        </p:txBody>
      </p:sp>
      <p:sp>
        <p:nvSpPr>
          <p:cNvPr id="14" name="Rechthoek 38">
            <a:extLst>
              <a:ext uri="{FF2B5EF4-FFF2-40B4-BE49-F238E27FC236}">
                <a16:creationId xmlns:a16="http://schemas.microsoft.com/office/drawing/2014/main" id="{F43402A8-795B-6939-4543-ACA7DDCA6311}"/>
              </a:ext>
            </a:extLst>
          </p:cNvPr>
          <p:cNvSpPr/>
          <p:nvPr/>
        </p:nvSpPr>
        <p:spPr>
          <a:xfrm>
            <a:off x="2717181" y="1694788"/>
            <a:ext cx="414398"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6</a:t>
            </a:r>
          </a:p>
        </p:txBody>
      </p:sp>
      <p:sp>
        <p:nvSpPr>
          <p:cNvPr id="15" name="Rechthoek 39">
            <a:extLst>
              <a:ext uri="{FF2B5EF4-FFF2-40B4-BE49-F238E27FC236}">
                <a16:creationId xmlns:a16="http://schemas.microsoft.com/office/drawing/2014/main" id="{6886586A-C337-497D-80D8-35F493E290C2}"/>
              </a:ext>
            </a:extLst>
          </p:cNvPr>
          <p:cNvSpPr/>
          <p:nvPr/>
        </p:nvSpPr>
        <p:spPr>
          <a:xfrm>
            <a:off x="2717181" y="2444783"/>
            <a:ext cx="414398"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5</a:t>
            </a:r>
          </a:p>
        </p:txBody>
      </p:sp>
      <p:sp>
        <p:nvSpPr>
          <p:cNvPr id="16" name="Rechthoek 40">
            <a:extLst>
              <a:ext uri="{FF2B5EF4-FFF2-40B4-BE49-F238E27FC236}">
                <a16:creationId xmlns:a16="http://schemas.microsoft.com/office/drawing/2014/main" id="{3B9124B5-1198-877B-D05B-2020FD93254D}"/>
              </a:ext>
            </a:extLst>
          </p:cNvPr>
          <p:cNvSpPr/>
          <p:nvPr/>
        </p:nvSpPr>
        <p:spPr>
          <a:xfrm>
            <a:off x="2717181" y="3178179"/>
            <a:ext cx="414398"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4</a:t>
            </a:r>
          </a:p>
        </p:txBody>
      </p:sp>
      <p:sp>
        <p:nvSpPr>
          <p:cNvPr id="17" name="Rechthoek 41">
            <a:extLst>
              <a:ext uri="{FF2B5EF4-FFF2-40B4-BE49-F238E27FC236}">
                <a16:creationId xmlns:a16="http://schemas.microsoft.com/office/drawing/2014/main" id="{B59836FF-4CF5-A66B-EC54-E3CA2B2FEDA7}"/>
              </a:ext>
            </a:extLst>
          </p:cNvPr>
          <p:cNvSpPr/>
          <p:nvPr/>
        </p:nvSpPr>
        <p:spPr>
          <a:xfrm>
            <a:off x="2716677" y="3899986"/>
            <a:ext cx="414398"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3</a:t>
            </a:r>
          </a:p>
        </p:txBody>
      </p:sp>
      <p:sp>
        <p:nvSpPr>
          <p:cNvPr id="18" name="Rechthoek 42">
            <a:extLst>
              <a:ext uri="{FF2B5EF4-FFF2-40B4-BE49-F238E27FC236}">
                <a16:creationId xmlns:a16="http://schemas.microsoft.com/office/drawing/2014/main" id="{9F830E76-AC21-D15C-9CF1-5809F900BC8A}"/>
              </a:ext>
            </a:extLst>
          </p:cNvPr>
          <p:cNvSpPr/>
          <p:nvPr/>
        </p:nvSpPr>
        <p:spPr>
          <a:xfrm>
            <a:off x="2716677" y="4648809"/>
            <a:ext cx="414398"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2</a:t>
            </a:r>
          </a:p>
        </p:txBody>
      </p:sp>
      <p:sp>
        <p:nvSpPr>
          <p:cNvPr id="19" name="Rechthoek 43">
            <a:extLst>
              <a:ext uri="{FF2B5EF4-FFF2-40B4-BE49-F238E27FC236}">
                <a16:creationId xmlns:a16="http://schemas.microsoft.com/office/drawing/2014/main" id="{C58C4DEC-B5B9-686A-A802-2F510BD0CD2D}"/>
              </a:ext>
            </a:extLst>
          </p:cNvPr>
          <p:cNvSpPr/>
          <p:nvPr/>
        </p:nvSpPr>
        <p:spPr>
          <a:xfrm>
            <a:off x="2720217" y="5364043"/>
            <a:ext cx="414398"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1</a:t>
            </a:r>
          </a:p>
        </p:txBody>
      </p:sp>
      <p:sp>
        <p:nvSpPr>
          <p:cNvPr id="20" name="Gelijkbenige driehoek 44">
            <a:extLst>
              <a:ext uri="{FF2B5EF4-FFF2-40B4-BE49-F238E27FC236}">
                <a16:creationId xmlns:a16="http://schemas.microsoft.com/office/drawing/2014/main" id="{03E50113-4A1F-E111-F75D-3F2F9597D1BC}"/>
              </a:ext>
            </a:extLst>
          </p:cNvPr>
          <p:cNvSpPr/>
          <p:nvPr/>
        </p:nvSpPr>
        <p:spPr>
          <a:xfrm rot="10800000">
            <a:off x="2728144" y="1555418"/>
            <a:ext cx="360040" cy="201628"/>
          </a:xfrm>
          <a:prstGeom prst="triangle">
            <a:avLst>
              <a:gd name="adj" fmla="val 53135"/>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nl-BE" sz="2400">
              <a:latin typeface="Barlow Condensed" panose="00000506000000000000" pitchFamily="2" charset="0"/>
            </a:endParaRPr>
          </a:p>
        </p:txBody>
      </p:sp>
      <p:sp>
        <p:nvSpPr>
          <p:cNvPr id="21" name="Gelijkbenige driehoek 45">
            <a:extLst>
              <a:ext uri="{FF2B5EF4-FFF2-40B4-BE49-F238E27FC236}">
                <a16:creationId xmlns:a16="http://schemas.microsoft.com/office/drawing/2014/main" id="{DDD4288F-0304-EE9D-E58A-1FEC891C23DB}"/>
              </a:ext>
            </a:extLst>
          </p:cNvPr>
          <p:cNvSpPr/>
          <p:nvPr/>
        </p:nvSpPr>
        <p:spPr>
          <a:xfrm rot="10800000">
            <a:off x="2728144" y="2294388"/>
            <a:ext cx="360040" cy="201628"/>
          </a:xfrm>
          <a:prstGeom prst="triangle">
            <a:avLst>
              <a:gd name="adj" fmla="val 53135"/>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nl-BE" sz="2400">
              <a:latin typeface="Barlow Condensed" panose="00000506000000000000" pitchFamily="2" charset="0"/>
            </a:endParaRPr>
          </a:p>
        </p:txBody>
      </p:sp>
      <p:sp>
        <p:nvSpPr>
          <p:cNvPr id="22" name="Gelijkbenige driehoek 46">
            <a:extLst>
              <a:ext uri="{FF2B5EF4-FFF2-40B4-BE49-F238E27FC236}">
                <a16:creationId xmlns:a16="http://schemas.microsoft.com/office/drawing/2014/main" id="{F4730BCE-F5B7-0405-DD59-249413EB11B0}"/>
              </a:ext>
            </a:extLst>
          </p:cNvPr>
          <p:cNvSpPr/>
          <p:nvPr/>
        </p:nvSpPr>
        <p:spPr>
          <a:xfrm rot="10800000">
            <a:off x="2728143" y="3030497"/>
            <a:ext cx="360040" cy="201628"/>
          </a:xfrm>
          <a:prstGeom prst="triangle">
            <a:avLst>
              <a:gd name="adj" fmla="val 53135"/>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nl-BE" sz="2400">
              <a:latin typeface="Barlow Condensed" panose="00000506000000000000" pitchFamily="2" charset="0"/>
            </a:endParaRPr>
          </a:p>
        </p:txBody>
      </p:sp>
      <p:sp>
        <p:nvSpPr>
          <p:cNvPr id="23" name="Gelijkbenige driehoek 47">
            <a:extLst>
              <a:ext uri="{FF2B5EF4-FFF2-40B4-BE49-F238E27FC236}">
                <a16:creationId xmlns:a16="http://schemas.microsoft.com/office/drawing/2014/main" id="{0D5D1414-660A-B5CB-80D1-AD1D3D30F482}"/>
              </a:ext>
            </a:extLst>
          </p:cNvPr>
          <p:cNvSpPr/>
          <p:nvPr/>
        </p:nvSpPr>
        <p:spPr>
          <a:xfrm rot="10800000">
            <a:off x="2728144" y="3756421"/>
            <a:ext cx="360040" cy="201628"/>
          </a:xfrm>
          <a:prstGeom prst="triangle">
            <a:avLst>
              <a:gd name="adj" fmla="val 53135"/>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nl-BE" sz="2400">
              <a:latin typeface="Barlow Condensed" panose="00000506000000000000" pitchFamily="2" charset="0"/>
            </a:endParaRPr>
          </a:p>
        </p:txBody>
      </p:sp>
      <p:sp>
        <p:nvSpPr>
          <p:cNvPr id="24" name="Gelijkbenige driehoek 48">
            <a:extLst>
              <a:ext uri="{FF2B5EF4-FFF2-40B4-BE49-F238E27FC236}">
                <a16:creationId xmlns:a16="http://schemas.microsoft.com/office/drawing/2014/main" id="{266C88EC-7D89-FF7E-4DB5-A724EF45DFEC}"/>
              </a:ext>
            </a:extLst>
          </p:cNvPr>
          <p:cNvSpPr/>
          <p:nvPr/>
        </p:nvSpPr>
        <p:spPr>
          <a:xfrm rot="10800000">
            <a:off x="2728143" y="5231500"/>
            <a:ext cx="360040" cy="201628"/>
          </a:xfrm>
          <a:prstGeom prst="triangle">
            <a:avLst>
              <a:gd name="adj" fmla="val 53135"/>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nl-BE" sz="2400">
              <a:latin typeface="Barlow Condensed" panose="00000506000000000000" pitchFamily="2" charset="0"/>
            </a:endParaRPr>
          </a:p>
        </p:txBody>
      </p:sp>
      <p:sp>
        <p:nvSpPr>
          <p:cNvPr id="25" name="Gelijkbenige driehoek 49">
            <a:extLst>
              <a:ext uri="{FF2B5EF4-FFF2-40B4-BE49-F238E27FC236}">
                <a16:creationId xmlns:a16="http://schemas.microsoft.com/office/drawing/2014/main" id="{709F0E01-F27D-EF14-9942-7628B88E9D32}"/>
              </a:ext>
            </a:extLst>
          </p:cNvPr>
          <p:cNvSpPr/>
          <p:nvPr/>
        </p:nvSpPr>
        <p:spPr>
          <a:xfrm rot="10800000">
            <a:off x="2728144" y="4495391"/>
            <a:ext cx="360040" cy="201628"/>
          </a:xfrm>
          <a:prstGeom prst="triangle">
            <a:avLst>
              <a:gd name="adj" fmla="val 53135"/>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nl-BE" sz="2400">
              <a:latin typeface="Barlow Condensed" panose="00000506000000000000" pitchFamily="2" charset="0"/>
            </a:endParaRPr>
          </a:p>
        </p:txBody>
      </p:sp>
      <p:sp>
        <p:nvSpPr>
          <p:cNvPr id="26" name="TextBox 25">
            <a:extLst>
              <a:ext uri="{FF2B5EF4-FFF2-40B4-BE49-F238E27FC236}">
                <a16:creationId xmlns:a16="http://schemas.microsoft.com/office/drawing/2014/main" id="{00DB923A-550B-696B-1668-A4552F91C584}"/>
              </a:ext>
            </a:extLst>
          </p:cNvPr>
          <p:cNvSpPr txBox="1"/>
          <p:nvPr/>
        </p:nvSpPr>
        <p:spPr>
          <a:xfrm>
            <a:off x="8803518" y="3174773"/>
            <a:ext cx="2689332" cy="584775"/>
          </a:xfrm>
          <a:prstGeom prst="rect">
            <a:avLst/>
          </a:prstGeom>
          <a:noFill/>
        </p:spPr>
        <p:txBody>
          <a:bodyPr wrap="square" rtlCol="0">
            <a:spAutoFit/>
          </a:bodyPr>
          <a:lstStyle/>
          <a:p>
            <a:r>
              <a:rPr lang="en-US" sz="3200" dirty="0"/>
              <a:t>To</a:t>
            </a:r>
            <a:endParaRPr lang="LID4096" sz="3200" dirty="0"/>
          </a:p>
        </p:txBody>
      </p:sp>
      <p:sp>
        <p:nvSpPr>
          <p:cNvPr id="27" name="TextBox 26">
            <a:extLst>
              <a:ext uri="{FF2B5EF4-FFF2-40B4-BE49-F238E27FC236}">
                <a16:creationId xmlns:a16="http://schemas.microsoft.com/office/drawing/2014/main" id="{446AC767-8793-8F36-55B5-A1FCD9060ACA}"/>
              </a:ext>
            </a:extLst>
          </p:cNvPr>
          <p:cNvSpPr txBox="1"/>
          <p:nvPr/>
        </p:nvSpPr>
        <p:spPr>
          <a:xfrm>
            <a:off x="8771836" y="1710093"/>
            <a:ext cx="2689332" cy="584775"/>
          </a:xfrm>
          <a:prstGeom prst="rect">
            <a:avLst/>
          </a:prstGeom>
          <a:noFill/>
        </p:spPr>
        <p:txBody>
          <a:bodyPr wrap="square" rtlCol="0">
            <a:spAutoFit/>
          </a:bodyPr>
          <a:lstStyle/>
          <a:p>
            <a:r>
              <a:rPr lang="en-US" sz="3200" dirty="0"/>
              <a:t>People</a:t>
            </a:r>
            <a:endParaRPr lang="LID4096" sz="3200" dirty="0"/>
          </a:p>
        </p:txBody>
      </p:sp>
      <p:sp>
        <p:nvSpPr>
          <p:cNvPr id="28" name="TextBox 27">
            <a:extLst>
              <a:ext uri="{FF2B5EF4-FFF2-40B4-BE49-F238E27FC236}">
                <a16:creationId xmlns:a16="http://schemas.microsoft.com/office/drawing/2014/main" id="{C903AD26-AC7D-EBD8-3FA7-B873E8AA5E00}"/>
              </a:ext>
            </a:extLst>
          </p:cNvPr>
          <p:cNvSpPr txBox="1"/>
          <p:nvPr/>
        </p:nvSpPr>
        <p:spPr>
          <a:xfrm>
            <a:off x="8771836" y="2445936"/>
            <a:ext cx="2689332" cy="584775"/>
          </a:xfrm>
          <a:prstGeom prst="rect">
            <a:avLst/>
          </a:prstGeom>
          <a:noFill/>
        </p:spPr>
        <p:txBody>
          <a:bodyPr wrap="square" rtlCol="0">
            <a:spAutoFit/>
          </a:bodyPr>
          <a:lstStyle/>
          <a:p>
            <a:r>
              <a:rPr lang="en-US" sz="3200" dirty="0"/>
              <a:t>Seem</a:t>
            </a:r>
            <a:endParaRPr lang="LID4096" sz="3200" dirty="0"/>
          </a:p>
        </p:txBody>
      </p:sp>
      <p:sp>
        <p:nvSpPr>
          <p:cNvPr id="29" name="TextBox 28">
            <a:extLst>
              <a:ext uri="{FF2B5EF4-FFF2-40B4-BE49-F238E27FC236}">
                <a16:creationId xmlns:a16="http://schemas.microsoft.com/office/drawing/2014/main" id="{7F169433-4C33-040E-2BA9-EE91C502022F}"/>
              </a:ext>
            </a:extLst>
          </p:cNvPr>
          <p:cNvSpPr txBox="1"/>
          <p:nvPr/>
        </p:nvSpPr>
        <p:spPr>
          <a:xfrm>
            <a:off x="8771836" y="958945"/>
            <a:ext cx="2689332" cy="584775"/>
          </a:xfrm>
          <a:prstGeom prst="rect">
            <a:avLst/>
          </a:prstGeom>
          <a:noFill/>
        </p:spPr>
        <p:txBody>
          <a:bodyPr wrap="square" rtlCol="0">
            <a:spAutoFit/>
          </a:bodyPr>
          <a:lstStyle/>
          <a:p>
            <a:r>
              <a:rPr lang="en-US" sz="3200" dirty="0"/>
              <a:t>All</a:t>
            </a:r>
            <a:endParaRPr lang="LID4096" sz="3200" dirty="0"/>
          </a:p>
        </p:txBody>
      </p:sp>
      <p:sp>
        <p:nvSpPr>
          <p:cNvPr id="30" name="TextBox 29">
            <a:extLst>
              <a:ext uri="{FF2B5EF4-FFF2-40B4-BE49-F238E27FC236}">
                <a16:creationId xmlns:a16="http://schemas.microsoft.com/office/drawing/2014/main" id="{696B3CBA-C019-547E-57AC-81FD3A3E5B8A}"/>
              </a:ext>
            </a:extLst>
          </p:cNvPr>
          <p:cNvSpPr txBox="1"/>
          <p:nvPr/>
        </p:nvSpPr>
        <p:spPr>
          <a:xfrm>
            <a:off x="8803518" y="3910616"/>
            <a:ext cx="2689332" cy="584775"/>
          </a:xfrm>
          <a:prstGeom prst="rect">
            <a:avLst/>
          </a:prstGeom>
          <a:noFill/>
        </p:spPr>
        <p:txBody>
          <a:bodyPr wrap="square" rtlCol="0">
            <a:spAutoFit/>
          </a:bodyPr>
          <a:lstStyle/>
          <a:p>
            <a:r>
              <a:rPr lang="en-US" sz="3200" dirty="0"/>
              <a:t>Need</a:t>
            </a:r>
            <a:endParaRPr lang="LID4096" sz="3200" dirty="0"/>
          </a:p>
        </p:txBody>
      </p:sp>
      <p:sp>
        <p:nvSpPr>
          <p:cNvPr id="31" name="TextBox 30">
            <a:extLst>
              <a:ext uri="{FF2B5EF4-FFF2-40B4-BE49-F238E27FC236}">
                <a16:creationId xmlns:a16="http://schemas.microsoft.com/office/drawing/2014/main" id="{73C33572-8A18-96C3-FE28-8AE086276455}"/>
              </a:ext>
            </a:extLst>
          </p:cNvPr>
          <p:cNvSpPr txBox="1"/>
          <p:nvPr/>
        </p:nvSpPr>
        <p:spPr>
          <a:xfrm>
            <a:off x="8771836" y="4563132"/>
            <a:ext cx="2689332" cy="584775"/>
          </a:xfrm>
          <a:prstGeom prst="rect">
            <a:avLst/>
          </a:prstGeom>
          <a:noFill/>
        </p:spPr>
        <p:txBody>
          <a:bodyPr wrap="square" rtlCol="0">
            <a:spAutoFit/>
          </a:bodyPr>
          <a:lstStyle/>
          <a:p>
            <a:r>
              <a:rPr lang="en-US" sz="3200" dirty="0"/>
              <a:t>Data</a:t>
            </a:r>
            <a:endParaRPr lang="LID4096" sz="3200" dirty="0"/>
          </a:p>
        </p:txBody>
      </p:sp>
      <p:sp>
        <p:nvSpPr>
          <p:cNvPr id="32" name="TextBox 31">
            <a:extLst>
              <a:ext uri="{FF2B5EF4-FFF2-40B4-BE49-F238E27FC236}">
                <a16:creationId xmlns:a16="http://schemas.microsoft.com/office/drawing/2014/main" id="{FF4DB90C-9892-9188-CF1D-B44EB67F80E2}"/>
              </a:ext>
            </a:extLst>
          </p:cNvPr>
          <p:cNvSpPr txBox="1"/>
          <p:nvPr/>
        </p:nvSpPr>
        <p:spPr>
          <a:xfrm>
            <a:off x="8771836" y="5345949"/>
            <a:ext cx="2689332" cy="584775"/>
          </a:xfrm>
          <a:prstGeom prst="rect">
            <a:avLst/>
          </a:prstGeom>
          <a:noFill/>
        </p:spPr>
        <p:txBody>
          <a:bodyPr wrap="square" rtlCol="0">
            <a:spAutoFit/>
          </a:bodyPr>
          <a:lstStyle/>
          <a:p>
            <a:r>
              <a:rPr lang="en-US" sz="3200" dirty="0"/>
              <a:t>Protection</a:t>
            </a:r>
            <a:endParaRPr lang="LID4096" sz="3200" dirty="0"/>
          </a:p>
        </p:txBody>
      </p:sp>
      <p:sp>
        <p:nvSpPr>
          <p:cNvPr id="33" name="Rechthoek 7">
            <a:extLst>
              <a:ext uri="{FF2B5EF4-FFF2-40B4-BE49-F238E27FC236}">
                <a16:creationId xmlns:a16="http://schemas.microsoft.com/office/drawing/2014/main" id="{7035A17E-B33F-0097-42D2-3466E58F4978}"/>
              </a:ext>
            </a:extLst>
          </p:cNvPr>
          <p:cNvSpPr/>
          <p:nvPr/>
        </p:nvSpPr>
        <p:spPr>
          <a:xfrm>
            <a:off x="4564462" y="883406"/>
            <a:ext cx="2689332" cy="5136901"/>
          </a:xfrm>
          <a:prstGeom prst="rect">
            <a:avLst/>
          </a:prstGeom>
        </p:spPr>
        <p:style>
          <a:lnRef idx="1">
            <a:schemeClr val="accent1"/>
          </a:lnRef>
          <a:fillRef idx="3">
            <a:schemeClr val="accent1"/>
          </a:fillRef>
          <a:effectRef idx="2">
            <a:schemeClr val="accent1"/>
          </a:effectRef>
          <a:fontRef idx="minor">
            <a:schemeClr val="lt1"/>
          </a:fontRef>
        </p:style>
        <p:txBody>
          <a:bodyPr rtlCol="0" anchor="t"/>
          <a:lstStyle/>
          <a:p>
            <a:pPr algn="ctr"/>
            <a:endParaRPr lang="nl-BE" sz="3200" dirty="0">
              <a:latin typeface="Barlow Condensed" panose="00000506000000000000" pitchFamily="2" charset="0"/>
            </a:endParaRPr>
          </a:p>
        </p:txBody>
      </p:sp>
      <p:sp>
        <p:nvSpPr>
          <p:cNvPr id="34" name="Rechthoek 10">
            <a:extLst>
              <a:ext uri="{FF2B5EF4-FFF2-40B4-BE49-F238E27FC236}">
                <a16:creationId xmlns:a16="http://schemas.microsoft.com/office/drawing/2014/main" id="{5BE13B19-D3CE-9DD3-E856-B6F1BEE0E5CF}"/>
              </a:ext>
            </a:extLst>
          </p:cNvPr>
          <p:cNvSpPr/>
          <p:nvPr/>
        </p:nvSpPr>
        <p:spPr>
          <a:xfrm>
            <a:off x="4666849" y="958945"/>
            <a:ext cx="2088232" cy="576064"/>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nl-BE" sz="2400" dirty="0">
                <a:solidFill>
                  <a:schemeClr val="bg1"/>
                </a:solidFill>
                <a:latin typeface="Barlow Condensed" panose="00000506000000000000" pitchFamily="2" charset="0"/>
              </a:rPr>
              <a:t>ApplicationLayer</a:t>
            </a:r>
          </a:p>
        </p:txBody>
      </p:sp>
      <p:sp>
        <p:nvSpPr>
          <p:cNvPr id="35" name="Rechthoek 12">
            <a:extLst>
              <a:ext uri="{FF2B5EF4-FFF2-40B4-BE49-F238E27FC236}">
                <a16:creationId xmlns:a16="http://schemas.microsoft.com/office/drawing/2014/main" id="{677B9B6D-6024-F2F3-D945-391D6BCFF1A4}"/>
              </a:ext>
            </a:extLst>
          </p:cNvPr>
          <p:cNvSpPr/>
          <p:nvPr/>
        </p:nvSpPr>
        <p:spPr>
          <a:xfrm>
            <a:off x="4666849" y="1697915"/>
            <a:ext cx="2088232"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PresentationLayer</a:t>
            </a:r>
          </a:p>
        </p:txBody>
      </p:sp>
      <p:sp>
        <p:nvSpPr>
          <p:cNvPr id="36" name="Rechthoek 14">
            <a:extLst>
              <a:ext uri="{FF2B5EF4-FFF2-40B4-BE49-F238E27FC236}">
                <a16:creationId xmlns:a16="http://schemas.microsoft.com/office/drawing/2014/main" id="{392C488F-F7FF-042C-01EA-52B67AC59623}"/>
              </a:ext>
            </a:extLst>
          </p:cNvPr>
          <p:cNvSpPr/>
          <p:nvPr/>
        </p:nvSpPr>
        <p:spPr>
          <a:xfrm>
            <a:off x="4666849" y="2444592"/>
            <a:ext cx="2088232"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SessionLayer</a:t>
            </a:r>
          </a:p>
        </p:txBody>
      </p:sp>
      <p:sp>
        <p:nvSpPr>
          <p:cNvPr id="37" name="Rechthoek 16">
            <a:extLst>
              <a:ext uri="{FF2B5EF4-FFF2-40B4-BE49-F238E27FC236}">
                <a16:creationId xmlns:a16="http://schemas.microsoft.com/office/drawing/2014/main" id="{8DDE268F-48EE-E5D8-9729-AAB1671DEFD6}"/>
              </a:ext>
            </a:extLst>
          </p:cNvPr>
          <p:cNvSpPr/>
          <p:nvPr/>
        </p:nvSpPr>
        <p:spPr>
          <a:xfrm>
            <a:off x="4666849" y="3178370"/>
            <a:ext cx="2088232"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TransportLayer</a:t>
            </a:r>
          </a:p>
        </p:txBody>
      </p:sp>
      <p:cxnSp>
        <p:nvCxnSpPr>
          <p:cNvPr id="38" name="Rechte verbindingslijn 19">
            <a:extLst>
              <a:ext uri="{FF2B5EF4-FFF2-40B4-BE49-F238E27FC236}">
                <a16:creationId xmlns:a16="http://schemas.microsoft.com/office/drawing/2014/main" id="{0BFA22FF-DF61-AB45-5C4A-76BE8AAD2E8E}"/>
              </a:ext>
            </a:extLst>
          </p:cNvPr>
          <p:cNvCxnSpPr/>
          <p:nvPr/>
        </p:nvCxnSpPr>
        <p:spPr>
          <a:xfrm>
            <a:off x="5704069" y="5423745"/>
            <a:ext cx="0" cy="506979"/>
          </a:xfrm>
          <a:prstGeom prst="line">
            <a:avLst/>
          </a:prstGeom>
          <a:ln>
            <a:solidFill>
              <a:schemeClr val="bg1"/>
            </a:solidFill>
          </a:ln>
        </p:spPr>
        <p:style>
          <a:lnRef idx="3">
            <a:schemeClr val="accent1"/>
          </a:lnRef>
          <a:fillRef idx="0">
            <a:schemeClr val="accent1"/>
          </a:fillRef>
          <a:effectRef idx="2">
            <a:schemeClr val="accent1"/>
          </a:effectRef>
          <a:fontRef idx="minor">
            <a:schemeClr val="tx1"/>
          </a:fontRef>
        </p:style>
      </p:cxnSp>
      <p:sp>
        <p:nvSpPr>
          <p:cNvPr id="39" name="Rechthoek 25">
            <a:extLst>
              <a:ext uri="{FF2B5EF4-FFF2-40B4-BE49-F238E27FC236}">
                <a16:creationId xmlns:a16="http://schemas.microsoft.com/office/drawing/2014/main" id="{E96D993C-D284-40E5-E301-410EDA9C92FC}"/>
              </a:ext>
            </a:extLst>
          </p:cNvPr>
          <p:cNvSpPr/>
          <p:nvPr/>
        </p:nvSpPr>
        <p:spPr>
          <a:xfrm>
            <a:off x="4666849" y="3898918"/>
            <a:ext cx="2088232"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NetworkLayer</a:t>
            </a:r>
          </a:p>
        </p:txBody>
      </p:sp>
      <p:sp>
        <p:nvSpPr>
          <p:cNvPr id="40" name="Rechthoek 27">
            <a:extLst>
              <a:ext uri="{FF2B5EF4-FFF2-40B4-BE49-F238E27FC236}">
                <a16:creationId xmlns:a16="http://schemas.microsoft.com/office/drawing/2014/main" id="{B052A071-A6E7-D4D5-2DCF-B74FE4E81DFF}"/>
              </a:ext>
            </a:extLst>
          </p:cNvPr>
          <p:cNvSpPr/>
          <p:nvPr/>
        </p:nvSpPr>
        <p:spPr>
          <a:xfrm>
            <a:off x="4666849" y="4645595"/>
            <a:ext cx="2088232"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DataLinkLayer</a:t>
            </a:r>
          </a:p>
        </p:txBody>
      </p:sp>
      <p:sp>
        <p:nvSpPr>
          <p:cNvPr id="41" name="Rechthoek 29">
            <a:extLst>
              <a:ext uri="{FF2B5EF4-FFF2-40B4-BE49-F238E27FC236}">
                <a16:creationId xmlns:a16="http://schemas.microsoft.com/office/drawing/2014/main" id="{45C409B4-76A9-04BE-3F22-1F1912B82BD7}"/>
              </a:ext>
            </a:extLst>
          </p:cNvPr>
          <p:cNvSpPr/>
          <p:nvPr/>
        </p:nvSpPr>
        <p:spPr>
          <a:xfrm>
            <a:off x="4666849" y="5364043"/>
            <a:ext cx="2088232"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PhysicalLayer</a:t>
            </a:r>
          </a:p>
        </p:txBody>
      </p:sp>
      <p:sp>
        <p:nvSpPr>
          <p:cNvPr id="42" name="Rechthoek 37">
            <a:extLst>
              <a:ext uri="{FF2B5EF4-FFF2-40B4-BE49-F238E27FC236}">
                <a16:creationId xmlns:a16="http://schemas.microsoft.com/office/drawing/2014/main" id="{7BDA78AC-216D-BA20-7C63-A0D3657AC856}"/>
              </a:ext>
            </a:extLst>
          </p:cNvPr>
          <p:cNvSpPr/>
          <p:nvPr/>
        </p:nvSpPr>
        <p:spPr>
          <a:xfrm>
            <a:off x="6755081" y="958945"/>
            <a:ext cx="414398" cy="576064"/>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nl-BE" sz="2400" dirty="0">
                <a:solidFill>
                  <a:schemeClr val="bg1"/>
                </a:solidFill>
                <a:latin typeface="Barlow Condensed" panose="00000506000000000000" pitchFamily="2" charset="0"/>
              </a:rPr>
              <a:t>7</a:t>
            </a:r>
          </a:p>
        </p:txBody>
      </p:sp>
      <p:sp>
        <p:nvSpPr>
          <p:cNvPr id="43" name="Rechthoek 38">
            <a:extLst>
              <a:ext uri="{FF2B5EF4-FFF2-40B4-BE49-F238E27FC236}">
                <a16:creationId xmlns:a16="http://schemas.microsoft.com/office/drawing/2014/main" id="{339D30BE-8BBE-1521-EB2F-6B42359BC46E}"/>
              </a:ext>
            </a:extLst>
          </p:cNvPr>
          <p:cNvSpPr/>
          <p:nvPr/>
        </p:nvSpPr>
        <p:spPr>
          <a:xfrm>
            <a:off x="6755081" y="1694788"/>
            <a:ext cx="414398"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6</a:t>
            </a:r>
          </a:p>
        </p:txBody>
      </p:sp>
      <p:sp>
        <p:nvSpPr>
          <p:cNvPr id="44" name="Rechthoek 39">
            <a:extLst>
              <a:ext uri="{FF2B5EF4-FFF2-40B4-BE49-F238E27FC236}">
                <a16:creationId xmlns:a16="http://schemas.microsoft.com/office/drawing/2014/main" id="{4A0FEA87-13D5-AE72-DBC3-1D0E7A464D53}"/>
              </a:ext>
            </a:extLst>
          </p:cNvPr>
          <p:cNvSpPr/>
          <p:nvPr/>
        </p:nvSpPr>
        <p:spPr>
          <a:xfrm>
            <a:off x="6755081" y="2444783"/>
            <a:ext cx="414398"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5</a:t>
            </a:r>
          </a:p>
        </p:txBody>
      </p:sp>
      <p:sp>
        <p:nvSpPr>
          <p:cNvPr id="45" name="Rechthoek 40">
            <a:extLst>
              <a:ext uri="{FF2B5EF4-FFF2-40B4-BE49-F238E27FC236}">
                <a16:creationId xmlns:a16="http://schemas.microsoft.com/office/drawing/2014/main" id="{AD1F9F80-3459-76D7-7330-91C4A4CF1E27}"/>
              </a:ext>
            </a:extLst>
          </p:cNvPr>
          <p:cNvSpPr/>
          <p:nvPr/>
        </p:nvSpPr>
        <p:spPr>
          <a:xfrm>
            <a:off x="6755081" y="3178179"/>
            <a:ext cx="414398"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4</a:t>
            </a:r>
          </a:p>
        </p:txBody>
      </p:sp>
      <p:sp>
        <p:nvSpPr>
          <p:cNvPr id="46" name="Rechthoek 41">
            <a:extLst>
              <a:ext uri="{FF2B5EF4-FFF2-40B4-BE49-F238E27FC236}">
                <a16:creationId xmlns:a16="http://schemas.microsoft.com/office/drawing/2014/main" id="{6C1A0E47-5EB7-C293-4B8B-3784D1886D13}"/>
              </a:ext>
            </a:extLst>
          </p:cNvPr>
          <p:cNvSpPr/>
          <p:nvPr/>
        </p:nvSpPr>
        <p:spPr>
          <a:xfrm>
            <a:off x="6754577" y="3899986"/>
            <a:ext cx="414398"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3</a:t>
            </a:r>
          </a:p>
        </p:txBody>
      </p:sp>
      <p:sp>
        <p:nvSpPr>
          <p:cNvPr id="47" name="Rechthoek 42">
            <a:extLst>
              <a:ext uri="{FF2B5EF4-FFF2-40B4-BE49-F238E27FC236}">
                <a16:creationId xmlns:a16="http://schemas.microsoft.com/office/drawing/2014/main" id="{7C96E9ED-1E5D-6A4B-5088-573D6E98E18E}"/>
              </a:ext>
            </a:extLst>
          </p:cNvPr>
          <p:cNvSpPr/>
          <p:nvPr/>
        </p:nvSpPr>
        <p:spPr>
          <a:xfrm>
            <a:off x="6754577" y="4648809"/>
            <a:ext cx="414398"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2</a:t>
            </a:r>
          </a:p>
        </p:txBody>
      </p:sp>
      <p:sp>
        <p:nvSpPr>
          <p:cNvPr id="48" name="Rechthoek 43">
            <a:extLst>
              <a:ext uri="{FF2B5EF4-FFF2-40B4-BE49-F238E27FC236}">
                <a16:creationId xmlns:a16="http://schemas.microsoft.com/office/drawing/2014/main" id="{52E2AAF1-5209-48F8-74FA-7C29BF888992}"/>
              </a:ext>
            </a:extLst>
          </p:cNvPr>
          <p:cNvSpPr/>
          <p:nvPr/>
        </p:nvSpPr>
        <p:spPr>
          <a:xfrm>
            <a:off x="6758117" y="5364043"/>
            <a:ext cx="414398"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1</a:t>
            </a:r>
          </a:p>
        </p:txBody>
      </p:sp>
      <p:sp>
        <p:nvSpPr>
          <p:cNvPr id="49" name="Gelijkbenige driehoek 44">
            <a:extLst>
              <a:ext uri="{FF2B5EF4-FFF2-40B4-BE49-F238E27FC236}">
                <a16:creationId xmlns:a16="http://schemas.microsoft.com/office/drawing/2014/main" id="{7F6AED43-F143-9847-5A4E-0AC099F00ADB}"/>
              </a:ext>
            </a:extLst>
          </p:cNvPr>
          <p:cNvSpPr/>
          <p:nvPr/>
        </p:nvSpPr>
        <p:spPr>
          <a:xfrm rot="10800000">
            <a:off x="6766044" y="1555418"/>
            <a:ext cx="360040" cy="201628"/>
          </a:xfrm>
          <a:prstGeom prst="triangle">
            <a:avLst>
              <a:gd name="adj" fmla="val 53135"/>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nl-BE" sz="2400">
              <a:latin typeface="Barlow Condensed" panose="00000506000000000000" pitchFamily="2" charset="0"/>
            </a:endParaRPr>
          </a:p>
        </p:txBody>
      </p:sp>
      <p:sp>
        <p:nvSpPr>
          <p:cNvPr id="50" name="Gelijkbenige driehoek 45">
            <a:extLst>
              <a:ext uri="{FF2B5EF4-FFF2-40B4-BE49-F238E27FC236}">
                <a16:creationId xmlns:a16="http://schemas.microsoft.com/office/drawing/2014/main" id="{CE7981A6-8A6D-D7FD-9262-F382726F7E65}"/>
              </a:ext>
            </a:extLst>
          </p:cNvPr>
          <p:cNvSpPr/>
          <p:nvPr/>
        </p:nvSpPr>
        <p:spPr>
          <a:xfrm rot="10800000">
            <a:off x="6766044" y="2294388"/>
            <a:ext cx="360040" cy="201628"/>
          </a:xfrm>
          <a:prstGeom prst="triangle">
            <a:avLst>
              <a:gd name="adj" fmla="val 53135"/>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nl-BE" sz="2400">
              <a:latin typeface="Barlow Condensed" panose="00000506000000000000" pitchFamily="2" charset="0"/>
            </a:endParaRPr>
          </a:p>
        </p:txBody>
      </p:sp>
      <p:sp>
        <p:nvSpPr>
          <p:cNvPr id="51" name="Gelijkbenige driehoek 46">
            <a:extLst>
              <a:ext uri="{FF2B5EF4-FFF2-40B4-BE49-F238E27FC236}">
                <a16:creationId xmlns:a16="http://schemas.microsoft.com/office/drawing/2014/main" id="{D7A7B99B-AA50-BBD6-FDAD-9A4A7B5D8FC1}"/>
              </a:ext>
            </a:extLst>
          </p:cNvPr>
          <p:cNvSpPr/>
          <p:nvPr/>
        </p:nvSpPr>
        <p:spPr>
          <a:xfrm rot="10800000">
            <a:off x="6766043" y="3030497"/>
            <a:ext cx="360040" cy="201628"/>
          </a:xfrm>
          <a:prstGeom prst="triangle">
            <a:avLst>
              <a:gd name="adj" fmla="val 53135"/>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nl-BE" sz="2400">
              <a:latin typeface="Barlow Condensed" panose="00000506000000000000" pitchFamily="2" charset="0"/>
            </a:endParaRPr>
          </a:p>
        </p:txBody>
      </p:sp>
      <p:sp>
        <p:nvSpPr>
          <p:cNvPr id="52" name="Gelijkbenige driehoek 47">
            <a:extLst>
              <a:ext uri="{FF2B5EF4-FFF2-40B4-BE49-F238E27FC236}">
                <a16:creationId xmlns:a16="http://schemas.microsoft.com/office/drawing/2014/main" id="{2A8F4662-4B6F-4826-0CAB-647DC2E2AA03}"/>
              </a:ext>
            </a:extLst>
          </p:cNvPr>
          <p:cNvSpPr/>
          <p:nvPr/>
        </p:nvSpPr>
        <p:spPr>
          <a:xfrm rot="10800000">
            <a:off x="6766044" y="3756421"/>
            <a:ext cx="360040" cy="201628"/>
          </a:xfrm>
          <a:prstGeom prst="triangle">
            <a:avLst>
              <a:gd name="adj" fmla="val 53135"/>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nl-BE" sz="2400">
              <a:latin typeface="Barlow Condensed" panose="00000506000000000000" pitchFamily="2" charset="0"/>
            </a:endParaRPr>
          </a:p>
        </p:txBody>
      </p:sp>
      <p:sp>
        <p:nvSpPr>
          <p:cNvPr id="53" name="Gelijkbenige driehoek 48">
            <a:extLst>
              <a:ext uri="{FF2B5EF4-FFF2-40B4-BE49-F238E27FC236}">
                <a16:creationId xmlns:a16="http://schemas.microsoft.com/office/drawing/2014/main" id="{58769768-88B9-818B-4209-25D83C6360A4}"/>
              </a:ext>
            </a:extLst>
          </p:cNvPr>
          <p:cNvSpPr/>
          <p:nvPr/>
        </p:nvSpPr>
        <p:spPr>
          <a:xfrm rot="10800000">
            <a:off x="6766043" y="5231500"/>
            <a:ext cx="360040" cy="201628"/>
          </a:xfrm>
          <a:prstGeom prst="triangle">
            <a:avLst>
              <a:gd name="adj" fmla="val 53135"/>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nl-BE" sz="2400">
              <a:latin typeface="Barlow Condensed" panose="00000506000000000000" pitchFamily="2" charset="0"/>
            </a:endParaRPr>
          </a:p>
        </p:txBody>
      </p:sp>
      <p:sp>
        <p:nvSpPr>
          <p:cNvPr id="54" name="Gelijkbenige driehoek 49">
            <a:extLst>
              <a:ext uri="{FF2B5EF4-FFF2-40B4-BE49-F238E27FC236}">
                <a16:creationId xmlns:a16="http://schemas.microsoft.com/office/drawing/2014/main" id="{F8F7B479-6ED6-F188-DC69-752860882237}"/>
              </a:ext>
            </a:extLst>
          </p:cNvPr>
          <p:cNvSpPr/>
          <p:nvPr/>
        </p:nvSpPr>
        <p:spPr>
          <a:xfrm rot="10800000">
            <a:off x="6766044" y="4495391"/>
            <a:ext cx="360040" cy="201628"/>
          </a:xfrm>
          <a:prstGeom prst="triangle">
            <a:avLst>
              <a:gd name="adj" fmla="val 53135"/>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nl-BE" sz="2400">
              <a:latin typeface="Barlow Condensed" panose="00000506000000000000" pitchFamily="2" charset="0"/>
            </a:endParaRPr>
          </a:p>
        </p:txBody>
      </p:sp>
    </p:spTree>
    <p:extLst>
      <p:ext uri="{BB962C8B-B14F-4D97-AF65-F5344CB8AC3E}">
        <p14:creationId xmlns:p14="http://schemas.microsoft.com/office/powerpoint/2010/main" val="25073079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CF822-D416-31D7-8C26-57A4A884A34C}"/>
              </a:ext>
            </a:extLst>
          </p:cNvPr>
          <p:cNvSpPr>
            <a:spLocks noGrp="1"/>
          </p:cNvSpPr>
          <p:nvPr>
            <p:ph type="title"/>
          </p:nvPr>
        </p:nvSpPr>
        <p:spPr>
          <a:xfrm>
            <a:off x="838200" y="2766218"/>
            <a:ext cx="10515600" cy="1325563"/>
          </a:xfrm>
        </p:spPr>
        <p:txBody>
          <a:bodyPr/>
          <a:lstStyle/>
          <a:p>
            <a:pPr algn="ctr"/>
            <a:r>
              <a:rPr lang="en-US" dirty="0" err="1"/>
              <a:t>NetwerkProtocollen</a:t>
            </a:r>
            <a:endParaRPr lang="LID4096" dirty="0"/>
          </a:p>
        </p:txBody>
      </p:sp>
    </p:spTree>
    <p:extLst>
      <p:ext uri="{BB962C8B-B14F-4D97-AF65-F5344CB8AC3E}">
        <p14:creationId xmlns:p14="http://schemas.microsoft.com/office/powerpoint/2010/main" val="10991845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hthoek 40">
            <a:hlinkClick r:id="" action="ppaction://noaction"/>
            <a:extLst>
              <a:ext uri="{FF2B5EF4-FFF2-40B4-BE49-F238E27FC236}">
                <a16:creationId xmlns:a16="http://schemas.microsoft.com/office/drawing/2014/main" id="{F99272EF-36B0-9CD5-2F60-BF1972B293CD}"/>
              </a:ext>
            </a:extLst>
          </p:cNvPr>
          <p:cNvSpPr/>
          <p:nvPr/>
        </p:nvSpPr>
        <p:spPr>
          <a:xfrm>
            <a:off x="1112079" y="5870550"/>
            <a:ext cx="9981009" cy="828000"/>
          </a:xfrm>
          <a:prstGeom prst="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182563"/>
            <a:endParaRPr lang="nl-BE" sz="2800" dirty="0">
              <a:solidFill>
                <a:schemeClr val="tx1"/>
              </a:solidFill>
              <a:latin typeface="Barlow Condensed" panose="00000506000000000000" pitchFamily="2" charset="0"/>
            </a:endParaRPr>
          </a:p>
        </p:txBody>
      </p:sp>
      <p:sp>
        <p:nvSpPr>
          <p:cNvPr id="5" name="Rechthoek 6">
            <a:hlinkClick r:id="" action="ppaction://noaction"/>
            <a:extLst>
              <a:ext uri="{FF2B5EF4-FFF2-40B4-BE49-F238E27FC236}">
                <a16:creationId xmlns:a16="http://schemas.microsoft.com/office/drawing/2014/main" id="{9C2D52E5-E826-358E-3393-0454D3DBDCA5}"/>
              </a:ext>
            </a:extLst>
          </p:cNvPr>
          <p:cNvSpPr/>
          <p:nvPr/>
        </p:nvSpPr>
        <p:spPr>
          <a:xfrm>
            <a:off x="1098914" y="159450"/>
            <a:ext cx="9981009" cy="828000"/>
          </a:xfrm>
          <a:prstGeom prst="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t"/>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1976438">
              <a:tabLst>
                <a:tab pos="4749800" algn="ctr"/>
              </a:tabLst>
            </a:pPr>
            <a:r>
              <a:rPr lang="nl-BE" dirty="0">
                <a:solidFill>
                  <a:schemeClr val="tx1"/>
                </a:solidFill>
                <a:latin typeface="Barlow Condensed" panose="00000506000000000000" pitchFamily="2" charset="0"/>
              </a:rPr>
              <a:t>	</a:t>
            </a:r>
          </a:p>
        </p:txBody>
      </p:sp>
      <p:sp>
        <p:nvSpPr>
          <p:cNvPr id="6" name="Rechthoek 7">
            <a:hlinkClick r:id="rId3" action="ppaction://hlinksldjump"/>
            <a:extLst>
              <a:ext uri="{FF2B5EF4-FFF2-40B4-BE49-F238E27FC236}">
                <a16:creationId xmlns:a16="http://schemas.microsoft.com/office/drawing/2014/main" id="{1F15A20D-A29A-5A37-2371-396066DA83FF}"/>
              </a:ext>
            </a:extLst>
          </p:cNvPr>
          <p:cNvSpPr/>
          <p:nvPr/>
        </p:nvSpPr>
        <p:spPr>
          <a:xfrm>
            <a:off x="1098914" y="1113900"/>
            <a:ext cx="9981009" cy="828000"/>
          </a:xfrm>
          <a:prstGeom prst="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182563"/>
            <a:endParaRPr lang="nl-BE" sz="2800" dirty="0">
              <a:solidFill>
                <a:schemeClr val="tx1"/>
              </a:solidFill>
              <a:latin typeface="Barlow Condensed" panose="00000506000000000000" pitchFamily="2" charset="0"/>
            </a:endParaRPr>
          </a:p>
        </p:txBody>
      </p:sp>
      <p:sp>
        <p:nvSpPr>
          <p:cNvPr id="7" name="Rechthoek 8">
            <a:hlinkClick r:id="" action="ppaction://noaction"/>
            <a:extLst>
              <a:ext uri="{FF2B5EF4-FFF2-40B4-BE49-F238E27FC236}">
                <a16:creationId xmlns:a16="http://schemas.microsoft.com/office/drawing/2014/main" id="{D82284C8-0D6A-EF6B-8C33-BB8FAB7200AF}"/>
              </a:ext>
            </a:extLst>
          </p:cNvPr>
          <p:cNvSpPr/>
          <p:nvPr/>
        </p:nvSpPr>
        <p:spPr>
          <a:xfrm>
            <a:off x="1098913" y="2079388"/>
            <a:ext cx="9981009" cy="828000"/>
          </a:xfrm>
          <a:prstGeom prst="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182563"/>
            <a:endParaRPr lang="nl-BE" sz="2800" dirty="0">
              <a:solidFill>
                <a:schemeClr val="tx1"/>
              </a:solidFill>
              <a:latin typeface="Barlow Condensed" panose="00000506000000000000" pitchFamily="2" charset="0"/>
            </a:endParaRPr>
          </a:p>
        </p:txBody>
      </p:sp>
      <p:sp>
        <p:nvSpPr>
          <p:cNvPr id="8" name="Rechthoek 9">
            <a:hlinkClick r:id="" action="ppaction://noaction"/>
            <a:extLst>
              <a:ext uri="{FF2B5EF4-FFF2-40B4-BE49-F238E27FC236}">
                <a16:creationId xmlns:a16="http://schemas.microsoft.com/office/drawing/2014/main" id="{111541DE-014F-4565-CDA2-5D6CC09754E0}"/>
              </a:ext>
            </a:extLst>
          </p:cNvPr>
          <p:cNvSpPr/>
          <p:nvPr/>
        </p:nvSpPr>
        <p:spPr>
          <a:xfrm>
            <a:off x="1112078" y="3024489"/>
            <a:ext cx="9981009" cy="828000"/>
          </a:xfrm>
          <a:prstGeom prst="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t"/>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1971675">
              <a:tabLst>
                <a:tab pos="4749800" algn="ctr"/>
              </a:tabLst>
            </a:pPr>
            <a:r>
              <a:rPr lang="nl-BE" dirty="0">
                <a:solidFill>
                  <a:schemeClr val="tx1"/>
                </a:solidFill>
                <a:latin typeface="Barlow Condensed" panose="00000506000000000000" pitchFamily="2" charset="0"/>
              </a:rPr>
              <a:t>	</a:t>
            </a:r>
          </a:p>
        </p:txBody>
      </p:sp>
      <p:sp>
        <p:nvSpPr>
          <p:cNvPr id="9" name="Rechthoek 10">
            <a:hlinkClick r:id="" action="ppaction://noaction"/>
            <a:extLst>
              <a:ext uri="{FF2B5EF4-FFF2-40B4-BE49-F238E27FC236}">
                <a16:creationId xmlns:a16="http://schemas.microsoft.com/office/drawing/2014/main" id="{63B3822E-6F7C-088B-857D-83DF84A641F5}"/>
              </a:ext>
            </a:extLst>
          </p:cNvPr>
          <p:cNvSpPr/>
          <p:nvPr/>
        </p:nvSpPr>
        <p:spPr>
          <a:xfrm>
            <a:off x="1112079" y="3975788"/>
            <a:ext cx="9981009" cy="828000"/>
          </a:xfrm>
          <a:prstGeom prst="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t"/>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1971675">
              <a:tabLst>
                <a:tab pos="4845050" algn="ctr"/>
              </a:tabLst>
            </a:pPr>
            <a:r>
              <a:rPr lang="nl-BE" dirty="0">
                <a:solidFill>
                  <a:schemeClr val="tx1"/>
                </a:solidFill>
                <a:latin typeface="Barlow Condensed" panose="00000506000000000000" pitchFamily="2" charset="0"/>
              </a:rPr>
              <a:t>	</a:t>
            </a:r>
          </a:p>
        </p:txBody>
      </p:sp>
      <p:sp>
        <p:nvSpPr>
          <p:cNvPr id="10" name="Rechthoek 12">
            <a:hlinkClick r:id="" action="ppaction://noaction"/>
            <a:extLst>
              <a:ext uri="{FF2B5EF4-FFF2-40B4-BE49-F238E27FC236}">
                <a16:creationId xmlns:a16="http://schemas.microsoft.com/office/drawing/2014/main" id="{20978E02-48D2-A2BE-6565-6D185AB79CF8}"/>
              </a:ext>
            </a:extLst>
          </p:cNvPr>
          <p:cNvSpPr/>
          <p:nvPr/>
        </p:nvSpPr>
        <p:spPr>
          <a:xfrm>
            <a:off x="1112079" y="4920889"/>
            <a:ext cx="9981009" cy="828000"/>
          </a:xfrm>
          <a:prstGeom prst="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182563"/>
            <a:endParaRPr lang="nl-BE" sz="2800" dirty="0">
              <a:solidFill>
                <a:schemeClr val="tx1"/>
              </a:solidFill>
              <a:latin typeface="Barlow Condensed" panose="00000506000000000000" pitchFamily="2" charset="0"/>
            </a:endParaRPr>
          </a:p>
        </p:txBody>
      </p:sp>
      <p:sp>
        <p:nvSpPr>
          <p:cNvPr id="11" name="Rechthoek 13">
            <a:extLst>
              <a:ext uri="{FF2B5EF4-FFF2-40B4-BE49-F238E27FC236}">
                <a16:creationId xmlns:a16="http://schemas.microsoft.com/office/drawing/2014/main" id="{94DAF035-0BBA-0E78-F084-C388A4B745D6}"/>
              </a:ext>
            </a:extLst>
          </p:cNvPr>
          <p:cNvSpPr/>
          <p:nvPr/>
        </p:nvSpPr>
        <p:spPr>
          <a:xfrm>
            <a:off x="1255039" y="314774"/>
            <a:ext cx="1882932" cy="506314"/>
          </a:xfrm>
          <a:prstGeom prst="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nl-BE" sz="2400" dirty="0" err="1">
                <a:solidFill>
                  <a:schemeClr val="tx1"/>
                </a:solidFill>
                <a:latin typeface="Barlow Condensed" panose="00000506000000000000" pitchFamily="2" charset="0"/>
              </a:rPr>
              <a:t>toepassingslaag</a:t>
            </a:r>
            <a:endParaRPr lang="nl-BE" sz="2400" dirty="0">
              <a:solidFill>
                <a:schemeClr val="tx1"/>
              </a:solidFill>
              <a:latin typeface="Barlow Condensed" panose="00000506000000000000" pitchFamily="2" charset="0"/>
            </a:endParaRPr>
          </a:p>
        </p:txBody>
      </p:sp>
      <p:sp>
        <p:nvSpPr>
          <p:cNvPr id="12" name="Rechthoek 14">
            <a:extLst>
              <a:ext uri="{FF2B5EF4-FFF2-40B4-BE49-F238E27FC236}">
                <a16:creationId xmlns:a16="http://schemas.microsoft.com/office/drawing/2014/main" id="{C3AFF3AE-AD1F-A0F2-DCCF-C1087E1BA4BD}"/>
              </a:ext>
            </a:extLst>
          </p:cNvPr>
          <p:cNvSpPr/>
          <p:nvPr/>
        </p:nvSpPr>
        <p:spPr>
          <a:xfrm>
            <a:off x="1242931" y="1286310"/>
            <a:ext cx="1882932" cy="506314"/>
          </a:xfrm>
          <a:prstGeom prst="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nl-BE" sz="2400" dirty="0" err="1">
                <a:solidFill>
                  <a:schemeClr val="tx1"/>
                </a:solidFill>
                <a:latin typeface="Barlow Condensed" panose="00000506000000000000" pitchFamily="2" charset="0"/>
              </a:rPr>
              <a:t>presentatielaag</a:t>
            </a:r>
            <a:endParaRPr lang="nl-BE" sz="2400" dirty="0">
              <a:solidFill>
                <a:schemeClr val="tx1"/>
              </a:solidFill>
              <a:latin typeface="Barlow Condensed" panose="00000506000000000000" pitchFamily="2" charset="0"/>
            </a:endParaRPr>
          </a:p>
        </p:txBody>
      </p:sp>
      <p:sp>
        <p:nvSpPr>
          <p:cNvPr id="13" name="Rechthoek 15">
            <a:extLst>
              <a:ext uri="{FF2B5EF4-FFF2-40B4-BE49-F238E27FC236}">
                <a16:creationId xmlns:a16="http://schemas.microsoft.com/office/drawing/2014/main" id="{8858E7B8-6FF1-D6B0-18DA-60E9B617932D}"/>
              </a:ext>
            </a:extLst>
          </p:cNvPr>
          <p:cNvSpPr/>
          <p:nvPr/>
        </p:nvSpPr>
        <p:spPr>
          <a:xfrm>
            <a:off x="1242931" y="2225688"/>
            <a:ext cx="1882932" cy="506314"/>
          </a:xfrm>
          <a:prstGeom prst="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nl-BE" sz="2400" dirty="0" err="1">
                <a:solidFill>
                  <a:schemeClr val="tx1"/>
                </a:solidFill>
                <a:latin typeface="Barlow Condensed" panose="00000506000000000000" pitchFamily="2" charset="0"/>
              </a:rPr>
              <a:t>sessielaag</a:t>
            </a:r>
            <a:endParaRPr lang="nl-BE" sz="2400" dirty="0">
              <a:solidFill>
                <a:schemeClr val="tx1"/>
              </a:solidFill>
              <a:latin typeface="Barlow Condensed" panose="00000506000000000000" pitchFamily="2" charset="0"/>
            </a:endParaRPr>
          </a:p>
        </p:txBody>
      </p:sp>
      <p:sp>
        <p:nvSpPr>
          <p:cNvPr id="14" name="Rechthoek 16">
            <a:extLst>
              <a:ext uri="{FF2B5EF4-FFF2-40B4-BE49-F238E27FC236}">
                <a16:creationId xmlns:a16="http://schemas.microsoft.com/office/drawing/2014/main" id="{070B9EB9-35BD-B03E-8468-B04D2FF026B1}"/>
              </a:ext>
            </a:extLst>
          </p:cNvPr>
          <p:cNvSpPr/>
          <p:nvPr/>
        </p:nvSpPr>
        <p:spPr>
          <a:xfrm>
            <a:off x="1255039" y="3185332"/>
            <a:ext cx="1882932" cy="506314"/>
          </a:xfrm>
          <a:prstGeom prst="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nl-BE" sz="2400" dirty="0" err="1">
                <a:solidFill>
                  <a:schemeClr val="tx1"/>
                </a:solidFill>
                <a:latin typeface="Barlow Condensed" panose="00000506000000000000" pitchFamily="2" charset="0"/>
              </a:rPr>
              <a:t>transportlaag</a:t>
            </a:r>
            <a:endParaRPr lang="nl-BE" sz="2400" dirty="0">
              <a:solidFill>
                <a:schemeClr val="tx1"/>
              </a:solidFill>
              <a:latin typeface="Barlow Condensed" panose="00000506000000000000" pitchFamily="2" charset="0"/>
            </a:endParaRPr>
          </a:p>
        </p:txBody>
      </p:sp>
      <p:sp>
        <p:nvSpPr>
          <p:cNvPr id="15" name="Rechthoek 17">
            <a:extLst>
              <a:ext uri="{FF2B5EF4-FFF2-40B4-BE49-F238E27FC236}">
                <a16:creationId xmlns:a16="http://schemas.microsoft.com/office/drawing/2014/main" id="{8E17EDBE-44F8-D87D-21D5-9E0B0CD5CA38}"/>
              </a:ext>
            </a:extLst>
          </p:cNvPr>
          <p:cNvSpPr/>
          <p:nvPr/>
        </p:nvSpPr>
        <p:spPr>
          <a:xfrm>
            <a:off x="1255039" y="4148640"/>
            <a:ext cx="1882932" cy="506314"/>
          </a:xfrm>
          <a:prstGeom prst="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nl-BE" sz="2400" dirty="0" err="1">
                <a:solidFill>
                  <a:schemeClr val="tx1"/>
                </a:solidFill>
                <a:latin typeface="Barlow Condensed" panose="00000506000000000000" pitchFamily="2" charset="0"/>
              </a:rPr>
              <a:t>netwerklaag</a:t>
            </a:r>
            <a:endParaRPr lang="nl-BE" sz="2400" dirty="0">
              <a:solidFill>
                <a:schemeClr val="tx1"/>
              </a:solidFill>
              <a:latin typeface="Barlow Condensed" panose="00000506000000000000" pitchFamily="2" charset="0"/>
            </a:endParaRPr>
          </a:p>
        </p:txBody>
      </p:sp>
      <p:sp>
        <p:nvSpPr>
          <p:cNvPr id="16" name="Rechthoek 18">
            <a:extLst>
              <a:ext uri="{FF2B5EF4-FFF2-40B4-BE49-F238E27FC236}">
                <a16:creationId xmlns:a16="http://schemas.microsoft.com/office/drawing/2014/main" id="{1ADF5C36-88BE-C807-BFAD-DE3AE24874A7}"/>
              </a:ext>
            </a:extLst>
          </p:cNvPr>
          <p:cNvSpPr/>
          <p:nvPr/>
        </p:nvSpPr>
        <p:spPr>
          <a:xfrm>
            <a:off x="1255039" y="5050249"/>
            <a:ext cx="1882932" cy="506314"/>
          </a:xfrm>
          <a:prstGeom prst="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nl-BE" sz="2400" dirty="0" err="1">
                <a:solidFill>
                  <a:schemeClr val="tx1"/>
                </a:solidFill>
                <a:latin typeface="Barlow Condensed" panose="00000506000000000000" pitchFamily="2" charset="0"/>
              </a:rPr>
              <a:t>verbindingslaag</a:t>
            </a:r>
            <a:endParaRPr lang="nl-BE" sz="2400" dirty="0">
              <a:solidFill>
                <a:schemeClr val="tx1"/>
              </a:solidFill>
              <a:latin typeface="Barlow Condensed" panose="00000506000000000000" pitchFamily="2" charset="0"/>
            </a:endParaRPr>
          </a:p>
        </p:txBody>
      </p:sp>
      <p:sp>
        <p:nvSpPr>
          <p:cNvPr id="17" name="Rechthoek 19">
            <a:extLst>
              <a:ext uri="{FF2B5EF4-FFF2-40B4-BE49-F238E27FC236}">
                <a16:creationId xmlns:a16="http://schemas.microsoft.com/office/drawing/2014/main" id="{664C6091-A93C-4FC5-7A1A-AFEAC919E58F}"/>
              </a:ext>
            </a:extLst>
          </p:cNvPr>
          <p:cNvSpPr/>
          <p:nvPr/>
        </p:nvSpPr>
        <p:spPr>
          <a:xfrm>
            <a:off x="1255039" y="6052638"/>
            <a:ext cx="1882932" cy="506314"/>
          </a:xfrm>
          <a:prstGeom prst="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nl-BE" sz="2400" dirty="0">
                <a:solidFill>
                  <a:schemeClr val="tx1"/>
                </a:solidFill>
                <a:latin typeface="Barlow Condensed" panose="00000506000000000000" pitchFamily="2" charset="0"/>
              </a:rPr>
              <a:t>fysieke laag</a:t>
            </a:r>
          </a:p>
        </p:txBody>
      </p:sp>
      <p:sp>
        <p:nvSpPr>
          <p:cNvPr id="18" name="Rechthoek 20">
            <a:hlinkClick r:id="" action="ppaction://noaction"/>
            <a:extLst>
              <a:ext uri="{FF2B5EF4-FFF2-40B4-BE49-F238E27FC236}">
                <a16:creationId xmlns:a16="http://schemas.microsoft.com/office/drawing/2014/main" id="{663A8003-05E1-C03D-A8FE-9960BFD7EE42}"/>
              </a:ext>
            </a:extLst>
          </p:cNvPr>
          <p:cNvSpPr/>
          <p:nvPr/>
        </p:nvSpPr>
        <p:spPr>
          <a:xfrm>
            <a:off x="3701802" y="389107"/>
            <a:ext cx="638695" cy="360040"/>
          </a:xfrm>
          <a:prstGeom prst="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nl-BE" dirty="0">
                <a:solidFill>
                  <a:schemeClr val="tx1"/>
                </a:solidFill>
                <a:latin typeface="Barlow Condensed" panose="00000506000000000000" pitchFamily="2" charset="0"/>
              </a:rPr>
              <a:t>HTTP</a:t>
            </a:r>
          </a:p>
        </p:txBody>
      </p:sp>
      <p:sp>
        <p:nvSpPr>
          <p:cNvPr id="19" name="Rechthoek 21">
            <a:hlinkClick r:id="" action="ppaction://noaction"/>
            <a:extLst>
              <a:ext uri="{FF2B5EF4-FFF2-40B4-BE49-F238E27FC236}">
                <a16:creationId xmlns:a16="http://schemas.microsoft.com/office/drawing/2014/main" id="{61F8A82F-202F-9F44-0754-95812DEAA62F}"/>
              </a:ext>
            </a:extLst>
          </p:cNvPr>
          <p:cNvSpPr/>
          <p:nvPr/>
        </p:nvSpPr>
        <p:spPr>
          <a:xfrm>
            <a:off x="4715346" y="387911"/>
            <a:ext cx="602595" cy="360040"/>
          </a:xfrm>
          <a:prstGeom prst="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nl-BE" dirty="0">
                <a:solidFill>
                  <a:schemeClr val="tx1"/>
                </a:solidFill>
                <a:latin typeface="Barlow Condensed" panose="00000506000000000000" pitchFamily="2" charset="0"/>
              </a:rPr>
              <a:t>SMTP</a:t>
            </a:r>
          </a:p>
        </p:txBody>
      </p:sp>
      <p:sp>
        <p:nvSpPr>
          <p:cNvPr id="20" name="Rechthoek 22">
            <a:hlinkClick r:id="" action="ppaction://noaction"/>
            <a:extLst>
              <a:ext uri="{FF2B5EF4-FFF2-40B4-BE49-F238E27FC236}">
                <a16:creationId xmlns:a16="http://schemas.microsoft.com/office/drawing/2014/main" id="{7F36A5C4-0C10-D568-1F40-630BD86FE8DB}"/>
              </a:ext>
            </a:extLst>
          </p:cNvPr>
          <p:cNvSpPr/>
          <p:nvPr/>
        </p:nvSpPr>
        <p:spPr>
          <a:xfrm>
            <a:off x="5407037" y="387911"/>
            <a:ext cx="593284" cy="360040"/>
          </a:xfrm>
          <a:prstGeom prst="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nl-BE" dirty="0">
                <a:solidFill>
                  <a:schemeClr val="tx1"/>
                </a:solidFill>
                <a:latin typeface="Barlow Condensed" panose="00000506000000000000" pitchFamily="2" charset="0"/>
              </a:rPr>
              <a:t>POP3</a:t>
            </a:r>
          </a:p>
        </p:txBody>
      </p:sp>
      <p:sp>
        <p:nvSpPr>
          <p:cNvPr id="21" name="Rechthoek 23">
            <a:hlinkClick r:id="" action="ppaction://noaction"/>
            <a:extLst>
              <a:ext uri="{FF2B5EF4-FFF2-40B4-BE49-F238E27FC236}">
                <a16:creationId xmlns:a16="http://schemas.microsoft.com/office/drawing/2014/main" id="{CD6FFBCA-61BA-C68C-78D4-B483E522B8FE}"/>
              </a:ext>
            </a:extLst>
          </p:cNvPr>
          <p:cNvSpPr/>
          <p:nvPr/>
        </p:nvSpPr>
        <p:spPr>
          <a:xfrm>
            <a:off x="6089417" y="387911"/>
            <a:ext cx="655837" cy="360040"/>
          </a:xfrm>
          <a:prstGeom prst="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nl-BE" dirty="0">
                <a:solidFill>
                  <a:schemeClr val="tx1"/>
                </a:solidFill>
                <a:latin typeface="Barlow Condensed" panose="00000506000000000000" pitchFamily="2" charset="0"/>
              </a:rPr>
              <a:t>IMAP</a:t>
            </a:r>
          </a:p>
        </p:txBody>
      </p:sp>
      <p:sp>
        <p:nvSpPr>
          <p:cNvPr id="22" name="Rechthoek 24">
            <a:hlinkClick r:id="" action="ppaction://noaction"/>
            <a:extLst>
              <a:ext uri="{FF2B5EF4-FFF2-40B4-BE49-F238E27FC236}">
                <a16:creationId xmlns:a16="http://schemas.microsoft.com/office/drawing/2014/main" id="{CBB08866-BC2D-C405-E481-1A602EF389CA}"/>
              </a:ext>
            </a:extLst>
          </p:cNvPr>
          <p:cNvSpPr/>
          <p:nvPr/>
        </p:nvSpPr>
        <p:spPr>
          <a:xfrm>
            <a:off x="7024731" y="393183"/>
            <a:ext cx="511349" cy="360040"/>
          </a:xfrm>
          <a:prstGeom prst="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nl-BE" dirty="0">
                <a:solidFill>
                  <a:schemeClr val="tx1"/>
                </a:solidFill>
                <a:latin typeface="Barlow Condensed" panose="00000506000000000000" pitchFamily="2" charset="0"/>
              </a:rPr>
              <a:t>FTP</a:t>
            </a:r>
          </a:p>
        </p:txBody>
      </p:sp>
      <p:sp>
        <p:nvSpPr>
          <p:cNvPr id="23" name="Rechthoek 25">
            <a:hlinkClick r:id="" action="ppaction://noaction"/>
            <a:extLst>
              <a:ext uri="{FF2B5EF4-FFF2-40B4-BE49-F238E27FC236}">
                <a16:creationId xmlns:a16="http://schemas.microsoft.com/office/drawing/2014/main" id="{C12DA85B-B10A-721D-CCDC-83B6A3D9B82F}"/>
              </a:ext>
            </a:extLst>
          </p:cNvPr>
          <p:cNvSpPr/>
          <p:nvPr/>
        </p:nvSpPr>
        <p:spPr>
          <a:xfrm>
            <a:off x="7795173" y="387911"/>
            <a:ext cx="723543" cy="360040"/>
          </a:xfrm>
          <a:prstGeom prst="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nl-BE" dirty="0">
                <a:solidFill>
                  <a:schemeClr val="tx1"/>
                </a:solidFill>
                <a:latin typeface="Barlow Condensed" panose="00000506000000000000" pitchFamily="2" charset="0"/>
              </a:rPr>
              <a:t>Telnet</a:t>
            </a:r>
          </a:p>
        </p:txBody>
      </p:sp>
      <p:sp>
        <p:nvSpPr>
          <p:cNvPr id="24" name="Rechthoek 26">
            <a:hlinkClick r:id="" action="ppaction://noaction"/>
            <a:extLst>
              <a:ext uri="{FF2B5EF4-FFF2-40B4-BE49-F238E27FC236}">
                <a16:creationId xmlns:a16="http://schemas.microsoft.com/office/drawing/2014/main" id="{1FAA9E1D-3E08-565F-C1F3-6E71B7EB515F}"/>
              </a:ext>
            </a:extLst>
          </p:cNvPr>
          <p:cNvSpPr/>
          <p:nvPr/>
        </p:nvSpPr>
        <p:spPr>
          <a:xfrm>
            <a:off x="8607812" y="387911"/>
            <a:ext cx="579055" cy="360040"/>
          </a:xfrm>
          <a:prstGeom prst="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nl-BE" dirty="0">
                <a:solidFill>
                  <a:schemeClr val="tx1"/>
                </a:solidFill>
                <a:latin typeface="Barlow Condensed" panose="00000506000000000000" pitchFamily="2" charset="0"/>
              </a:rPr>
              <a:t>SSH</a:t>
            </a:r>
          </a:p>
        </p:txBody>
      </p:sp>
      <p:sp>
        <p:nvSpPr>
          <p:cNvPr id="25" name="Rechthoek 27">
            <a:hlinkClick r:id="" action="ppaction://noaction"/>
            <a:extLst>
              <a:ext uri="{FF2B5EF4-FFF2-40B4-BE49-F238E27FC236}">
                <a16:creationId xmlns:a16="http://schemas.microsoft.com/office/drawing/2014/main" id="{6B72F522-A9D3-081A-4EF0-7C2E39C301E0}"/>
              </a:ext>
            </a:extLst>
          </p:cNvPr>
          <p:cNvSpPr/>
          <p:nvPr/>
        </p:nvSpPr>
        <p:spPr>
          <a:xfrm>
            <a:off x="9270881" y="387911"/>
            <a:ext cx="553692" cy="360040"/>
          </a:xfrm>
          <a:prstGeom prst="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nl-BE" dirty="0">
                <a:solidFill>
                  <a:schemeClr val="tx1"/>
                </a:solidFill>
                <a:latin typeface="Barlow Condensed" panose="00000506000000000000" pitchFamily="2" charset="0"/>
              </a:rPr>
              <a:t>RDP</a:t>
            </a:r>
          </a:p>
        </p:txBody>
      </p:sp>
      <p:sp>
        <p:nvSpPr>
          <p:cNvPr id="26" name="Rechthoek 28">
            <a:hlinkClick r:id="" action="ppaction://noaction"/>
            <a:extLst>
              <a:ext uri="{FF2B5EF4-FFF2-40B4-BE49-F238E27FC236}">
                <a16:creationId xmlns:a16="http://schemas.microsoft.com/office/drawing/2014/main" id="{B978071D-C08C-1B8E-C1F8-772A7385A48C}"/>
              </a:ext>
            </a:extLst>
          </p:cNvPr>
          <p:cNvSpPr/>
          <p:nvPr/>
        </p:nvSpPr>
        <p:spPr>
          <a:xfrm>
            <a:off x="10077512" y="387911"/>
            <a:ext cx="688432" cy="360040"/>
          </a:xfrm>
          <a:prstGeom prst="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nl-BE" dirty="0">
                <a:solidFill>
                  <a:schemeClr val="tx1"/>
                </a:solidFill>
                <a:latin typeface="Barlow Condensed" panose="00000506000000000000" pitchFamily="2" charset="0"/>
              </a:rPr>
              <a:t>SNMP</a:t>
            </a:r>
          </a:p>
        </p:txBody>
      </p:sp>
      <p:sp>
        <p:nvSpPr>
          <p:cNvPr id="27" name="Rechthoek 29">
            <a:hlinkClick r:id="" action="ppaction://noaction"/>
            <a:extLst>
              <a:ext uri="{FF2B5EF4-FFF2-40B4-BE49-F238E27FC236}">
                <a16:creationId xmlns:a16="http://schemas.microsoft.com/office/drawing/2014/main" id="{B6073090-A1D5-AFC1-6A09-832DD34B95F7}"/>
              </a:ext>
            </a:extLst>
          </p:cNvPr>
          <p:cNvSpPr/>
          <p:nvPr/>
        </p:nvSpPr>
        <p:spPr>
          <a:xfrm>
            <a:off x="3674274" y="4221777"/>
            <a:ext cx="1044116" cy="360040"/>
          </a:xfrm>
          <a:prstGeom prst="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nl-BE" dirty="0">
                <a:solidFill>
                  <a:schemeClr val="tx1"/>
                </a:solidFill>
                <a:latin typeface="Barlow Condensed" panose="00000506000000000000" pitchFamily="2" charset="0"/>
              </a:rPr>
              <a:t>TCP/IP</a:t>
            </a:r>
          </a:p>
        </p:txBody>
      </p:sp>
      <p:sp>
        <p:nvSpPr>
          <p:cNvPr id="28" name="Rechthoek 31">
            <a:hlinkClick r:id="rId4" action="ppaction://hlinksldjump"/>
            <a:extLst>
              <a:ext uri="{FF2B5EF4-FFF2-40B4-BE49-F238E27FC236}">
                <a16:creationId xmlns:a16="http://schemas.microsoft.com/office/drawing/2014/main" id="{59852E64-C8A0-A800-532C-7D53542CA52D}"/>
              </a:ext>
            </a:extLst>
          </p:cNvPr>
          <p:cNvSpPr/>
          <p:nvPr/>
        </p:nvSpPr>
        <p:spPr>
          <a:xfrm>
            <a:off x="3674274" y="5123386"/>
            <a:ext cx="3401305" cy="360040"/>
          </a:xfrm>
          <a:prstGeom prst="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nl-BE" dirty="0">
                <a:solidFill>
                  <a:schemeClr val="tx1"/>
                </a:solidFill>
                <a:latin typeface="Barlow Condensed" panose="00000506000000000000" pitchFamily="2" charset="0"/>
              </a:rPr>
              <a:t>Token passing ring / token passing bus</a:t>
            </a:r>
          </a:p>
        </p:txBody>
      </p:sp>
      <p:sp>
        <p:nvSpPr>
          <p:cNvPr id="29" name="Rechthoek 32">
            <a:hlinkClick r:id="rId5" action="ppaction://hlinksldjump"/>
            <a:extLst>
              <a:ext uri="{FF2B5EF4-FFF2-40B4-BE49-F238E27FC236}">
                <a16:creationId xmlns:a16="http://schemas.microsoft.com/office/drawing/2014/main" id="{9C931CA1-7F12-9DB0-C9A6-AD68074CBF79}"/>
              </a:ext>
            </a:extLst>
          </p:cNvPr>
          <p:cNvSpPr/>
          <p:nvPr/>
        </p:nvSpPr>
        <p:spPr>
          <a:xfrm>
            <a:off x="7200679" y="5123386"/>
            <a:ext cx="612362" cy="360040"/>
          </a:xfrm>
          <a:prstGeom prst="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nl-BE" dirty="0">
                <a:solidFill>
                  <a:schemeClr val="tx1"/>
                </a:solidFill>
                <a:latin typeface="Barlow Condensed" panose="00000506000000000000" pitchFamily="2" charset="0"/>
              </a:rPr>
              <a:t>ATM</a:t>
            </a:r>
          </a:p>
        </p:txBody>
      </p:sp>
      <p:sp>
        <p:nvSpPr>
          <p:cNvPr id="30" name="Rechthoek 33">
            <a:hlinkClick r:id="rId6" action="ppaction://hlinksldjump"/>
            <a:extLst>
              <a:ext uri="{FF2B5EF4-FFF2-40B4-BE49-F238E27FC236}">
                <a16:creationId xmlns:a16="http://schemas.microsoft.com/office/drawing/2014/main" id="{FBF5819F-A068-0301-6841-C2A369992300}"/>
              </a:ext>
            </a:extLst>
          </p:cNvPr>
          <p:cNvSpPr/>
          <p:nvPr/>
        </p:nvSpPr>
        <p:spPr>
          <a:xfrm>
            <a:off x="7938141" y="5123386"/>
            <a:ext cx="970083" cy="360040"/>
          </a:xfrm>
          <a:prstGeom prst="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nl-BE" dirty="0">
                <a:solidFill>
                  <a:schemeClr val="tx1"/>
                </a:solidFill>
                <a:latin typeface="Barlow Condensed" panose="00000506000000000000" pitchFamily="2" charset="0"/>
              </a:rPr>
              <a:t>Ethernet</a:t>
            </a:r>
          </a:p>
        </p:txBody>
      </p:sp>
      <p:sp>
        <p:nvSpPr>
          <p:cNvPr id="31" name="Rechthoek 34">
            <a:hlinkClick r:id="rId7" action="ppaction://hlinksldjump"/>
            <a:extLst>
              <a:ext uri="{FF2B5EF4-FFF2-40B4-BE49-F238E27FC236}">
                <a16:creationId xmlns:a16="http://schemas.microsoft.com/office/drawing/2014/main" id="{E75FCC60-9699-5D4D-1AED-3A4FBC43CEF5}"/>
              </a:ext>
            </a:extLst>
          </p:cNvPr>
          <p:cNvSpPr/>
          <p:nvPr/>
        </p:nvSpPr>
        <p:spPr>
          <a:xfrm>
            <a:off x="9033324" y="5123386"/>
            <a:ext cx="627375" cy="360040"/>
          </a:xfrm>
          <a:prstGeom prst="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nl-BE" dirty="0">
                <a:solidFill>
                  <a:schemeClr val="tx1"/>
                </a:solidFill>
                <a:latin typeface="Barlow Condensed" panose="00000506000000000000" pitchFamily="2" charset="0"/>
              </a:rPr>
              <a:t>PPP</a:t>
            </a:r>
          </a:p>
        </p:txBody>
      </p:sp>
      <p:sp>
        <p:nvSpPr>
          <p:cNvPr id="32" name="Rechthoek 39">
            <a:hlinkClick r:id="" action="ppaction://noaction"/>
            <a:extLst>
              <a:ext uri="{FF2B5EF4-FFF2-40B4-BE49-F238E27FC236}">
                <a16:creationId xmlns:a16="http://schemas.microsoft.com/office/drawing/2014/main" id="{8FD0059C-B925-5C67-CEED-62FAC26575B8}"/>
              </a:ext>
            </a:extLst>
          </p:cNvPr>
          <p:cNvSpPr/>
          <p:nvPr/>
        </p:nvSpPr>
        <p:spPr>
          <a:xfrm>
            <a:off x="4865429" y="4221777"/>
            <a:ext cx="778527" cy="360040"/>
          </a:xfrm>
          <a:prstGeom prst="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nl-BE" dirty="0">
                <a:solidFill>
                  <a:schemeClr val="tx1"/>
                </a:solidFill>
                <a:latin typeface="Barlow Condensed" panose="00000506000000000000" pitchFamily="2" charset="0"/>
              </a:rPr>
              <a:t>UDP</a:t>
            </a:r>
          </a:p>
        </p:txBody>
      </p:sp>
    </p:spTree>
    <p:extLst>
      <p:ext uri="{BB962C8B-B14F-4D97-AF65-F5344CB8AC3E}">
        <p14:creationId xmlns:p14="http://schemas.microsoft.com/office/powerpoint/2010/main" val="8002268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B14091-2C5A-4ED5-BD5D-88D10C98015D}"/>
            </a:ext>
          </a:extLst>
        </p:cNvPr>
        <p:cNvGrpSpPr/>
        <p:nvPr/>
      </p:nvGrpSpPr>
      <p:grpSpPr>
        <a:xfrm>
          <a:off x="0" y="0"/>
          <a:ext cx="0" cy="0"/>
          <a:chOff x="0" y="0"/>
          <a:chExt cx="0" cy="0"/>
        </a:xfrm>
      </p:grpSpPr>
      <p:sp>
        <p:nvSpPr>
          <p:cNvPr id="4" name="Rechthoek 40">
            <a:hlinkClick r:id="" action="ppaction://noaction"/>
            <a:extLst>
              <a:ext uri="{FF2B5EF4-FFF2-40B4-BE49-F238E27FC236}">
                <a16:creationId xmlns:a16="http://schemas.microsoft.com/office/drawing/2014/main" id="{F26619CA-177D-7069-54B6-ACDB50EF1709}"/>
              </a:ext>
            </a:extLst>
          </p:cNvPr>
          <p:cNvSpPr/>
          <p:nvPr/>
        </p:nvSpPr>
        <p:spPr>
          <a:xfrm>
            <a:off x="1112079" y="5870550"/>
            <a:ext cx="9981009" cy="828000"/>
          </a:xfrm>
          <a:prstGeom prst="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182563"/>
            <a:endParaRPr lang="nl-BE" sz="2800" dirty="0">
              <a:solidFill>
                <a:schemeClr val="tx1"/>
              </a:solidFill>
              <a:latin typeface="Barlow Condensed" panose="00000506000000000000" pitchFamily="2" charset="0"/>
            </a:endParaRPr>
          </a:p>
        </p:txBody>
      </p:sp>
      <p:sp>
        <p:nvSpPr>
          <p:cNvPr id="5" name="Rechthoek 6">
            <a:hlinkClick r:id="" action="ppaction://noaction"/>
            <a:extLst>
              <a:ext uri="{FF2B5EF4-FFF2-40B4-BE49-F238E27FC236}">
                <a16:creationId xmlns:a16="http://schemas.microsoft.com/office/drawing/2014/main" id="{EF69957D-AD53-0188-F1CD-BDC6A3818426}"/>
              </a:ext>
            </a:extLst>
          </p:cNvPr>
          <p:cNvSpPr/>
          <p:nvPr/>
        </p:nvSpPr>
        <p:spPr>
          <a:xfrm>
            <a:off x="1098914" y="159450"/>
            <a:ext cx="9981009" cy="828000"/>
          </a:xfrm>
          <a:prstGeom prst="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t"/>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1976438">
              <a:tabLst>
                <a:tab pos="4749800" algn="ctr"/>
              </a:tabLst>
            </a:pPr>
            <a:r>
              <a:rPr lang="nl-BE" dirty="0">
                <a:solidFill>
                  <a:schemeClr val="tx1"/>
                </a:solidFill>
                <a:latin typeface="Barlow Condensed" panose="00000506000000000000" pitchFamily="2" charset="0"/>
              </a:rPr>
              <a:t>	</a:t>
            </a:r>
          </a:p>
        </p:txBody>
      </p:sp>
      <p:sp>
        <p:nvSpPr>
          <p:cNvPr id="6" name="Rechthoek 7">
            <a:hlinkClick r:id="rId3" action="ppaction://hlinksldjump"/>
            <a:extLst>
              <a:ext uri="{FF2B5EF4-FFF2-40B4-BE49-F238E27FC236}">
                <a16:creationId xmlns:a16="http://schemas.microsoft.com/office/drawing/2014/main" id="{634440F4-89A0-D61E-5090-BD55F75CBC16}"/>
              </a:ext>
            </a:extLst>
          </p:cNvPr>
          <p:cNvSpPr/>
          <p:nvPr/>
        </p:nvSpPr>
        <p:spPr>
          <a:xfrm>
            <a:off x="1098914" y="1113900"/>
            <a:ext cx="9981009" cy="828000"/>
          </a:xfrm>
          <a:prstGeom prst="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182563"/>
            <a:endParaRPr lang="nl-BE" sz="2800" dirty="0">
              <a:solidFill>
                <a:schemeClr val="tx1"/>
              </a:solidFill>
              <a:latin typeface="Barlow Condensed" panose="00000506000000000000" pitchFamily="2" charset="0"/>
            </a:endParaRPr>
          </a:p>
        </p:txBody>
      </p:sp>
      <p:sp>
        <p:nvSpPr>
          <p:cNvPr id="7" name="Rechthoek 8">
            <a:hlinkClick r:id="" action="ppaction://noaction"/>
            <a:extLst>
              <a:ext uri="{FF2B5EF4-FFF2-40B4-BE49-F238E27FC236}">
                <a16:creationId xmlns:a16="http://schemas.microsoft.com/office/drawing/2014/main" id="{2479BC78-6C51-F592-3B1D-9894995EDD19}"/>
              </a:ext>
            </a:extLst>
          </p:cNvPr>
          <p:cNvSpPr/>
          <p:nvPr/>
        </p:nvSpPr>
        <p:spPr>
          <a:xfrm>
            <a:off x="1098913" y="2079388"/>
            <a:ext cx="9981009" cy="828000"/>
          </a:xfrm>
          <a:prstGeom prst="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182563"/>
            <a:endParaRPr lang="nl-BE" sz="2800" dirty="0">
              <a:solidFill>
                <a:schemeClr val="tx1"/>
              </a:solidFill>
              <a:latin typeface="Barlow Condensed" panose="00000506000000000000" pitchFamily="2" charset="0"/>
            </a:endParaRPr>
          </a:p>
        </p:txBody>
      </p:sp>
      <p:sp>
        <p:nvSpPr>
          <p:cNvPr id="8" name="Rechthoek 9">
            <a:hlinkClick r:id="" action="ppaction://noaction"/>
            <a:extLst>
              <a:ext uri="{FF2B5EF4-FFF2-40B4-BE49-F238E27FC236}">
                <a16:creationId xmlns:a16="http://schemas.microsoft.com/office/drawing/2014/main" id="{CD2C8200-B4CF-7ED1-EBBE-A6746EF29732}"/>
              </a:ext>
            </a:extLst>
          </p:cNvPr>
          <p:cNvSpPr/>
          <p:nvPr/>
        </p:nvSpPr>
        <p:spPr>
          <a:xfrm>
            <a:off x="1112078" y="3024489"/>
            <a:ext cx="9981009" cy="828000"/>
          </a:xfrm>
          <a:prstGeom prst="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t"/>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1971675">
              <a:tabLst>
                <a:tab pos="4749800" algn="ctr"/>
              </a:tabLst>
            </a:pPr>
            <a:r>
              <a:rPr lang="nl-BE" dirty="0">
                <a:solidFill>
                  <a:schemeClr val="tx1"/>
                </a:solidFill>
                <a:latin typeface="Barlow Condensed" panose="00000506000000000000" pitchFamily="2" charset="0"/>
              </a:rPr>
              <a:t>	</a:t>
            </a:r>
          </a:p>
        </p:txBody>
      </p:sp>
      <p:sp>
        <p:nvSpPr>
          <p:cNvPr id="9" name="Rechthoek 10">
            <a:hlinkClick r:id="" action="ppaction://noaction"/>
            <a:extLst>
              <a:ext uri="{FF2B5EF4-FFF2-40B4-BE49-F238E27FC236}">
                <a16:creationId xmlns:a16="http://schemas.microsoft.com/office/drawing/2014/main" id="{8BF03183-7258-59DB-C002-3A73521D9F7F}"/>
              </a:ext>
            </a:extLst>
          </p:cNvPr>
          <p:cNvSpPr/>
          <p:nvPr/>
        </p:nvSpPr>
        <p:spPr>
          <a:xfrm>
            <a:off x="1112079" y="3975788"/>
            <a:ext cx="9981009" cy="828000"/>
          </a:xfrm>
          <a:prstGeom prst="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t"/>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1971675">
              <a:tabLst>
                <a:tab pos="4845050" algn="ctr"/>
              </a:tabLst>
            </a:pPr>
            <a:r>
              <a:rPr lang="nl-BE" dirty="0">
                <a:solidFill>
                  <a:schemeClr val="tx1"/>
                </a:solidFill>
                <a:latin typeface="Barlow Condensed" panose="00000506000000000000" pitchFamily="2" charset="0"/>
              </a:rPr>
              <a:t>	</a:t>
            </a:r>
          </a:p>
        </p:txBody>
      </p:sp>
      <p:sp>
        <p:nvSpPr>
          <p:cNvPr id="10" name="Rechthoek 12">
            <a:hlinkClick r:id="" action="ppaction://noaction"/>
            <a:extLst>
              <a:ext uri="{FF2B5EF4-FFF2-40B4-BE49-F238E27FC236}">
                <a16:creationId xmlns:a16="http://schemas.microsoft.com/office/drawing/2014/main" id="{0BC14BDF-4CFB-4202-4567-B274CC14D7BD}"/>
              </a:ext>
            </a:extLst>
          </p:cNvPr>
          <p:cNvSpPr/>
          <p:nvPr/>
        </p:nvSpPr>
        <p:spPr>
          <a:xfrm>
            <a:off x="1112079" y="4920889"/>
            <a:ext cx="9981009" cy="828000"/>
          </a:xfrm>
          <a:prstGeom prst="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182563"/>
            <a:endParaRPr lang="nl-BE" sz="2800" dirty="0">
              <a:solidFill>
                <a:schemeClr val="tx1"/>
              </a:solidFill>
              <a:latin typeface="Barlow Condensed" panose="00000506000000000000" pitchFamily="2" charset="0"/>
            </a:endParaRPr>
          </a:p>
        </p:txBody>
      </p:sp>
      <p:sp>
        <p:nvSpPr>
          <p:cNvPr id="11" name="Rechthoek 13">
            <a:extLst>
              <a:ext uri="{FF2B5EF4-FFF2-40B4-BE49-F238E27FC236}">
                <a16:creationId xmlns:a16="http://schemas.microsoft.com/office/drawing/2014/main" id="{DBDD742D-D897-BB3C-A8F7-BC4FA0B5CBD1}"/>
              </a:ext>
            </a:extLst>
          </p:cNvPr>
          <p:cNvSpPr/>
          <p:nvPr/>
        </p:nvSpPr>
        <p:spPr>
          <a:xfrm>
            <a:off x="1255039" y="314774"/>
            <a:ext cx="1882932" cy="506314"/>
          </a:xfrm>
          <a:prstGeom prst="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nl-BE" sz="2400" dirty="0" err="1">
                <a:solidFill>
                  <a:schemeClr val="tx1"/>
                </a:solidFill>
                <a:latin typeface="Barlow Condensed" panose="00000506000000000000" pitchFamily="2" charset="0"/>
              </a:rPr>
              <a:t>toepassingslaag</a:t>
            </a:r>
            <a:endParaRPr lang="nl-BE" sz="2400" dirty="0">
              <a:solidFill>
                <a:schemeClr val="tx1"/>
              </a:solidFill>
              <a:latin typeface="Barlow Condensed" panose="00000506000000000000" pitchFamily="2" charset="0"/>
            </a:endParaRPr>
          </a:p>
        </p:txBody>
      </p:sp>
      <p:sp>
        <p:nvSpPr>
          <p:cNvPr id="12" name="Rechthoek 14">
            <a:extLst>
              <a:ext uri="{FF2B5EF4-FFF2-40B4-BE49-F238E27FC236}">
                <a16:creationId xmlns:a16="http://schemas.microsoft.com/office/drawing/2014/main" id="{56EE0C8E-6D46-9479-CCDB-DBB4537913A8}"/>
              </a:ext>
            </a:extLst>
          </p:cNvPr>
          <p:cNvSpPr/>
          <p:nvPr/>
        </p:nvSpPr>
        <p:spPr>
          <a:xfrm>
            <a:off x="1242931" y="1286310"/>
            <a:ext cx="1882932" cy="506314"/>
          </a:xfrm>
          <a:prstGeom prst="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nl-BE" sz="2400" dirty="0" err="1">
                <a:solidFill>
                  <a:schemeClr val="tx1"/>
                </a:solidFill>
                <a:latin typeface="Barlow Condensed" panose="00000506000000000000" pitchFamily="2" charset="0"/>
              </a:rPr>
              <a:t>presentatielaag</a:t>
            </a:r>
            <a:endParaRPr lang="nl-BE" sz="2400" dirty="0">
              <a:solidFill>
                <a:schemeClr val="tx1"/>
              </a:solidFill>
              <a:latin typeface="Barlow Condensed" panose="00000506000000000000" pitchFamily="2" charset="0"/>
            </a:endParaRPr>
          </a:p>
        </p:txBody>
      </p:sp>
      <p:sp>
        <p:nvSpPr>
          <p:cNvPr id="13" name="Rechthoek 15">
            <a:extLst>
              <a:ext uri="{FF2B5EF4-FFF2-40B4-BE49-F238E27FC236}">
                <a16:creationId xmlns:a16="http://schemas.microsoft.com/office/drawing/2014/main" id="{28603B3A-5762-A191-446B-4B3000BD3C1F}"/>
              </a:ext>
            </a:extLst>
          </p:cNvPr>
          <p:cNvSpPr/>
          <p:nvPr/>
        </p:nvSpPr>
        <p:spPr>
          <a:xfrm>
            <a:off x="1242931" y="2225688"/>
            <a:ext cx="1882932" cy="506314"/>
          </a:xfrm>
          <a:prstGeom prst="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nl-BE" sz="2400" dirty="0" err="1">
                <a:solidFill>
                  <a:schemeClr val="tx1"/>
                </a:solidFill>
                <a:latin typeface="Barlow Condensed" panose="00000506000000000000" pitchFamily="2" charset="0"/>
              </a:rPr>
              <a:t>sessielaag</a:t>
            </a:r>
            <a:endParaRPr lang="nl-BE" sz="2400" dirty="0">
              <a:solidFill>
                <a:schemeClr val="tx1"/>
              </a:solidFill>
              <a:latin typeface="Barlow Condensed" panose="00000506000000000000" pitchFamily="2" charset="0"/>
            </a:endParaRPr>
          </a:p>
        </p:txBody>
      </p:sp>
      <p:sp>
        <p:nvSpPr>
          <p:cNvPr id="14" name="Rechthoek 16">
            <a:extLst>
              <a:ext uri="{FF2B5EF4-FFF2-40B4-BE49-F238E27FC236}">
                <a16:creationId xmlns:a16="http://schemas.microsoft.com/office/drawing/2014/main" id="{4F5A3245-A9EF-84E0-0ED8-C65EBE054C97}"/>
              </a:ext>
            </a:extLst>
          </p:cNvPr>
          <p:cNvSpPr/>
          <p:nvPr/>
        </p:nvSpPr>
        <p:spPr>
          <a:xfrm>
            <a:off x="1255039" y="3185332"/>
            <a:ext cx="1882932" cy="506314"/>
          </a:xfrm>
          <a:prstGeom prst="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nl-BE" sz="2400" dirty="0" err="1">
                <a:solidFill>
                  <a:schemeClr val="tx1"/>
                </a:solidFill>
                <a:latin typeface="Barlow Condensed" panose="00000506000000000000" pitchFamily="2" charset="0"/>
              </a:rPr>
              <a:t>transportlaag</a:t>
            </a:r>
            <a:endParaRPr lang="nl-BE" sz="2400" dirty="0">
              <a:solidFill>
                <a:schemeClr val="tx1"/>
              </a:solidFill>
              <a:latin typeface="Barlow Condensed" panose="00000506000000000000" pitchFamily="2" charset="0"/>
            </a:endParaRPr>
          </a:p>
        </p:txBody>
      </p:sp>
      <p:sp>
        <p:nvSpPr>
          <p:cNvPr id="15" name="Rechthoek 17">
            <a:extLst>
              <a:ext uri="{FF2B5EF4-FFF2-40B4-BE49-F238E27FC236}">
                <a16:creationId xmlns:a16="http://schemas.microsoft.com/office/drawing/2014/main" id="{312D5C7F-CEFE-4E4F-2501-B90260882CC1}"/>
              </a:ext>
            </a:extLst>
          </p:cNvPr>
          <p:cNvSpPr/>
          <p:nvPr/>
        </p:nvSpPr>
        <p:spPr>
          <a:xfrm>
            <a:off x="1255039" y="4148640"/>
            <a:ext cx="1882932" cy="506314"/>
          </a:xfrm>
          <a:prstGeom prst="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nl-BE" sz="2400" dirty="0" err="1">
                <a:solidFill>
                  <a:schemeClr val="tx1"/>
                </a:solidFill>
                <a:latin typeface="Barlow Condensed" panose="00000506000000000000" pitchFamily="2" charset="0"/>
              </a:rPr>
              <a:t>netwerklaag</a:t>
            </a:r>
            <a:endParaRPr lang="nl-BE" sz="2400" dirty="0">
              <a:solidFill>
                <a:schemeClr val="tx1"/>
              </a:solidFill>
              <a:latin typeface="Barlow Condensed" panose="00000506000000000000" pitchFamily="2" charset="0"/>
            </a:endParaRPr>
          </a:p>
        </p:txBody>
      </p:sp>
      <p:sp>
        <p:nvSpPr>
          <p:cNvPr id="16" name="Rechthoek 18">
            <a:extLst>
              <a:ext uri="{FF2B5EF4-FFF2-40B4-BE49-F238E27FC236}">
                <a16:creationId xmlns:a16="http://schemas.microsoft.com/office/drawing/2014/main" id="{866C39B4-35AA-2C56-ECCB-CC51D0C4D2E8}"/>
              </a:ext>
            </a:extLst>
          </p:cNvPr>
          <p:cNvSpPr/>
          <p:nvPr/>
        </p:nvSpPr>
        <p:spPr>
          <a:xfrm>
            <a:off x="1255039" y="5050249"/>
            <a:ext cx="1882932" cy="506314"/>
          </a:xfrm>
          <a:prstGeom prst="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nl-BE" sz="2400" dirty="0" err="1">
                <a:solidFill>
                  <a:schemeClr val="tx1"/>
                </a:solidFill>
                <a:latin typeface="Barlow Condensed" panose="00000506000000000000" pitchFamily="2" charset="0"/>
              </a:rPr>
              <a:t>verbindingslaag</a:t>
            </a:r>
            <a:endParaRPr lang="nl-BE" sz="2400" dirty="0">
              <a:solidFill>
                <a:schemeClr val="tx1"/>
              </a:solidFill>
              <a:latin typeface="Barlow Condensed" panose="00000506000000000000" pitchFamily="2" charset="0"/>
            </a:endParaRPr>
          </a:p>
        </p:txBody>
      </p:sp>
      <p:sp>
        <p:nvSpPr>
          <p:cNvPr id="17" name="Rechthoek 19">
            <a:extLst>
              <a:ext uri="{FF2B5EF4-FFF2-40B4-BE49-F238E27FC236}">
                <a16:creationId xmlns:a16="http://schemas.microsoft.com/office/drawing/2014/main" id="{83737446-BFC8-6ADF-E3A1-653764D65EDA}"/>
              </a:ext>
            </a:extLst>
          </p:cNvPr>
          <p:cNvSpPr/>
          <p:nvPr/>
        </p:nvSpPr>
        <p:spPr>
          <a:xfrm>
            <a:off x="1255039" y="6052638"/>
            <a:ext cx="1882932" cy="506314"/>
          </a:xfrm>
          <a:prstGeom prst="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nl-BE" sz="2400" dirty="0">
                <a:solidFill>
                  <a:schemeClr val="tx1"/>
                </a:solidFill>
                <a:latin typeface="Barlow Condensed" panose="00000506000000000000" pitchFamily="2" charset="0"/>
              </a:rPr>
              <a:t>fysieke laag</a:t>
            </a:r>
          </a:p>
        </p:txBody>
      </p:sp>
      <p:sp>
        <p:nvSpPr>
          <p:cNvPr id="2" name="Tekstvak 1">
            <a:extLst>
              <a:ext uri="{FF2B5EF4-FFF2-40B4-BE49-F238E27FC236}">
                <a16:creationId xmlns:a16="http://schemas.microsoft.com/office/drawing/2014/main" id="{2F326330-9E84-19B6-8411-D61D79215246}"/>
              </a:ext>
            </a:extLst>
          </p:cNvPr>
          <p:cNvSpPr txBox="1"/>
          <p:nvPr/>
        </p:nvSpPr>
        <p:spPr>
          <a:xfrm>
            <a:off x="3294097" y="159450"/>
            <a:ext cx="6296025" cy="707886"/>
          </a:xfrm>
          <a:prstGeom prst="rect">
            <a:avLst/>
          </a:prstGeom>
          <a:noFill/>
        </p:spPr>
        <p:txBody>
          <a:bodyPr wrap="square" rtlCol="0">
            <a:spAutoFit/>
          </a:bodyPr>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nl-BE" sz="4000" dirty="0">
                <a:latin typeface="Barlow Condensed" panose="00000506000000000000" pitchFamily="2" charset="0"/>
              </a:rPr>
              <a:t>toepassingsprotocollen</a:t>
            </a:r>
          </a:p>
        </p:txBody>
      </p:sp>
      <p:sp>
        <p:nvSpPr>
          <p:cNvPr id="3" name="Tekstvak 41">
            <a:extLst>
              <a:ext uri="{FF2B5EF4-FFF2-40B4-BE49-F238E27FC236}">
                <a16:creationId xmlns:a16="http://schemas.microsoft.com/office/drawing/2014/main" id="{6D869D04-B874-16FF-BF48-1C624E8297A3}"/>
              </a:ext>
            </a:extLst>
          </p:cNvPr>
          <p:cNvSpPr txBox="1"/>
          <p:nvPr/>
        </p:nvSpPr>
        <p:spPr>
          <a:xfrm>
            <a:off x="3294097" y="3967794"/>
            <a:ext cx="6296025" cy="707886"/>
          </a:xfrm>
          <a:prstGeom prst="rect">
            <a:avLst/>
          </a:prstGeom>
          <a:noFill/>
        </p:spPr>
        <p:txBody>
          <a:bodyPr wrap="square" rtlCol="0">
            <a:spAutoFit/>
          </a:bodyPr>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nl-BE" sz="4000" dirty="0">
                <a:latin typeface="Barlow Condensed" panose="00000506000000000000" pitchFamily="2" charset="0"/>
              </a:rPr>
              <a:t>overdrachtsprotocollen</a:t>
            </a:r>
          </a:p>
        </p:txBody>
      </p:sp>
      <p:sp>
        <p:nvSpPr>
          <p:cNvPr id="33" name="Tekstvak 42">
            <a:extLst>
              <a:ext uri="{FF2B5EF4-FFF2-40B4-BE49-F238E27FC236}">
                <a16:creationId xmlns:a16="http://schemas.microsoft.com/office/drawing/2014/main" id="{5C75F60F-0B67-EE3C-F827-3AB348F1701A}"/>
              </a:ext>
            </a:extLst>
          </p:cNvPr>
          <p:cNvSpPr txBox="1"/>
          <p:nvPr/>
        </p:nvSpPr>
        <p:spPr>
          <a:xfrm>
            <a:off x="3294096" y="4935078"/>
            <a:ext cx="6296025" cy="707886"/>
          </a:xfrm>
          <a:prstGeom prst="rect">
            <a:avLst/>
          </a:prstGeom>
          <a:noFill/>
        </p:spPr>
        <p:txBody>
          <a:bodyPr wrap="square" rtlCol="0">
            <a:spAutoFit/>
          </a:bodyPr>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nl-BE" sz="4000" dirty="0">
                <a:latin typeface="Barlow Condensed" panose="00000506000000000000" pitchFamily="2" charset="0"/>
              </a:rPr>
              <a:t>toegangsprotocollen</a:t>
            </a:r>
          </a:p>
        </p:txBody>
      </p:sp>
    </p:spTree>
    <p:extLst>
      <p:ext uri="{BB962C8B-B14F-4D97-AF65-F5344CB8AC3E}">
        <p14:creationId xmlns:p14="http://schemas.microsoft.com/office/powerpoint/2010/main" val="39504926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hthoek 12">
            <a:hlinkClick r:id="" action="ppaction://noaction"/>
            <a:extLst>
              <a:ext uri="{FF2B5EF4-FFF2-40B4-BE49-F238E27FC236}">
                <a16:creationId xmlns:a16="http://schemas.microsoft.com/office/drawing/2014/main" id="{7841C45A-2D87-5CED-09D8-01C11770462E}"/>
              </a:ext>
            </a:extLst>
          </p:cNvPr>
          <p:cNvSpPr/>
          <p:nvPr/>
        </p:nvSpPr>
        <p:spPr>
          <a:xfrm>
            <a:off x="1105496" y="3015000"/>
            <a:ext cx="9981009" cy="82800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182563"/>
            <a:endParaRPr lang="nl-BE" sz="2800" dirty="0">
              <a:solidFill>
                <a:schemeClr val="tx1"/>
              </a:solidFill>
              <a:latin typeface="Barlow Condensed" panose="00000506000000000000" pitchFamily="2" charset="0"/>
            </a:endParaRPr>
          </a:p>
        </p:txBody>
      </p:sp>
      <p:sp>
        <p:nvSpPr>
          <p:cNvPr id="5" name="Rechthoek 18">
            <a:extLst>
              <a:ext uri="{FF2B5EF4-FFF2-40B4-BE49-F238E27FC236}">
                <a16:creationId xmlns:a16="http://schemas.microsoft.com/office/drawing/2014/main" id="{B0B38D59-C784-C834-B6CE-245455872A03}"/>
              </a:ext>
            </a:extLst>
          </p:cNvPr>
          <p:cNvSpPr/>
          <p:nvPr/>
        </p:nvSpPr>
        <p:spPr>
          <a:xfrm>
            <a:off x="1248456" y="3144360"/>
            <a:ext cx="1882932" cy="506314"/>
          </a:xfrm>
          <a:prstGeom prst="rect">
            <a:avLst/>
          </a:prstGeom>
        </p:spPr>
        <p:style>
          <a:lnRef idx="2">
            <a:schemeClr val="dk1"/>
          </a:lnRef>
          <a:fillRef idx="1">
            <a:schemeClr val="lt1"/>
          </a:fillRef>
          <a:effectRef idx="0">
            <a:schemeClr val="dk1"/>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nl-BE" sz="2400" dirty="0" err="1">
                <a:solidFill>
                  <a:schemeClr val="tx1"/>
                </a:solidFill>
                <a:latin typeface="Barlow Condensed" panose="00000506000000000000" pitchFamily="2" charset="0"/>
              </a:rPr>
              <a:t>verbindingslaag</a:t>
            </a:r>
            <a:endParaRPr lang="nl-BE" sz="2400" dirty="0">
              <a:solidFill>
                <a:schemeClr val="tx1"/>
              </a:solidFill>
              <a:latin typeface="Barlow Condensed" panose="00000506000000000000" pitchFamily="2" charset="0"/>
            </a:endParaRPr>
          </a:p>
        </p:txBody>
      </p:sp>
      <p:sp>
        <p:nvSpPr>
          <p:cNvPr id="6" name="Rechthoek 22">
            <a:extLst>
              <a:ext uri="{FF2B5EF4-FFF2-40B4-BE49-F238E27FC236}">
                <a16:creationId xmlns:a16="http://schemas.microsoft.com/office/drawing/2014/main" id="{F10DE0EC-F2D2-59D6-C431-B26717FDA202}"/>
              </a:ext>
            </a:extLst>
          </p:cNvPr>
          <p:cNvSpPr/>
          <p:nvPr/>
        </p:nvSpPr>
        <p:spPr>
          <a:xfrm>
            <a:off x="3667691" y="3217497"/>
            <a:ext cx="3401305" cy="360040"/>
          </a:xfrm>
          <a:prstGeom prst="rect">
            <a:avLst/>
          </a:prstGeom>
        </p:spPr>
        <p:style>
          <a:lnRef idx="2">
            <a:schemeClr val="dk1"/>
          </a:lnRef>
          <a:fillRef idx="1">
            <a:schemeClr val="lt1"/>
          </a:fillRef>
          <a:effectRef idx="0">
            <a:schemeClr val="dk1"/>
          </a:effectRef>
          <a:fontRef idx="minor">
            <a:schemeClr val="dk1"/>
          </a:fontRef>
        </p:style>
        <p:txBody>
          <a:bodyPr rtlCol="0" anchor="ctr"/>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nl-BE" dirty="0">
                <a:solidFill>
                  <a:schemeClr val="tx1"/>
                </a:solidFill>
                <a:latin typeface="Barlow Condensed" panose="00000506000000000000" pitchFamily="2" charset="0"/>
              </a:rPr>
              <a:t>Token passing ring / token passing bus</a:t>
            </a:r>
          </a:p>
        </p:txBody>
      </p:sp>
      <p:sp>
        <p:nvSpPr>
          <p:cNvPr id="7" name="Rechthoek 23">
            <a:extLst>
              <a:ext uri="{FF2B5EF4-FFF2-40B4-BE49-F238E27FC236}">
                <a16:creationId xmlns:a16="http://schemas.microsoft.com/office/drawing/2014/main" id="{3C159FA1-E88E-A534-F7FE-F0D2EF405945}"/>
              </a:ext>
            </a:extLst>
          </p:cNvPr>
          <p:cNvSpPr/>
          <p:nvPr/>
        </p:nvSpPr>
        <p:spPr>
          <a:xfrm>
            <a:off x="7194096" y="3217497"/>
            <a:ext cx="612362" cy="360040"/>
          </a:xfrm>
          <a:prstGeom prst="rect">
            <a:avLst/>
          </a:prstGeom>
        </p:spPr>
        <p:style>
          <a:lnRef idx="2">
            <a:schemeClr val="dk1"/>
          </a:lnRef>
          <a:fillRef idx="1">
            <a:schemeClr val="lt1"/>
          </a:fillRef>
          <a:effectRef idx="0">
            <a:schemeClr val="dk1"/>
          </a:effectRef>
          <a:fontRef idx="minor">
            <a:schemeClr val="dk1"/>
          </a:fontRef>
        </p:style>
        <p:txBody>
          <a:bodyPr rtlCol="0" anchor="ctr"/>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nl-BE" dirty="0">
                <a:solidFill>
                  <a:schemeClr val="tx1"/>
                </a:solidFill>
                <a:latin typeface="Barlow Condensed" panose="00000506000000000000" pitchFamily="2" charset="0"/>
              </a:rPr>
              <a:t>ATM</a:t>
            </a:r>
          </a:p>
        </p:txBody>
      </p:sp>
      <p:sp>
        <p:nvSpPr>
          <p:cNvPr id="8" name="Rechthoek 24">
            <a:hlinkClick r:id="" action="ppaction://noaction"/>
            <a:extLst>
              <a:ext uri="{FF2B5EF4-FFF2-40B4-BE49-F238E27FC236}">
                <a16:creationId xmlns:a16="http://schemas.microsoft.com/office/drawing/2014/main" id="{8C9C3B7A-C349-82D8-059C-0FF1D0D412CF}"/>
              </a:ext>
            </a:extLst>
          </p:cNvPr>
          <p:cNvSpPr/>
          <p:nvPr/>
        </p:nvSpPr>
        <p:spPr>
          <a:xfrm>
            <a:off x="7931558" y="3217497"/>
            <a:ext cx="970083" cy="360040"/>
          </a:xfrm>
          <a:prstGeom prst="rect">
            <a:avLst/>
          </a:prstGeom>
        </p:spPr>
        <p:style>
          <a:lnRef idx="2">
            <a:schemeClr val="dk1"/>
          </a:lnRef>
          <a:fillRef idx="1">
            <a:schemeClr val="lt1"/>
          </a:fillRef>
          <a:effectRef idx="0">
            <a:schemeClr val="dk1"/>
          </a:effectRef>
          <a:fontRef idx="minor">
            <a:schemeClr val="dk1"/>
          </a:fontRef>
        </p:style>
        <p:txBody>
          <a:bodyPr rtlCol="0" anchor="ctr"/>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nl-BE" dirty="0">
                <a:solidFill>
                  <a:schemeClr val="tx1"/>
                </a:solidFill>
                <a:latin typeface="Barlow Condensed" panose="00000506000000000000" pitchFamily="2" charset="0"/>
              </a:rPr>
              <a:t>Ethernet</a:t>
            </a:r>
          </a:p>
        </p:txBody>
      </p:sp>
      <p:sp>
        <p:nvSpPr>
          <p:cNvPr id="9" name="Rechthoek 25">
            <a:extLst>
              <a:ext uri="{FF2B5EF4-FFF2-40B4-BE49-F238E27FC236}">
                <a16:creationId xmlns:a16="http://schemas.microsoft.com/office/drawing/2014/main" id="{F46B48C4-9719-A4E4-D30C-0CAE856F5A85}"/>
              </a:ext>
            </a:extLst>
          </p:cNvPr>
          <p:cNvSpPr/>
          <p:nvPr/>
        </p:nvSpPr>
        <p:spPr>
          <a:xfrm>
            <a:off x="9026741" y="3217497"/>
            <a:ext cx="627375" cy="360040"/>
          </a:xfrm>
          <a:prstGeom prst="rect">
            <a:avLst/>
          </a:prstGeom>
        </p:spPr>
        <p:style>
          <a:lnRef idx="2">
            <a:schemeClr val="dk1"/>
          </a:lnRef>
          <a:fillRef idx="1">
            <a:schemeClr val="lt1"/>
          </a:fillRef>
          <a:effectRef idx="0">
            <a:schemeClr val="dk1"/>
          </a:effectRef>
          <a:fontRef idx="minor">
            <a:schemeClr val="dk1"/>
          </a:fontRef>
        </p:style>
        <p:txBody>
          <a:bodyPr rtlCol="0" anchor="ctr"/>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nl-BE" dirty="0">
                <a:solidFill>
                  <a:schemeClr val="tx1"/>
                </a:solidFill>
                <a:latin typeface="Barlow Condensed" panose="00000506000000000000" pitchFamily="2" charset="0"/>
              </a:rPr>
              <a:t>PPP</a:t>
            </a:r>
          </a:p>
        </p:txBody>
      </p:sp>
    </p:spTree>
    <p:extLst>
      <p:ext uri="{BB962C8B-B14F-4D97-AF65-F5344CB8AC3E}">
        <p14:creationId xmlns:p14="http://schemas.microsoft.com/office/powerpoint/2010/main" val="39415357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F5109E-C142-219A-CC7D-176FD435F1F4}"/>
              </a:ext>
            </a:extLst>
          </p:cNvPr>
          <p:cNvSpPr>
            <a:spLocks noGrp="1"/>
          </p:cNvSpPr>
          <p:nvPr>
            <p:ph type="title"/>
          </p:nvPr>
        </p:nvSpPr>
        <p:spPr/>
        <p:txBody>
          <a:bodyPr/>
          <a:lstStyle/>
          <a:p>
            <a:r>
              <a:rPr lang="en-US" dirty="0"/>
              <a:t>Ethernet</a:t>
            </a:r>
            <a:endParaRPr lang="LID4096" dirty="0"/>
          </a:p>
        </p:txBody>
      </p:sp>
      <p:sp>
        <p:nvSpPr>
          <p:cNvPr id="4" name="Rechthoek 8">
            <a:extLst>
              <a:ext uri="{FF2B5EF4-FFF2-40B4-BE49-F238E27FC236}">
                <a16:creationId xmlns:a16="http://schemas.microsoft.com/office/drawing/2014/main" id="{BC05C106-875B-9409-E9E9-02E07C0EB565}"/>
              </a:ext>
            </a:extLst>
          </p:cNvPr>
          <p:cNvSpPr/>
          <p:nvPr/>
        </p:nvSpPr>
        <p:spPr>
          <a:xfrm>
            <a:off x="1246175" y="2492531"/>
            <a:ext cx="9674304" cy="115212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nl-BE" sz="2400">
              <a:solidFill>
                <a:schemeClr val="tx1"/>
              </a:solidFill>
              <a:latin typeface="Barlow Condensed" panose="00000506000000000000" pitchFamily="2" charset="0"/>
            </a:endParaRPr>
          </a:p>
        </p:txBody>
      </p:sp>
      <p:sp>
        <p:nvSpPr>
          <p:cNvPr id="5" name="Rechthoek 10">
            <a:extLst>
              <a:ext uri="{FF2B5EF4-FFF2-40B4-BE49-F238E27FC236}">
                <a16:creationId xmlns:a16="http://schemas.microsoft.com/office/drawing/2014/main" id="{0C16E235-ED00-B210-27A6-B50209DBAB27}"/>
              </a:ext>
            </a:extLst>
          </p:cNvPr>
          <p:cNvSpPr/>
          <p:nvPr/>
        </p:nvSpPr>
        <p:spPr>
          <a:xfrm>
            <a:off x="1318183" y="2558981"/>
            <a:ext cx="792088" cy="1008112"/>
          </a:xfrm>
          <a:prstGeom prst="rect">
            <a:avLst/>
          </a:prstGeom>
        </p:spPr>
        <p:style>
          <a:lnRef idx="2">
            <a:schemeClr val="accent6"/>
          </a:lnRef>
          <a:fillRef idx="1">
            <a:schemeClr val="lt1"/>
          </a:fillRef>
          <a:effectRef idx="0">
            <a:schemeClr val="accent6"/>
          </a:effectRef>
          <a:fontRef idx="minor">
            <a:schemeClr val="dk1"/>
          </a:fontRef>
        </p:style>
        <p:txBody>
          <a:bodyPr vert="vert270"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nl-BE" sz="2400" dirty="0">
                <a:solidFill>
                  <a:schemeClr val="tx1"/>
                </a:solidFill>
                <a:latin typeface="Barlow Condensed" panose="00000506000000000000" pitchFamily="2" charset="0"/>
              </a:rPr>
              <a:t>8 bytes</a:t>
            </a:r>
          </a:p>
        </p:txBody>
      </p:sp>
      <p:sp>
        <p:nvSpPr>
          <p:cNvPr id="6" name="Tekstvak 11">
            <a:extLst>
              <a:ext uri="{FF2B5EF4-FFF2-40B4-BE49-F238E27FC236}">
                <a16:creationId xmlns:a16="http://schemas.microsoft.com/office/drawing/2014/main" id="{E65F5012-A1F0-20CB-7517-64F9FFED9193}"/>
              </a:ext>
            </a:extLst>
          </p:cNvPr>
          <p:cNvSpPr txBox="1"/>
          <p:nvPr/>
        </p:nvSpPr>
        <p:spPr>
          <a:xfrm>
            <a:off x="1174167" y="1559357"/>
            <a:ext cx="1228221" cy="461665"/>
          </a:xfrm>
          <a:prstGeom prst="rect">
            <a:avLst/>
          </a:prstGeom>
          <a:noFill/>
        </p:spPr>
        <p:txBody>
          <a:bodyPr wrap="none" rtlCol="0">
            <a:spAutoFit/>
          </a:bodyPr>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nl-BE" sz="2400" dirty="0" err="1">
                <a:latin typeface="Barlow Condensed" panose="00000506000000000000" pitchFamily="2" charset="0"/>
              </a:rPr>
              <a:t>preamble</a:t>
            </a:r>
            <a:r>
              <a:rPr lang="nl-BE" sz="2400" dirty="0">
                <a:latin typeface="Barlow Condensed" panose="00000506000000000000" pitchFamily="2" charset="0"/>
              </a:rPr>
              <a:t> </a:t>
            </a:r>
          </a:p>
        </p:txBody>
      </p:sp>
      <p:cxnSp>
        <p:nvCxnSpPr>
          <p:cNvPr id="7" name="Rechte verbindingslijn met pijl 12">
            <a:extLst>
              <a:ext uri="{FF2B5EF4-FFF2-40B4-BE49-F238E27FC236}">
                <a16:creationId xmlns:a16="http://schemas.microsoft.com/office/drawing/2014/main" id="{B9D94991-7811-F82B-889D-2E91C7FF6CE1}"/>
              </a:ext>
            </a:extLst>
          </p:cNvPr>
          <p:cNvCxnSpPr/>
          <p:nvPr/>
        </p:nvCxnSpPr>
        <p:spPr>
          <a:xfrm>
            <a:off x="1714227" y="1982917"/>
            <a:ext cx="0" cy="463254"/>
          </a:xfrm>
          <a:prstGeom prst="straightConnector1">
            <a:avLst/>
          </a:prstGeom>
          <a:ln>
            <a:solidFill>
              <a:schemeClr val="bg1"/>
            </a:solidFill>
            <a:tailEnd type="arrow"/>
          </a:ln>
        </p:spPr>
        <p:style>
          <a:lnRef idx="3">
            <a:schemeClr val="accent6"/>
          </a:lnRef>
          <a:fillRef idx="0">
            <a:schemeClr val="accent6"/>
          </a:fillRef>
          <a:effectRef idx="2">
            <a:schemeClr val="accent6"/>
          </a:effectRef>
          <a:fontRef idx="minor">
            <a:schemeClr val="tx1"/>
          </a:fontRef>
        </p:style>
      </p:cxnSp>
      <p:cxnSp>
        <p:nvCxnSpPr>
          <p:cNvPr id="8" name="Rechte verbindingslijn met pijl 13">
            <a:extLst>
              <a:ext uri="{FF2B5EF4-FFF2-40B4-BE49-F238E27FC236}">
                <a16:creationId xmlns:a16="http://schemas.microsoft.com/office/drawing/2014/main" id="{0765D104-483B-A920-079C-DB4E7947E588}"/>
              </a:ext>
            </a:extLst>
          </p:cNvPr>
          <p:cNvCxnSpPr/>
          <p:nvPr/>
        </p:nvCxnSpPr>
        <p:spPr>
          <a:xfrm flipV="1">
            <a:off x="2527094" y="3711109"/>
            <a:ext cx="0" cy="386298"/>
          </a:xfrm>
          <a:prstGeom prst="straightConnector1">
            <a:avLst/>
          </a:prstGeom>
          <a:ln>
            <a:solidFill>
              <a:schemeClr val="bg1"/>
            </a:solidFill>
            <a:tailEnd type="arrow"/>
          </a:ln>
        </p:spPr>
        <p:style>
          <a:lnRef idx="3">
            <a:schemeClr val="accent6"/>
          </a:lnRef>
          <a:fillRef idx="0">
            <a:schemeClr val="accent6"/>
          </a:fillRef>
          <a:effectRef idx="2">
            <a:schemeClr val="accent6"/>
          </a:effectRef>
          <a:fontRef idx="minor">
            <a:schemeClr val="tx1"/>
          </a:fontRef>
        </p:style>
      </p:cxnSp>
      <p:sp>
        <p:nvSpPr>
          <p:cNvPr id="9" name="Rechthoek 14">
            <a:extLst>
              <a:ext uri="{FF2B5EF4-FFF2-40B4-BE49-F238E27FC236}">
                <a16:creationId xmlns:a16="http://schemas.microsoft.com/office/drawing/2014/main" id="{FD7959D7-9FB6-4657-77E2-1EE7FDFF84C3}"/>
              </a:ext>
            </a:extLst>
          </p:cNvPr>
          <p:cNvSpPr/>
          <p:nvPr/>
        </p:nvSpPr>
        <p:spPr>
          <a:xfrm>
            <a:off x="2182825" y="2563484"/>
            <a:ext cx="648072" cy="1008112"/>
          </a:xfrm>
          <a:prstGeom prst="rect">
            <a:avLst/>
          </a:prstGeom>
        </p:spPr>
        <p:style>
          <a:lnRef idx="2">
            <a:schemeClr val="accent6"/>
          </a:lnRef>
          <a:fillRef idx="1">
            <a:schemeClr val="lt1"/>
          </a:fillRef>
          <a:effectRef idx="0">
            <a:schemeClr val="accent6"/>
          </a:effectRef>
          <a:fontRef idx="minor">
            <a:schemeClr val="dk1"/>
          </a:fontRef>
        </p:style>
        <p:txBody>
          <a:bodyPr vert="vert270"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nl-BE" sz="2400" dirty="0">
                <a:solidFill>
                  <a:schemeClr val="tx1"/>
                </a:solidFill>
                <a:latin typeface="Barlow Condensed" panose="00000506000000000000" pitchFamily="2" charset="0"/>
              </a:rPr>
              <a:t>6 bytes</a:t>
            </a:r>
          </a:p>
        </p:txBody>
      </p:sp>
      <p:sp>
        <p:nvSpPr>
          <p:cNvPr id="10" name="Rechthoek 15">
            <a:extLst>
              <a:ext uri="{FF2B5EF4-FFF2-40B4-BE49-F238E27FC236}">
                <a16:creationId xmlns:a16="http://schemas.microsoft.com/office/drawing/2014/main" id="{884D6D42-6D4C-04D1-4330-C2AC3FF3630F}"/>
              </a:ext>
            </a:extLst>
          </p:cNvPr>
          <p:cNvSpPr/>
          <p:nvPr/>
        </p:nvSpPr>
        <p:spPr>
          <a:xfrm>
            <a:off x="10296561" y="2558981"/>
            <a:ext cx="466805" cy="1008112"/>
          </a:xfrm>
          <a:prstGeom prst="rect">
            <a:avLst/>
          </a:prstGeom>
        </p:spPr>
        <p:style>
          <a:lnRef idx="2">
            <a:schemeClr val="accent6"/>
          </a:lnRef>
          <a:fillRef idx="1">
            <a:schemeClr val="lt1"/>
          </a:fillRef>
          <a:effectRef idx="0">
            <a:schemeClr val="accent6"/>
          </a:effectRef>
          <a:fontRef idx="minor">
            <a:schemeClr val="dk1"/>
          </a:fontRef>
        </p:style>
        <p:txBody>
          <a:bodyPr vert="vert270"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nl-BE" sz="2400" dirty="0">
                <a:solidFill>
                  <a:schemeClr val="tx1"/>
                </a:solidFill>
                <a:latin typeface="Barlow Condensed" panose="00000506000000000000" pitchFamily="2" charset="0"/>
              </a:rPr>
              <a:t>4 bytes</a:t>
            </a:r>
          </a:p>
        </p:txBody>
      </p:sp>
      <p:sp>
        <p:nvSpPr>
          <p:cNvPr id="11" name="Rechthoek 16">
            <a:extLst>
              <a:ext uri="{FF2B5EF4-FFF2-40B4-BE49-F238E27FC236}">
                <a16:creationId xmlns:a16="http://schemas.microsoft.com/office/drawing/2014/main" id="{F044E42F-7A41-553D-FFD5-D2D7E3E9D721}"/>
              </a:ext>
            </a:extLst>
          </p:cNvPr>
          <p:cNvSpPr/>
          <p:nvPr/>
        </p:nvSpPr>
        <p:spPr>
          <a:xfrm>
            <a:off x="4053941" y="2558981"/>
            <a:ext cx="216024" cy="1008112"/>
          </a:xfrm>
          <a:prstGeom prst="rect">
            <a:avLst/>
          </a:prstGeom>
        </p:spPr>
        <p:style>
          <a:lnRef idx="2">
            <a:schemeClr val="accent6"/>
          </a:lnRef>
          <a:fillRef idx="1">
            <a:schemeClr val="lt1"/>
          </a:fillRef>
          <a:effectRef idx="0">
            <a:schemeClr val="accent6"/>
          </a:effectRef>
          <a:fontRef idx="minor">
            <a:schemeClr val="dk1"/>
          </a:fontRef>
        </p:style>
        <p:txBody>
          <a:bodyPr vert="vert270"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nl-BE" sz="2400" dirty="0">
                <a:solidFill>
                  <a:schemeClr val="tx1"/>
                </a:solidFill>
                <a:latin typeface="Barlow Condensed" panose="00000506000000000000" pitchFamily="2" charset="0"/>
              </a:rPr>
              <a:t>2 bytes</a:t>
            </a:r>
          </a:p>
        </p:txBody>
      </p:sp>
      <p:sp>
        <p:nvSpPr>
          <p:cNvPr id="12" name="Rechthoek 19">
            <a:extLst>
              <a:ext uri="{FF2B5EF4-FFF2-40B4-BE49-F238E27FC236}">
                <a16:creationId xmlns:a16="http://schemas.microsoft.com/office/drawing/2014/main" id="{1AD6A506-6F25-2C6D-2F76-159A5F1103FA}"/>
              </a:ext>
            </a:extLst>
          </p:cNvPr>
          <p:cNvSpPr/>
          <p:nvPr/>
        </p:nvSpPr>
        <p:spPr>
          <a:xfrm>
            <a:off x="2902359" y="2563484"/>
            <a:ext cx="648072" cy="1008112"/>
          </a:xfrm>
          <a:prstGeom prst="rect">
            <a:avLst/>
          </a:prstGeom>
        </p:spPr>
        <p:style>
          <a:lnRef idx="2">
            <a:schemeClr val="accent6"/>
          </a:lnRef>
          <a:fillRef idx="1">
            <a:schemeClr val="lt1"/>
          </a:fillRef>
          <a:effectRef idx="0">
            <a:schemeClr val="accent6"/>
          </a:effectRef>
          <a:fontRef idx="minor">
            <a:schemeClr val="dk1"/>
          </a:fontRef>
        </p:style>
        <p:txBody>
          <a:bodyPr vert="vert270"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nl-BE" sz="2400" dirty="0">
                <a:solidFill>
                  <a:schemeClr val="tx1"/>
                </a:solidFill>
                <a:latin typeface="Barlow Condensed" panose="00000506000000000000" pitchFamily="2" charset="0"/>
              </a:rPr>
              <a:t>6 bytes</a:t>
            </a:r>
          </a:p>
        </p:txBody>
      </p:sp>
      <p:sp>
        <p:nvSpPr>
          <p:cNvPr id="13" name="Rechthoek 20">
            <a:extLst>
              <a:ext uri="{FF2B5EF4-FFF2-40B4-BE49-F238E27FC236}">
                <a16:creationId xmlns:a16="http://schemas.microsoft.com/office/drawing/2014/main" id="{6B1B2CA9-C05D-8FB8-422F-62E66846A0BE}"/>
              </a:ext>
            </a:extLst>
          </p:cNvPr>
          <p:cNvSpPr/>
          <p:nvPr/>
        </p:nvSpPr>
        <p:spPr>
          <a:xfrm>
            <a:off x="4341972" y="2564539"/>
            <a:ext cx="5954589" cy="1008112"/>
          </a:xfrm>
          <a:prstGeom prst="rect">
            <a:avLst/>
          </a:prstGeom>
          <a:solidFill>
            <a:schemeClr val="accent3"/>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nl-BE" sz="2400" dirty="0">
                <a:solidFill>
                  <a:schemeClr val="tx1"/>
                </a:solidFill>
                <a:latin typeface="Barlow Condensed" panose="00000506000000000000" pitchFamily="2" charset="0"/>
              </a:rPr>
              <a:t>48 tot 1500 bytes</a:t>
            </a:r>
          </a:p>
        </p:txBody>
      </p:sp>
      <p:sp>
        <p:nvSpPr>
          <p:cNvPr id="14" name="Tekstvak 21">
            <a:extLst>
              <a:ext uri="{FF2B5EF4-FFF2-40B4-BE49-F238E27FC236}">
                <a16:creationId xmlns:a16="http://schemas.microsoft.com/office/drawing/2014/main" id="{0F9C334A-E06F-A9C4-5860-95F411AB7AE9}"/>
              </a:ext>
            </a:extLst>
          </p:cNvPr>
          <p:cNvSpPr txBox="1"/>
          <p:nvPr/>
        </p:nvSpPr>
        <p:spPr>
          <a:xfrm>
            <a:off x="2381549" y="1565147"/>
            <a:ext cx="1848583" cy="461665"/>
          </a:xfrm>
          <a:prstGeom prst="rect">
            <a:avLst/>
          </a:prstGeom>
          <a:noFill/>
        </p:spPr>
        <p:txBody>
          <a:bodyPr wrap="none" rtlCol="0">
            <a:spAutoFit/>
          </a:bodyPr>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nl-BE" sz="2400" dirty="0">
                <a:latin typeface="Barlow Condensed" panose="00000506000000000000" pitchFamily="2" charset="0"/>
              </a:rPr>
              <a:t>source </a:t>
            </a:r>
            <a:r>
              <a:rPr lang="nl-BE" sz="2400" dirty="0" err="1">
                <a:latin typeface="Barlow Condensed" panose="00000506000000000000" pitchFamily="2" charset="0"/>
              </a:rPr>
              <a:t>address</a:t>
            </a:r>
            <a:r>
              <a:rPr lang="nl-BE" sz="2400" dirty="0">
                <a:latin typeface="Barlow Condensed" panose="00000506000000000000" pitchFamily="2" charset="0"/>
              </a:rPr>
              <a:t> </a:t>
            </a:r>
          </a:p>
        </p:txBody>
      </p:sp>
      <p:cxnSp>
        <p:nvCxnSpPr>
          <p:cNvPr id="15" name="Rechte verbindingslijn met pijl 22">
            <a:extLst>
              <a:ext uri="{FF2B5EF4-FFF2-40B4-BE49-F238E27FC236}">
                <a16:creationId xmlns:a16="http://schemas.microsoft.com/office/drawing/2014/main" id="{560AF7F0-5641-0FB4-026D-CD0F45719C50}"/>
              </a:ext>
            </a:extLst>
          </p:cNvPr>
          <p:cNvCxnSpPr/>
          <p:nvPr/>
        </p:nvCxnSpPr>
        <p:spPr>
          <a:xfrm>
            <a:off x="3247458" y="1982917"/>
            <a:ext cx="0" cy="463254"/>
          </a:xfrm>
          <a:prstGeom prst="straightConnector1">
            <a:avLst/>
          </a:prstGeom>
          <a:ln>
            <a:solidFill>
              <a:schemeClr val="bg1"/>
            </a:solidFill>
            <a:tailEnd type="arrow"/>
          </a:ln>
        </p:spPr>
        <p:style>
          <a:lnRef idx="3">
            <a:schemeClr val="accent6"/>
          </a:lnRef>
          <a:fillRef idx="0">
            <a:schemeClr val="accent6"/>
          </a:fillRef>
          <a:effectRef idx="2">
            <a:schemeClr val="accent6"/>
          </a:effectRef>
          <a:fontRef idx="minor">
            <a:schemeClr val="tx1"/>
          </a:fontRef>
        </p:style>
      </p:cxnSp>
      <p:sp>
        <p:nvSpPr>
          <p:cNvPr id="16" name="Tekstvak 23">
            <a:extLst>
              <a:ext uri="{FF2B5EF4-FFF2-40B4-BE49-F238E27FC236}">
                <a16:creationId xmlns:a16="http://schemas.microsoft.com/office/drawing/2014/main" id="{3E06AA05-067D-9558-B781-A46C051E030C}"/>
              </a:ext>
            </a:extLst>
          </p:cNvPr>
          <p:cNvSpPr txBox="1"/>
          <p:nvPr/>
        </p:nvSpPr>
        <p:spPr>
          <a:xfrm>
            <a:off x="3640858" y="4106555"/>
            <a:ext cx="1497526" cy="461665"/>
          </a:xfrm>
          <a:prstGeom prst="rect">
            <a:avLst/>
          </a:prstGeom>
          <a:noFill/>
        </p:spPr>
        <p:txBody>
          <a:bodyPr wrap="none" rtlCol="0">
            <a:spAutoFit/>
          </a:bodyPr>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nl-BE" sz="2400" dirty="0">
                <a:latin typeface="Barlow Condensed" panose="00000506000000000000" pitchFamily="2" charset="0"/>
              </a:rPr>
              <a:t>protocoltype</a:t>
            </a:r>
          </a:p>
        </p:txBody>
      </p:sp>
      <p:cxnSp>
        <p:nvCxnSpPr>
          <p:cNvPr id="17" name="Rechte verbindingslijn met pijl 24">
            <a:extLst>
              <a:ext uri="{FF2B5EF4-FFF2-40B4-BE49-F238E27FC236}">
                <a16:creationId xmlns:a16="http://schemas.microsoft.com/office/drawing/2014/main" id="{CF842D51-4B63-7AD8-9467-0336B64A4E37}"/>
              </a:ext>
            </a:extLst>
          </p:cNvPr>
          <p:cNvCxnSpPr/>
          <p:nvPr/>
        </p:nvCxnSpPr>
        <p:spPr>
          <a:xfrm flipV="1">
            <a:off x="4167849" y="3711109"/>
            <a:ext cx="0" cy="386298"/>
          </a:xfrm>
          <a:prstGeom prst="straightConnector1">
            <a:avLst/>
          </a:prstGeom>
          <a:ln>
            <a:solidFill>
              <a:schemeClr val="bg1"/>
            </a:solidFill>
            <a:tailEnd type="arrow"/>
          </a:ln>
        </p:spPr>
        <p:style>
          <a:lnRef idx="3">
            <a:schemeClr val="accent6"/>
          </a:lnRef>
          <a:fillRef idx="0">
            <a:schemeClr val="accent6"/>
          </a:fillRef>
          <a:effectRef idx="2">
            <a:schemeClr val="accent6"/>
          </a:effectRef>
          <a:fontRef idx="minor">
            <a:schemeClr val="tx1"/>
          </a:fontRef>
        </p:style>
      </p:cxnSp>
      <p:sp>
        <p:nvSpPr>
          <p:cNvPr id="18" name="Tekstvak 25">
            <a:extLst>
              <a:ext uri="{FF2B5EF4-FFF2-40B4-BE49-F238E27FC236}">
                <a16:creationId xmlns:a16="http://schemas.microsoft.com/office/drawing/2014/main" id="{5E041C01-A79D-8A39-CA27-DDA9F7C05EB4}"/>
              </a:ext>
            </a:extLst>
          </p:cNvPr>
          <p:cNvSpPr txBox="1"/>
          <p:nvPr/>
        </p:nvSpPr>
        <p:spPr>
          <a:xfrm>
            <a:off x="6129757" y="1579093"/>
            <a:ext cx="994183" cy="461665"/>
          </a:xfrm>
          <a:prstGeom prst="rect">
            <a:avLst/>
          </a:prstGeom>
          <a:noFill/>
        </p:spPr>
        <p:txBody>
          <a:bodyPr wrap="none" rtlCol="0">
            <a:spAutoFit/>
          </a:bodyPr>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nl-BE" sz="2400" dirty="0">
                <a:latin typeface="Barlow Condensed" panose="00000506000000000000" pitchFamily="2" charset="0"/>
              </a:rPr>
              <a:t>payload</a:t>
            </a:r>
          </a:p>
        </p:txBody>
      </p:sp>
      <p:cxnSp>
        <p:nvCxnSpPr>
          <p:cNvPr id="19" name="Rechte verbindingslijn met pijl 26">
            <a:extLst>
              <a:ext uri="{FF2B5EF4-FFF2-40B4-BE49-F238E27FC236}">
                <a16:creationId xmlns:a16="http://schemas.microsoft.com/office/drawing/2014/main" id="{A1F0A3ED-1040-79DA-6DF3-E93F536B32DF}"/>
              </a:ext>
            </a:extLst>
          </p:cNvPr>
          <p:cNvCxnSpPr/>
          <p:nvPr/>
        </p:nvCxnSpPr>
        <p:spPr>
          <a:xfrm>
            <a:off x="6626849" y="1996863"/>
            <a:ext cx="0" cy="463254"/>
          </a:xfrm>
          <a:prstGeom prst="straightConnector1">
            <a:avLst/>
          </a:prstGeom>
          <a:ln>
            <a:solidFill>
              <a:schemeClr val="bg1"/>
            </a:solidFill>
            <a:tailEnd type="arrow"/>
          </a:ln>
        </p:spPr>
        <p:style>
          <a:lnRef idx="3">
            <a:schemeClr val="accent6"/>
          </a:lnRef>
          <a:fillRef idx="0">
            <a:schemeClr val="accent6"/>
          </a:fillRef>
          <a:effectRef idx="2">
            <a:schemeClr val="accent6"/>
          </a:effectRef>
          <a:fontRef idx="minor">
            <a:schemeClr val="tx1"/>
          </a:fontRef>
        </p:style>
      </p:cxnSp>
      <p:sp>
        <p:nvSpPr>
          <p:cNvPr id="20" name="Tekstvak 27">
            <a:extLst>
              <a:ext uri="{FF2B5EF4-FFF2-40B4-BE49-F238E27FC236}">
                <a16:creationId xmlns:a16="http://schemas.microsoft.com/office/drawing/2014/main" id="{F679B77A-5EB4-AB7F-64EC-1B4BDC82E963}"/>
              </a:ext>
            </a:extLst>
          </p:cNvPr>
          <p:cNvSpPr txBox="1"/>
          <p:nvPr/>
        </p:nvSpPr>
        <p:spPr>
          <a:xfrm>
            <a:off x="9547798" y="4154071"/>
            <a:ext cx="1497526" cy="461665"/>
          </a:xfrm>
          <a:prstGeom prst="rect">
            <a:avLst/>
          </a:prstGeom>
          <a:noFill/>
        </p:spPr>
        <p:txBody>
          <a:bodyPr wrap="none" rtlCol="0">
            <a:spAutoFit/>
          </a:bodyPr>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nl-BE" sz="2400" dirty="0">
                <a:latin typeface="Barlow Condensed" panose="00000506000000000000" pitchFamily="2" charset="0"/>
              </a:rPr>
              <a:t>frame check</a:t>
            </a:r>
          </a:p>
        </p:txBody>
      </p:sp>
      <p:cxnSp>
        <p:nvCxnSpPr>
          <p:cNvPr id="21" name="Rechte verbindingslijn met pijl 28">
            <a:extLst>
              <a:ext uri="{FF2B5EF4-FFF2-40B4-BE49-F238E27FC236}">
                <a16:creationId xmlns:a16="http://schemas.microsoft.com/office/drawing/2014/main" id="{98113D9A-927D-9453-919A-A3063E8A885F}"/>
              </a:ext>
            </a:extLst>
          </p:cNvPr>
          <p:cNvCxnSpPr/>
          <p:nvPr/>
        </p:nvCxnSpPr>
        <p:spPr>
          <a:xfrm flipV="1">
            <a:off x="10586076" y="3720258"/>
            <a:ext cx="0" cy="386298"/>
          </a:xfrm>
          <a:prstGeom prst="straightConnector1">
            <a:avLst/>
          </a:prstGeom>
          <a:ln>
            <a:solidFill>
              <a:schemeClr val="bg1"/>
            </a:solidFill>
            <a:tailEnd type="arrow"/>
          </a:ln>
        </p:spPr>
        <p:style>
          <a:lnRef idx="3">
            <a:schemeClr val="accent6"/>
          </a:lnRef>
          <a:fillRef idx="0">
            <a:schemeClr val="accent6"/>
          </a:fillRef>
          <a:effectRef idx="2">
            <a:schemeClr val="accent6"/>
          </a:effectRef>
          <a:fontRef idx="minor">
            <a:schemeClr val="tx1"/>
          </a:fontRef>
        </p:style>
      </p:cxnSp>
      <p:sp>
        <p:nvSpPr>
          <p:cNvPr id="22" name="Rechthoek 33">
            <a:extLst>
              <a:ext uri="{FF2B5EF4-FFF2-40B4-BE49-F238E27FC236}">
                <a16:creationId xmlns:a16="http://schemas.microsoft.com/office/drawing/2014/main" id="{BC2E93BA-BFE0-17F2-57B4-4A2871B412D8}"/>
              </a:ext>
            </a:extLst>
          </p:cNvPr>
          <p:cNvSpPr/>
          <p:nvPr/>
        </p:nvSpPr>
        <p:spPr>
          <a:xfrm>
            <a:off x="1318183" y="5102000"/>
            <a:ext cx="2888841" cy="4025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nl-BE" sz="2400" dirty="0">
                <a:solidFill>
                  <a:schemeClr val="tx1"/>
                </a:solidFill>
                <a:latin typeface="Barlow Condensed" panose="00000506000000000000" pitchFamily="2" charset="0"/>
              </a:rPr>
              <a:t>headers</a:t>
            </a:r>
          </a:p>
        </p:txBody>
      </p:sp>
      <p:sp>
        <p:nvSpPr>
          <p:cNvPr id="23" name="Rechthoek 34">
            <a:extLst>
              <a:ext uri="{FF2B5EF4-FFF2-40B4-BE49-F238E27FC236}">
                <a16:creationId xmlns:a16="http://schemas.microsoft.com/office/drawing/2014/main" id="{2F95905C-C19E-2FC1-E3D8-379486FEDD85}"/>
              </a:ext>
            </a:extLst>
          </p:cNvPr>
          <p:cNvSpPr/>
          <p:nvPr/>
        </p:nvSpPr>
        <p:spPr>
          <a:xfrm>
            <a:off x="8881147" y="5122561"/>
            <a:ext cx="2016224" cy="402580"/>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nl-BE" sz="2400" dirty="0" err="1">
                <a:solidFill>
                  <a:schemeClr val="tx1"/>
                </a:solidFill>
                <a:latin typeface="Barlow Condensed" panose="00000506000000000000" pitchFamily="2" charset="0"/>
              </a:rPr>
              <a:t>footers</a:t>
            </a:r>
            <a:r>
              <a:rPr lang="nl-BE" sz="2400" dirty="0">
                <a:solidFill>
                  <a:schemeClr val="tx1"/>
                </a:solidFill>
                <a:latin typeface="Barlow Condensed" panose="00000506000000000000" pitchFamily="2" charset="0"/>
              </a:rPr>
              <a:t> / trailers</a:t>
            </a:r>
          </a:p>
        </p:txBody>
      </p:sp>
      <p:sp>
        <p:nvSpPr>
          <p:cNvPr id="24" name="Rechthoek 36">
            <a:extLst>
              <a:ext uri="{FF2B5EF4-FFF2-40B4-BE49-F238E27FC236}">
                <a16:creationId xmlns:a16="http://schemas.microsoft.com/office/drawing/2014/main" id="{B9DB8066-0303-D7F4-4458-1A2E2134471D}"/>
              </a:ext>
            </a:extLst>
          </p:cNvPr>
          <p:cNvSpPr/>
          <p:nvPr/>
        </p:nvSpPr>
        <p:spPr>
          <a:xfrm>
            <a:off x="5011664" y="4870198"/>
            <a:ext cx="3000762" cy="866185"/>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nl-BE" sz="2400" dirty="0">
                <a:solidFill>
                  <a:schemeClr val="tx1"/>
                </a:solidFill>
                <a:latin typeface="Barlow Condensed" panose="00000506000000000000" pitchFamily="2" charset="0"/>
              </a:rPr>
              <a:t>inkapseling</a:t>
            </a:r>
          </a:p>
          <a:p>
            <a:pPr algn="ctr"/>
            <a:r>
              <a:rPr lang="nl-BE" sz="2400" dirty="0" err="1">
                <a:solidFill>
                  <a:schemeClr val="tx1"/>
                </a:solidFill>
                <a:latin typeface="Barlow Condensed" panose="00000506000000000000" pitchFamily="2" charset="0"/>
              </a:rPr>
              <a:t>encapsulation</a:t>
            </a:r>
            <a:endParaRPr lang="nl-BE" sz="2400" dirty="0">
              <a:solidFill>
                <a:schemeClr val="tx1"/>
              </a:solidFill>
              <a:latin typeface="Barlow Condensed" panose="00000506000000000000" pitchFamily="2" charset="0"/>
            </a:endParaRPr>
          </a:p>
        </p:txBody>
      </p:sp>
      <p:sp>
        <p:nvSpPr>
          <p:cNvPr id="25" name="PIJL-RECHTS 13">
            <a:extLst>
              <a:ext uri="{FF2B5EF4-FFF2-40B4-BE49-F238E27FC236}">
                <a16:creationId xmlns:a16="http://schemas.microsoft.com/office/drawing/2014/main" id="{6AEFF17D-3764-58AB-E8B1-9F661C57E150}"/>
              </a:ext>
            </a:extLst>
          </p:cNvPr>
          <p:cNvSpPr/>
          <p:nvPr/>
        </p:nvSpPr>
        <p:spPr>
          <a:xfrm>
            <a:off x="4328688" y="5143831"/>
            <a:ext cx="561312" cy="360040"/>
          </a:xfrm>
          <a:prstGeom prst="rightArrow">
            <a:avLst/>
          </a:prstGeom>
        </p:spPr>
        <p:style>
          <a:lnRef idx="1">
            <a:schemeClr val="accent6"/>
          </a:lnRef>
          <a:fillRef idx="3">
            <a:schemeClr val="accent6"/>
          </a:fillRef>
          <a:effectRef idx="2">
            <a:schemeClr val="accent6"/>
          </a:effectRef>
          <a:fontRef idx="minor">
            <a:schemeClr val="lt1"/>
          </a:fontRef>
        </p:style>
        <p:txBody>
          <a:bodyPr rtlCol="0" anchor="ctr"/>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nl-BE" sz="2400">
              <a:solidFill>
                <a:schemeClr val="tx1"/>
              </a:solidFill>
              <a:latin typeface="Barlow Condensed" panose="00000506000000000000" pitchFamily="2" charset="0"/>
            </a:endParaRPr>
          </a:p>
        </p:txBody>
      </p:sp>
      <p:sp>
        <p:nvSpPr>
          <p:cNvPr id="26" name="PIJL-RECHTS 49">
            <a:extLst>
              <a:ext uri="{FF2B5EF4-FFF2-40B4-BE49-F238E27FC236}">
                <a16:creationId xmlns:a16="http://schemas.microsoft.com/office/drawing/2014/main" id="{E06606EA-B620-105D-9F60-48168BD37E8B}"/>
              </a:ext>
            </a:extLst>
          </p:cNvPr>
          <p:cNvSpPr/>
          <p:nvPr/>
        </p:nvSpPr>
        <p:spPr>
          <a:xfrm rot="10800000">
            <a:off x="8134090" y="5157871"/>
            <a:ext cx="561312" cy="360040"/>
          </a:xfrm>
          <a:prstGeom prst="rightArrow">
            <a:avLst/>
          </a:prstGeom>
        </p:spPr>
        <p:style>
          <a:lnRef idx="1">
            <a:schemeClr val="accent6"/>
          </a:lnRef>
          <a:fillRef idx="3">
            <a:schemeClr val="accent6"/>
          </a:fillRef>
          <a:effectRef idx="2">
            <a:schemeClr val="accent6"/>
          </a:effectRef>
          <a:fontRef idx="minor">
            <a:schemeClr val="lt1"/>
          </a:fontRef>
        </p:style>
        <p:txBody>
          <a:bodyPr rtlCol="0" anchor="ctr"/>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nl-BE" sz="2400">
              <a:solidFill>
                <a:schemeClr val="tx1"/>
              </a:solidFill>
              <a:latin typeface="Barlow Condensed" panose="00000506000000000000" pitchFamily="2" charset="0"/>
            </a:endParaRPr>
          </a:p>
        </p:txBody>
      </p:sp>
      <p:sp>
        <p:nvSpPr>
          <p:cNvPr id="27" name="Rechthoek 39">
            <a:extLst>
              <a:ext uri="{FF2B5EF4-FFF2-40B4-BE49-F238E27FC236}">
                <a16:creationId xmlns:a16="http://schemas.microsoft.com/office/drawing/2014/main" id="{03BD18CA-E8D7-25D6-0178-F3B8922DCAE3}"/>
              </a:ext>
            </a:extLst>
          </p:cNvPr>
          <p:cNvSpPr/>
          <p:nvPr/>
        </p:nvSpPr>
        <p:spPr>
          <a:xfrm>
            <a:off x="3613135" y="2558981"/>
            <a:ext cx="374197" cy="1008112"/>
          </a:xfrm>
          <a:prstGeom prst="rect">
            <a:avLst/>
          </a:prstGeom>
          <a:solidFill>
            <a:schemeClr val="bg1"/>
          </a:solidFill>
        </p:spPr>
        <p:style>
          <a:lnRef idx="2">
            <a:schemeClr val="accent6"/>
          </a:lnRef>
          <a:fillRef idx="1">
            <a:schemeClr val="lt1"/>
          </a:fillRef>
          <a:effectRef idx="0">
            <a:schemeClr val="accent6"/>
          </a:effectRef>
          <a:fontRef idx="minor">
            <a:schemeClr val="dk1"/>
          </a:fontRef>
        </p:style>
        <p:txBody>
          <a:bodyPr vert="vert270"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nl-BE" sz="2400" dirty="0">
                <a:solidFill>
                  <a:schemeClr val="tx1"/>
                </a:solidFill>
                <a:latin typeface="Barlow Condensed" panose="00000506000000000000" pitchFamily="2" charset="0"/>
              </a:rPr>
              <a:t>4 bytes</a:t>
            </a:r>
          </a:p>
        </p:txBody>
      </p:sp>
      <p:cxnSp>
        <p:nvCxnSpPr>
          <p:cNvPr id="28" name="Rechte verbindingslijn met pijl 41">
            <a:extLst>
              <a:ext uri="{FF2B5EF4-FFF2-40B4-BE49-F238E27FC236}">
                <a16:creationId xmlns:a16="http://schemas.microsoft.com/office/drawing/2014/main" id="{CB9132AF-E1CF-2A45-932D-0777E3E4BBBA}"/>
              </a:ext>
            </a:extLst>
          </p:cNvPr>
          <p:cNvCxnSpPr/>
          <p:nvPr/>
        </p:nvCxnSpPr>
        <p:spPr>
          <a:xfrm flipH="1">
            <a:off x="3926550" y="1900990"/>
            <a:ext cx="487977" cy="553340"/>
          </a:xfrm>
          <a:prstGeom prst="straightConnector1">
            <a:avLst/>
          </a:prstGeom>
          <a:ln>
            <a:solidFill>
              <a:schemeClr val="bg1"/>
            </a:solidFill>
            <a:tailEnd type="arrow"/>
          </a:ln>
        </p:spPr>
        <p:style>
          <a:lnRef idx="3">
            <a:schemeClr val="accent6"/>
          </a:lnRef>
          <a:fillRef idx="0">
            <a:schemeClr val="accent6"/>
          </a:fillRef>
          <a:effectRef idx="2">
            <a:schemeClr val="accent6"/>
          </a:effectRef>
          <a:fontRef idx="minor">
            <a:schemeClr val="tx1"/>
          </a:fontRef>
        </p:style>
      </p:cxnSp>
      <p:sp>
        <p:nvSpPr>
          <p:cNvPr id="29" name="Tekstvak 42">
            <a:extLst>
              <a:ext uri="{FF2B5EF4-FFF2-40B4-BE49-F238E27FC236}">
                <a16:creationId xmlns:a16="http://schemas.microsoft.com/office/drawing/2014/main" id="{E1C83A82-2A90-39AC-9067-A92B53B8C656}"/>
              </a:ext>
            </a:extLst>
          </p:cNvPr>
          <p:cNvSpPr txBox="1"/>
          <p:nvPr/>
        </p:nvSpPr>
        <p:spPr>
          <a:xfrm>
            <a:off x="4337774" y="1583837"/>
            <a:ext cx="1287532" cy="830997"/>
          </a:xfrm>
          <a:prstGeom prst="rect">
            <a:avLst/>
          </a:prstGeom>
          <a:noFill/>
        </p:spPr>
        <p:txBody>
          <a:bodyPr wrap="none" rtlCol="0">
            <a:spAutoFit/>
          </a:bodyPr>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nl-BE" sz="2400" dirty="0">
                <a:latin typeface="Barlow Condensed" panose="00000506000000000000" pitchFamily="2" charset="0"/>
              </a:rPr>
              <a:t>VLAN-tag</a:t>
            </a:r>
            <a:br>
              <a:rPr lang="nl-BE" sz="2400" dirty="0">
                <a:latin typeface="Barlow Condensed" panose="00000506000000000000" pitchFamily="2" charset="0"/>
              </a:rPr>
            </a:br>
            <a:r>
              <a:rPr lang="nl-BE" sz="2400" dirty="0">
                <a:latin typeface="Barlow Condensed" panose="00000506000000000000" pitchFamily="2" charset="0"/>
              </a:rPr>
              <a:t>(optioneel)</a:t>
            </a:r>
          </a:p>
        </p:txBody>
      </p:sp>
      <p:sp>
        <p:nvSpPr>
          <p:cNvPr id="30" name="Tekstvak 43">
            <a:extLst>
              <a:ext uri="{FF2B5EF4-FFF2-40B4-BE49-F238E27FC236}">
                <a16:creationId xmlns:a16="http://schemas.microsoft.com/office/drawing/2014/main" id="{FEB47804-C607-98D5-6EE2-5B49C790B216}"/>
              </a:ext>
            </a:extLst>
          </p:cNvPr>
          <p:cNvSpPr txBox="1"/>
          <p:nvPr/>
        </p:nvSpPr>
        <p:spPr>
          <a:xfrm>
            <a:off x="1146677" y="4106556"/>
            <a:ext cx="2249335" cy="461665"/>
          </a:xfrm>
          <a:prstGeom prst="rect">
            <a:avLst/>
          </a:prstGeom>
          <a:noFill/>
        </p:spPr>
        <p:txBody>
          <a:bodyPr wrap="none" rtlCol="0">
            <a:spAutoFit/>
          </a:bodyPr>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nl-BE" sz="2400" dirty="0" err="1">
                <a:latin typeface="Barlow Condensed" panose="00000506000000000000" pitchFamily="2" charset="0"/>
              </a:rPr>
              <a:t>destination</a:t>
            </a:r>
            <a:r>
              <a:rPr lang="nl-BE" sz="2400" dirty="0">
                <a:latin typeface="Barlow Condensed" panose="00000506000000000000" pitchFamily="2" charset="0"/>
              </a:rPr>
              <a:t> </a:t>
            </a:r>
            <a:r>
              <a:rPr lang="nl-BE" sz="2400" dirty="0" err="1">
                <a:latin typeface="Barlow Condensed" panose="00000506000000000000" pitchFamily="2" charset="0"/>
              </a:rPr>
              <a:t>address</a:t>
            </a:r>
            <a:endParaRPr lang="nl-BE" sz="2400" dirty="0">
              <a:latin typeface="Barlow Condensed" panose="00000506000000000000" pitchFamily="2" charset="0"/>
            </a:endParaRPr>
          </a:p>
        </p:txBody>
      </p:sp>
      <p:cxnSp>
        <p:nvCxnSpPr>
          <p:cNvPr id="32" name="Straight Arrow Connector 31">
            <a:extLst>
              <a:ext uri="{FF2B5EF4-FFF2-40B4-BE49-F238E27FC236}">
                <a16:creationId xmlns:a16="http://schemas.microsoft.com/office/drawing/2014/main" id="{4E59F39D-2C3F-2018-41D5-8BF71E33B3B2}"/>
              </a:ext>
            </a:extLst>
          </p:cNvPr>
          <p:cNvCxnSpPr>
            <a:stCxn id="6" idx="2"/>
          </p:cNvCxnSpPr>
          <p:nvPr/>
        </p:nvCxnSpPr>
        <p:spPr>
          <a:xfrm>
            <a:off x="1788278" y="2021022"/>
            <a:ext cx="1445" cy="43330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7B22B6A0-B21F-C37F-CAF2-15C7CBA27C84}"/>
              </a:ext>
            </a:extLst>
          </p:cNvPr>
          <p:cNvCxnSpPr/>
          <p:nvPr/>
        </p:nvCxnSpPr>
        <p:spPr>
          <a:xfrm>
            <a:off x="3236945" y="1982917"/>
            <a:ext cx="1445" cy="43330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4" name="Straight Arrow Connector 33">
            <a:extLst>
              <a:ext uri="{FF2B5EF4-FFF2-40B4-BE49-F238E27FC236}">
                <a16:creationId xmlns:a16="http://schemas.microsoft.com/office/drawing/2014/main" id="{82313A4B-805C-BDBD-3CB6-A8E8231204C5}"/>
              </a:ext>
            </a:extLst>
          </p:cNvPr>
          <p:cNvCxnSpPr>
            <a:cxnSpLocks/>
          </p:cNvCxnSpPr>
          <p:nvPr/>
        </p:nvCxnSpPr>
        <p:spPr>
          <a:xfrm flipH="1">
            <a:off x="3860123" y="1981526"/>
            <a:ext cx="409842" cy="44455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3DDED2F0-8DEB-7E7A-B8B4-97FA97749387}"/>
              </a:ext>
            </a:extLst>
          </p:cNvPr>
          <p:cNvCxnSpPr/>
          <p:nvPr/>
        </p:nvCxnSpPr>
        <p:spPr>
          <a:xfrm flipV="1">
            <a:off x="4161953" y="3677073"/>
            <a:ext cx="8585" cy="4618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5F698A54-AA7E-E925-8D5B-7C6DA1A1B606}"/>
              </a:ext>
            </a:extLst>
          </p:cNvPr>
          <p:cNvCxnSpPr/>
          <p:nvPr/>
        </p:nvCxnSpPr>
        <p:spPr>
          <a:xfrm flipV="1">
            <a:off x="2408430" y="3691019"/>
            <a:ext cx="8585" cy="4618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ED0E14E6-5FD1-036E-1761-F979A26BBBC8}"/>
              </a:ext>
            </a:extLst>
          </p:cNvPr>
          <p:cNvCxnSpPr/>
          <p:nvPr/>
        </p:nvCxnSpPr>
        <p:spPr>
          <a:xfrm>
            <a:off x="6554044" y="2036043"/>
            <a:ext cx="1445" cy="43330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1" name="Straight Arrow Connector 40">
            <a:extLst>
              <a:ext uri="{FF2B5EF4-FFF2-40B4-BE49-F238E27FC236}">
                <a16:creationId xmlns:a16="http://schemas.microsoft.com/office/drawing/2014/main" id="{7FB38AE7-BACA-ADDC-D7AB-3E9D680F55D5}"/>
              </a:ext>
            </a:extLst>
          </p:cNvPr>
          <p:cNvCxnSpPr/>
          <p:nvPr/>
        </p:nvCxnSpPr>
        <p:spPr>
          <a:xfrm flipV="1">
            <a:off x="10582854" y="3702844"/>
            <a:ext cx="8585" cy="4618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055458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hthoek 27">
            <a:hlinkClick r:id="" action="ppaction://noaction"/>
            <a:extLst>
              <a:ext uri="{FF2B5EF4-FFF2-40B4-BE49-F238E27FC236}">
                <a16:creationId xmlns:a16="http://schemas.microsoft.com/office/drawing/2014/main" id="{2817C81C-7A8D-953E-2132-7AB4EEDCDBEF}"/>
              </a:ext>
            </a:extLst>
          </p:cNvPr>
          <p:cNvSpPr/>
          <p:nvPr/>
        </p:nvSpPr>
        <p:spPr>
          <a:xfrm>
            <a:off x="1105496" y="3015000"/>
            <a:ext cx="9981009" cy="828000"/>
          </a:xfrm>
          <a:prstGeom prst="rect">
            <a:avLst/>
          </a:prstGeom>
        </p:spPr>
        <p:style>
          <a:lnRef idx="2">
            <a:schemeClr val="dk1"/>
          </a:lnRef>
          <a:fillRef idx="1">
            <a:schemeClr val="lt1"/>
          </a:fillRef>
          <a:effectRef idx="0">
            <a:schemeClr val="dk1"/>
          </a:effectRef>
          <a:fontRef idx="minor">
            <a:schemeClr val="dk1"/>
          </a:fontRef>
        </p:style>
        <p:txBody>
          <a:bodyPr rtlCol="0" anchor="t"/>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1971675">
              <a:tabLst>
                <a:tab pos="4845050" algn="ctr"/>
              </a:tabLst>
            </a:pPr>
            <a:r>
              <a:rPr lang="nl-BE" dirty="0">
                <a:solidFill>
                  <a:schemeClr val="tx1"/>
                </a:solidFill>
                <a:latin typeface="Barlow Condensed" panose="00000506000000000000" pitchFamily="2" charset="0"/>
              </a:rPr>
              <a:t>	</a:t>
            </a:r>
          </a:p>
        </p:txBody>
      </p:sp>
      <p:sp>
        <p:nvSpPr>
          <p:cNvPr id="5" name="Rechthoek 28">
            <a:extLst>
              <a:ext uri="{FF2B5EF4-FFF2-40B4-BE49-F238E27FC236}">
                <a16:creationId xmlns:a16="http://schemas.microsoft.com/office/drawing/2014/main" id="{40877921-4ABB-F0C5-C4D5-CABB6F71E770}"/>
              </a:ext>
            </a:extLst>
          </p:cNvPr>
          <p:cNvSpPr/>
          <p:nvPr/>
        </p:nvSpPr>
        <p:spPr>
          <a:xfrm>
            <a:off x="1248456" y="3187852"/>
            <a:ext cx="1882932" cy="506314"/>
          </a:xfrm>
          <a:prstGeom prst="rect">
            <a:avLst/>
          </a:prstGeom>
        </p:spPr>
        <p:style>
          <a:lnRef idx="2">
            <a:schemeClr val="dk1"/>
          </a:lnRef>
          <a:fillRef idx="1">
            <a:schemeClr val="lt1"/>
          </a:fillRef>
          <a:effectRef idx="0">
            <a:schemeClr val="dk1"/>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nl-BE" sz="2400" dirty="0" err="1">
                <a:solidFill>
                  <a:schemeClr val="tx1"/>
                </a:solidFill>
                <a:latin typeface="Barlow Condensed" panose="00000506000000000000" pitchFamily="2" charset="0"/>
              </a:rPr>
              <a:t>netwerklaag</a:t>
            </a:r>
            <a:endParaRPr lang="nl-BE" sz="2400" dirty="0">
              <a:solidFill>
                <a:schemeClr val="tx1"/>
              </a:solidFill>
              <a:latin typeface="Barlow Condensed" panose="00000506000000000000" pitchFamily="2" charset="0"/>
            </a:endParaRPr>
          </a:p>
        </p:txBody>
      </p:sp>
      <p:sp>
        <p:nvSpPr>
          <p:cNvPr id="7" name="Rechthoek 30">
            <a:extLst>
              <a:ext uri="{FF2B5EF4-FFF2-40B4-BE49-F238E27FC236}">
                <a16:creationId xmlns:a16="http://schemas.microsoft.com/office/drawing/2014/main" id="{3579C99B-84FC-4B25-63C8-996AC4C72B9B}"/>
              </a:ext>
            </a:extLst>
          </p:cNvPr>
          <p:cNvSpPr/>
          <p:nvPr/>
        </p:nvSpPr>
        <p:spPr>
          <a:xfrm>
            <a:off x="3667691" y="3260989"/>
            <a:ext cx="1044116" cy="360040"/>
          </a:xfrm>
          <a:prstGeom prst="rect">
            <a:avLst/>
          </a:prstGeom>
        </p:spPr>
        <p:style>
          <a:lnRef idx="2">
            <a:schemeClr val="dk1"/>
          </a:lnRef>
          <a:fillRef idx="1">
            <a:schemeClr val="lt1"/>
          </a:fillRef>
          <a:effectRef idx="0">
            <a:schemeClr val="dk1"/>
          </a:effectRef>
          <a:fontRef idx="minor">
            <a:schemeClr val="dk1"/>
          </a:fontRef>
        </p:style>
        <p:txBody>
          <a:bodyPr rtlCol="0" anchor="ctr"/>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nl-BE" dirty="0">
                <a:solidFill>
                  <a:schemeClr val="tx1"/>
                </a:solidFill>
                <a:latin typeface="Barlow Condensed" panose="00000506000000000000" pitchFamily="2" charset="0"/>
              </a:rPr>
              <a:t>TCP/IP</a:t>
            </a:r>
          </a:p>
        </p:txBody>
      </p:sp>
      <p:sp>
        <p:nvSpPr>
          <p:cNvPr id="8" name="Rechthoek 31">
            <a:extLst>
              <a:ext uri="{FF2B5EF4-FFF2-40B4-BE49-F238E27FC236}">
                <a16:creationId xmlns:a16="http://schemas.microsoft.com/office/drawing/2014/main" id="{1E3E16AC-B106-59B6-C686-E2269F01D834}"/>
              </a:ext>
            </a:extLst>
          </p:cNvPr>
          <p:cNvSpPr/>
          <p:nvPr/>
        </p:nvSpPr>
        <p:spPr>
          <a:xfrm>
            <a:off x="4858846" y="3260989"/>
            <a:ext cx="778527" cy="360040"/>
          </a:xfrm>
          <a:prstGeom prst="rect">
            <a:avLst/>
          </a:prstGeom>
        </p:spPr>
        <p:style>
          <a:lnRef idx="2">
            <a:schemeClr val="dk1"/>
          </a:lnRef>
          <a:fillRef idx="1">
            <a:schemeClr val="lt1"/>
          </a:fillRef>
          <a:effectRef idx="0">
            <a:schemeClr val="dk1"/>
          </a:effectRef>
          <a:fontRef idx="minor">
            <a:schemeClr val="dk1"/>
          </a:fontRef>
        </p:style>
        <p:txBody>
          <a:bodyPr rtlCol="0" anchor="ctr"/>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nl-BE" dirty="0">
                <a:solidFill>
                  <a:schemeClr val="tx1"/>
                </a:solidFill>
                <a:latin typeface="Barlow Condensed" panose="00000506000000000000" pitchFamily="2" charset="0"/>
              </a:rPr>
              <a:t>UDP</a:t>
            </a:r>
          </a:p>
        </p:txBody>
      </p:sp>
    </p:spTree>
    <p:extLst>
      <p:ext uri="{BB962C8B-B14F-4D97-AF65-F5344CB8AC3E}">
        <p14:creationId xmlns:p14="http://schemas.microsoft.com/office/powerpoint/2010/main" val="20783594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49688-9FAA-76D1-911D-6171106747D4}"/>
              </a:ext>
            </a:extLst>
          </p:cNvPr>
          <p:cNvSpPr>
            <a:spLocks noGrp="1"/>
          </p:cNvSpPr>
          <p:nvPr>
            <p:ph type="title"/>
          </p:nvPr>
        </p:nvSpPr>
        <p:spPr/>
        <p:txBody>
          <a:bodyPr/>
          <a:lstStyle/>
          <a:p>
            <a:r>
              <a:rPr lang="en-US" dirty="0"/>
              <a:t>TCP/IP</a:t>
            </a:r>
            <a:endParaRPr lang="LID4096" dirty="0"/>
          </a:p>
        </p:txBody>
      </p:sp>
      <p:pic>
        <p:nvPicPr>
          <p:cNvPr id="4" name="Content Placeholder 3" descr="5 Reasons to Love 'Mad Men's' New Star: The IBM 360">
            <a:extLst>
              <a:ext uri="{FF2B5EF4-FFF2-40B4-BE49-F238E27FC236}">
                <a16:creationId xmlns:a16="http://schemas.microsoft.com/office/drawing/2014/main" id="{DFD4A88A-3E23-6898-30D3-4FDE751E1CAB}"/>
              </a:ext>
            </a:extLst>
          </p:cNvPr>
          <p:cNvPicPr>
            <a:picLocks noGrp="1" noChangeAspect="1" noChangeArrowheads="1"/>
          </p:cNvPicPr>
          <p:nvPr>
            <p:ph idx="1"/>
          </p:nvPr>
        </p:nvPicPr>
        <p:blipFill>
          <a:blip r:embed="rId3" cstate="print">
            <a:extLst>
              <a:ext uri="{28A0092B-C50C-407E-A947-70E740481C1C}">
                <a14:useLocalDpi xmlns:a14="http://schemas.microsoft.com/office/drawing/2010/main" val="0"/>
              </a:ext>
            </a:extLst>
          </a:blip>
          <a:srcRect/>
          <a:stretch>
            <a:fillRect/>
          </a:stretch>
        </p:blipFill>
        <p:spPr bwMode="auto">
          <a:xfrm>
            <a:off x="3347555" y="1825625"/>
            <a:ext cx="5496889"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71364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hthoek 11">
            <a:extLst>
              <a:ext uri="{FF2B5EF4-FFF2-40B4-BE49-F238E27FC236}">
                <a16:creationId xmlns:a16="http://schemas.microsoft.com/office/drawing/2014/main" id="{A71557C9-3DAC-E72C-5CD5-9803A25AB4C9}"/>
              </a:ext>
            </a:extLst>
          </p:cNvPr>
          <p:cNvSpPr/>
          <p:nvPr/>
        </p:nvSpPr>
        <p:spPr>
          <a:xfrm>
            <a:off x="2438782" y="859883"/>
            <a:ext cx="2689332" cy="5136901"/>
          </a:xfrm>
          <a:prstGeom prst="rect">
            <a:avLst/>
          </a:prstGeom>
        </p:spPr>
        <p:style>
          <a:lnRef idx="1">
            <a:schemeClr val="accent1"/>
          </a:lnRef>
          <a:fillRef idx="3">
            <a:schemeClr val="accent1"/>
          </a:fillRef>
          <a:effectRef idx="2">
            <a:schemeClr val="accent1"/>
          </a:effectRef>
          <a:fontRef idx="minor">
            <a:schemeClr val="lt1"/>
          </a:fontRef>
        </p:style>
        <p:txBody>
          <a:bodyPr rtlCol="0" anchor="t"/>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nl-BE" sz="3200" dirty="0">
              <a:latin typeface="Barlow Condensed" panose="00000506000000000000" pitchFamily="2" charset="0"/>
            </a:endParaRPr>
          </a:p>
        </p:txBody>
      </p:sp>
      <p:sp>
        <p:nvSpPr>
          <p:cNvPr id="5" name="Rechthoek 13">
            <a:extLst>
              <a:ext uri="{FF2B5EF4-FFF2-40B4-BE49-F238E27FC236}">
                <a16:creationId xmlns:a16="http://schemas.microsoft.com/office/drawing/2014/main" id="{486174C3-A048-78D7-11D0-98C72DE3D4C2}"/>
              </a:ext>
            </a:extLst>
          </p:cNvPr>
          <p:cNvSpPr/>
          <p:nvPr/>
        </p:nvSpPr>
        <p:spPr>
          <a:xfrm>
            <a:off x="2541169" y="935422"/>
            <a:ext cx="2088232"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nl-BE" sz="2400" dirty="0" err="1">
                <a:solidFill>
                  <a:schemeClr val="accent1"/>
                </a:solidFill>
                <a:latin typeface="Barlow Condensed" panose="00000506000000000000" pitchFamily="2" charset="0"/>
              </a:rPr>
              <a:t>toepassingslaag</a:t>
            </a:r>
            <a:endParaRPr lang="nl-BE" sz="2400" dirty="0">
              <a:solidFill>
                <a:schemeClr val="accent1"/>
              </a:solidFill>
              <a:latin typeface="Barlow Condensed" panose="00000506000000000000" pitchFamily="2" charset="0"/>
            </a:endParaRPr>
          </a:p>
        </p:txBody>
      </p:sp>
      <p:sp>
        <p:nvSpPr>
          <p:cNvPr id="6" name="Rechthoek 15">
            <a:extLst>
              <a:ext uri="{FF2B5EF4-FFF2-40B4-BE49-F238E27FC236}">
                <a16:creationId xmlns:a16="http://schemas.microsoft.com/office/drawing/2014/main" id="{5E5AB220-FA03-B51D-D953-D41945DABC47}"/>
              </a:ext>
            </a:extLst>
          </p:cNvPr>
          <p:cNvSpPr/>
          <p:nvPr/>
        </p:nvSpPr>
        <p:spPr>
          <a:xfrm>
            <a:off x="2541169" y="1674392"/>
            <a:ext cx="2088232"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nl-BE" sz="2400" dirty="0" err="1">
                <a:solidFill>
                  <a:schemeClr val="accent1"/>
                </a:solidFill>
                <a:latin typeface="Barlow Condensed" panose="00000506000000000000" pitchFamily="2" charset="0"/>
              </a:rPr>
              <a:t>presentatielaag</a:t>
            </a:r>
            <a:endParaRPr lang="nl-BE" sz="2400" dirty="0">
              <a:solidFill>
                <a:schemeClr val="accent1"/>
              </a:solidFill>
              <a:latin typeface="Barlow Condensed" panose="00000506000000000000" pitchFamily="2" charset="0"/>
            </a:endParaRPr>
          </a:p>
        </p:txBody>
      </p:sp>
      <p:sp>
        <p:nvSpPr>
          <p:cNvPr id="7" name="Rechthoek 16">
            <a:extLst>
              <a:ext uri="{FF2B5EF4-FFF2-40B4-BE49-F238E27FC236}">
                <a16:creationId xmlns:a16="http://schemas.microsoft.com/office/drawing/2014/main" id="{5DD12CBF-3E95-BE12-9624-EA7FBBE9FB51}"/>
              </a:ext>
            </a:extLst>
          </p:cNvPr>
          <p:cNvSpPr/>
          <p:nvPr/>
        </p:nvSpPr>
        <p:spPr>
          <a:xfrm>
            <a:off x="2541169" y="2421069"/>
            <a:ext cx="2088232"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nl-BE" sz="2400" dirty="0" err="1">
                <a:solidFill>
                  <a:schemeClr val="accent1"/>
                </a:solidFill>
                <a:latin typeface="Barlow Condensed" panose="00000506000000000000" pitchFamily="2" charset="0"/>
              </a:rPr>
              <a:t>sessielaag</a:t>
            </a:r>
            <a:endParaRPr lang="nl-BE" sz="2400" dirty="0">
              <a:solidFill>
                <a:schemeClr val="accent1"/>
              </a:solidFill>
              <a:latin typeface="Barlow Condensed" panose="00000506000000000000" pitchFamily="2" charset="0"/>
            </a:endParaRPr>
          </a:p>
        </p:txBody>
      </p:sp>
      <p:sp>
        <p:nvSpPr>
          <p:cNvPr id="8" name="Rechthoek 17">
            <a:extLst>
              <a:ext uri="{FF2B5EF4-FFF2-40B4-BE49-F238E27FC236}">
                <a16:creationId xmlns:a16="http://schemas.microsoft.com/office/drawing/2014/main" id="{C8DFB077-A6AC-7163-3735-720F8EFFE152}"/>
              </a:ext>
            </a:extLst>
          </p:cNvPr>
          <p:cNvSpPr/>
          <p:nvPr/>
        </p:nvSpPr>
        <p:spPr>
          <a:xfrm>
            <a:off x="2541169" y="3154847"/>
            <a:ext cx="2088232"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nl-BE" sz="2400" dirty="0" err="1">
                <a:solidFill>
                  <a:schemeClr val="accent1"/>
                </a:solidFill>
                <a:latin typeface="Barlow Condensed" panose="00000506000000000000" pitchFamily="2" charset="0"/>
              </a:rPr>
              <a:t>transportlaag</a:t>
            </a:r>
            <a:endParaRPr lang="nl-BE" sz="2400" dirty="0">
              <a:solidFill>
                <a:schemeClr val="accent1"/>
              </a:solidFill>
              <a:latin typeface="Barlow Condensed" panose="00000506000000000000" pitchFamily="2" charset="0"/>
            </a:endParaRPr>
          </a:p>
        </p:txBody>
      </p:sp>
      <p:cxnSp>
        <p:nvCxnSpPr>
          <p:cNvPr id="9" name="Rechte verbindingslijn 18">
            <a:extLst>
              <a:ext uri="{FF2B5EF4-FFF2-40B4-BE49-F238E27FC236}">
                <a16:creationId xmlns:a16="http://schemas.microsoft.com/office/drawing/2014/main" id="{1AB855AF-F2F2-9BA0-6034-8FFFD569F80A}"/>
              </a:ext>
            </a:extLst>
          </p:cNvPr>
          <p:cNvCxnSpPr/>
          <p:nvPr/>
        </p:nvCxnSpPr>
        <p:spPr>
          <a:xfrm>
            <a:off x="3578389" y="5400222"/>
            <a:ext cx="0" cy="506979"/>
          </a:xfrm>
          <a:prstGeom prst="line">
            <a:avLst/>
          </a:prstGeom>
          <a:ln>
            <a:solidFill>
              <a:schemeClr val="bg1"/>
            </a:solidFill>
          </a:ln>
        </p:spPr>
        <p:style>
          <a:lnRef idx="3">
            <a:schemeClr val="accent1"/>
          </a:lnRef>
          <a:fillRef idx="0">
            <a:schemeClr val="accent1"/>
          </a:fillRef>
          <a:effectRef idx="2">
            <a:schemeClr val="accent1"/>
          </a:effectRef>
          <a:fontRef idx="minor">
            <a:schemeClr val="tx1"/>
          </a:fontRef>
        </p:style>
      </p:cxnSp>
      <p:sp>
        <p:nvSpPr>
          <p:cNvPr id="10" name="Rechthoek 19">
            <a:extLst>
              <a:ext uri="{FF2B5EF4-FFF2-40B4-BE49-F238E27FC236}">
                <a16:creationId xmlns:a16="http://schemas.microsoft.com/office/drawing/2014/main" id="{07156D5F-2270-B536-D1B1-90CFC9233747}"/>
              </a:ext>
            </a:extLst>
          </p:cNvPr>
          <p:cNvSpPr/>
          <p:nvPr/>
        </p:nvSpPr>
        <p:spPr>
          <a:xfrm>
            <a:off x="2541169" y="3875395"/>
            <a:ext cx="2088232"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nl-BE" sz="2400" dirty="0" err="1">
                <a:solidFill>
                  <a:schemeClr val="accent1"/>
                </a:solidFill>
                <a:latin typeface="Barlow Condensed" panose="00000506000000000000" pitchFamily="2" charset="0"/>
              </a:rPr>
              <a:t>netwerklaag</a:t>
            </a:r>
            <a:endParaRPr lang="nl-BE" sz="2400" dirty="0">
              <a:solidFill>
                <a:schemeClr val="accent1"/>
              </a:solidFill>
              <a:latin typeface="Barlow Condensed" panose="00000506000000000000" pitchFamily="2" charset="0"/>
            </a:endParaRPr>
          </a:p>
        </p:txBody>
      </p:sp>
      <p:sp>
        <p:nvSpPr>
          <p:cNvPr id="11" name="Rechthoek 20">
            <a:extLst>
              <a:ext uri="{FF2B5EF4-FFF2-40B4-BE49-F238E27FC236}">
                <a16:creationId xmlns:a16="http://schemas.microsoft.com/office/drawing/2014/main" id="{AF0EAA8C-E25F-73A8-3761-4FFBE45FC586}"/>
              </a:ext>
            </a:extLst>
          </p:cNvPr>
          <p:cNvSpPr/>
          <p:nvPr/>
        </p:nvSpPr>
        <p:spPr>
          <a:xfrm>
            <a:off x="2541169" y="4622072"/>
            <a:ext cx="2088232"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nl-BE" sz="2400" dirty="0" err="1">
                <a:solidFill>
                  <a:schemeClr val="accent1"/>
                </a:solidFill>
                <a:latin typeface="Barlow Condensed" panose="00000506000000000000" pitchFamily="2" charset="0"/>
              </a:rPr>
              <a:t>verbindingslaag</a:t>
            </a:r>
            <a:endParaRPr lang="nl-BE" sz="2400" dirty="0">
              <a:solidFill>
                <a:schemeClr val="accent1"/>
              </a:solidFill>
              <a:latin typeface="Barlow Condensed" panose="00000506000000000000" pitchFamily="2" charset="0"/>
            </a:endParaRPr>
          </a:p>
        </p:txBody>
      </p:sp>
      <p:sp>
        <p:nvSpPr>
          <p:cNvPr id="12" name="Rechthoek 21">
            <a:extLst>
              <a:ext uri="{FF2B5EF4-FFF2-40B4-BE49-F238E27FC236}">
                <a16:creationId xmlns:a16="http://schemas.microsoft.com/office/drawing/2014/main" id="{3ECC50E9-A309-296C-80BE-22078EC39241}"/>
              </a:ext>
            </a:extLst>
          </p:cNvPr>
          <p:cNvSpPr/>
          <p:nvPr/>
        </p:nvSpPr>
        <p:spPr>
          <a:xfrm>
            <a:off x="2541169" y="5340520"/>
            <a:ext cx="2088232"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nl-BE" sz="2400" dirty="0">
                <a:solidFill>
                  <a:schemeClr val="accent1"/>
                </a:solidFill>
                <a:latin typeface="Barlow Condensed" panose="00000506000000000000" pitchFamily="2" charset="0"/>
              </a:rPr>
              <a:t>fysieke laag</a:t>
            </a:r>
          </a:p>
        </p:txBody>
      </p:sp>
      <p:sp>
        <p:nvSpPr>
          <p:cNvPr id="13" name="Rechthoek 22">
            <a:extLst>
              <a:ext uri="{FF2B5EF4-FFF2-40B4-BE49-F238E27FC236}">
                <a16:creationId xmlns:a16="http://schemas.microsoft.com/office/drawing/2014/main" id="{B334A4AA-9BA7-14D0-755D-4AD977F0F8B6}"/>
              </a:ext>
            </a:extLst>
          </p:cNvPr>
          <p:cNvSpPr/>
          <p:nvPr/>
        </p:nvSpPr>
        <p:spPr>
          <a:xfrm>
            <a:off x="4629401" y="935422"/>
            <a:ext cx="414398"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nl-BE" sz="2400" dirty="0">
                <a:solidFill>
                  <a:schemeClr val="accent1"/>
                </a:solidFill>
                <a:latin typeface="Barlow Condensed" panose="00000506000000000000" pitchFamily="2" charset="0"/>
              </a:rPr>
              <a:t>7</a:t>
            </a:r>
          </a:p>
        </p:txBody>
      </p:sp>
      <p:sp>
        <p:nvSpPr>
          <p:cNvPr id="14" name="Rechthoek 23">
            <a:extLst>
              <a:ext uri="{FF2B5EF4-FFF2-40B4-BE49-F238E27FC236}">
                <a16:creationId xmlns:a16="http://schemas.microsoft.com/office/drawing/2014/main" id="{BFF548C2-1039-126E-5AC9-8BCC5992D2D2}"/>
              </a:ext>
            </a:extLst>
          </p:cNvPr>
          <p:cNvSpPr/>
          <p:nvPr/>
        </p:nvSpPr>
        <p:spPr>
          <a:xfrm>
            <a:off x="4629401" y="1671265"/>
            <a:ext cx="414398"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nl-BE" sz="2400" dirty="0">
                <a:solidFill>
                  <a:schemeClr val="accent1"/>
                </a:solidFill>
                <a:latin typeface="Barlow Condensed" panose="00000506000000000000" pitchFamily="2" charset="0"/>
              </a:rPr>
              <a:t>6</a:t>
            </a:r>
          </a:p>
        </p:txBody>
      </p:sp>
      <p:sp>
        <p:nvSpPr>
          <p:cNvPr id="15" name="Rechthoek 24">
            <a:extLst>
              <a:ext uri="{FF2B5EF4-FFF2-40B4-BE49-F238E27FC236}">
                <a16:creationId xmlns:a16="http://schemas.microsoft.com/office/drawing/2014/main" id="{6CEBBC6F-9E66-AE23-1B8F-869A4772BF81}"/>
              </a:ext>
            </a:extLst>
          </p:cNvPr>
          <p:cNvSpPr/>
          <p:nvPr/>
        </p:nvSpPr>
        <p:spPr>
          <a:xfrm>
            <a:off x="4629401" y="2421260"/>
            <a:ext cx="414398"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nl-BE" sz="2400" dirty="0">
                <a:solidFill>
                  <a:schemeClr val="accent1"/>
                </a:solidFill>
                <a:latin typeface="Barlow Condensed" panose="00000506000000000000" pitchFamily="2" charset="0"/>
              </a:rPr>
              <a:t>5</a:t>
            </a:r>
          </a:p>
        </p:txBody>
      </p:sp>
      <p:sp>
        <p:nvSpPr>
          <p:cNvPr id="16" name="Rechthoek 25">
            <a:extLst>
              <a:ext uri="{FF2B5EF4-FFF2-40B4-BE49-F238E27FC236}">
                <a16:creationId xmlns:a16="http://schemas.microsoft.com/office/drawing/2014/main" id="{7667CA26-F0C3-FD2E-1E54-7B821124080D}"/>
              </a:ext>
            </a:extLst>
          </p:cNvPr>
          <p:cNvSpPr/>
          <p:nvPr/>
        </p:nvSpPr>
        <p:spPr>
          <a:xfrm>
            <a:off x="4629401" y="3154656"/>
            <a:ext cx="414398"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nl-BE" sz="2400" dirty="0">
                <a:solidFill>
                  <a:schemeClr val="accent1"/>
                </a:solidFill>
                <a:latin typeface="Barlow Condensed" panose="00000506000000000000" pitchFamily="2" charset="0"/>
              </a:rPr>
              <a:t>4</a:t>
            </a:r>
          </a:p>
        </p:txBody>
      </p:sp>
      <p:sp>
        <p:nvSpPr>
          <p:cNvPr id="17" name="Rechthoek 26">
            <a:extLst>
              <a:ext uri="{FF2B5EF4-FFF2-40B4-BE49-F238E27FC236}">
                <a16:creationId xmlns:a16="http://schemas.microsoft.com/office/drawing/2014/main" id="{DD4DD9B8-7586-E3AE-5C09-2F92285B922B}"/>
              </a:ext>
            </a:extLst>
          </p:cNvPr>
          <p:cNvSpPr/>
          <p:nvPr/>
        </p:nvSpPr>
        <p:spPr>
          <a:xfrm>
            <a:off x="4628897" y="3876463"/>
            <a:ext cx="414398"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nl-BE" sz="2400" dirty="0">
                <a:solidFill>
                  <a:schemeClr val="accent1"/>
                </a:solidFill>
                <a:latin typeface="Barlow Condensed" panose="00000506000000000000" pitchFamily="2" charset="0"/>
              </a:rPr>
              <a:t>3</a:t>
            </a:r>
          </a:p>
        </p:txBody>
      </p:sp>
      <p:sp>
        <p:nvSpPr>
          <p:cNvPr id="18" name="Rechthoek 27">
            <a:extLst>
              <a:ext uri="{FF2B5EF4-FFF2-40B4-BE49-F238E27FC236}">
                <a16:creationId xmlns:a16="http://schemas.microsoft.com/office/drawing/2014/main" id="{031A463A-FAEF-3090-937A-1951B55F2643}"/>
              </a:ext>
            </a:extLst>
          </p:cNvPr>
          <p:cNvSpPr/>
          <p:nvPr/>
        </p:nvSpPr>
        <p:spPr>
          <a:xfrm>
            <a:off x="4628897" y="4625286"/>
            <a:ext cx="414398"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nl-BE" sz="2400" dirty="0">
                <a:solidFill>
                  <a:schemeClr val="accent1"/>
                </a:solidFill>
                <a:latin typeface="Barlow Condensed" panose="00000506000000000000" pitchFamily="2" charset="0"/>
              </a:rPr>
              <a:t>2</a:t>
            </a:r>
          </a:p>
        </p:txBody>
      </p:sp>
      <p:sp>
        <p:nvSpPr>
          <p:cNvPr id="19" name="Rechthoek 28">
            <a:extLst>
              <a:ext uri="{FF2B5EF4-FFF2-40B4-BE49-F238E27FC236}">
                <a16:creationId xmlns:a16="http://schemas.microsoft.com/office/drawing/2014/main" id="{CAD35985-58EB-A427-5F94-AB62EFF9169B}"/>
              </a:ext>
            </a:extLst>
          </p:cNvPr>
          <p:cNvSpPr/>
          <p:nvPr/>
        </p:nvSpPr>
        <p:spPr>
          <a:xfrm>
            <a:off x="4632437" y="5340520"/>
            <a:ext cx="414398"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nl-BE" sz="2400" dirty="0">
                <a:solidFill>
                  <a:schemeClr val="accent1"/>
                </a:solidFill>
                <a:latin typeface="Barlow Condensed" panose="00000506000000000000" pitchFamily="2" charset="0"/>
              </a:rPr>
              <a:t>1</a:t>
            </a:r>
          </a:p>
        </p:txBody>
      </p:sp>
      <p:sp>
        <p:nvSpPr>
          <p:cNvPr id="20" name="Rechthoek 35">
            <a:extLst>
              <a:ext uri="{FF2B5EF4-FFF2-40B4-BE49-F238E27FC236}">
                <a16:creationId xmlns:a16="http://schemas.microsoft.com/office/drawing/2014/main" id="{329CAB79-F5C6-B4FE-6E41-78AD59D08CFD}"/>
              </a:ext>
            </a:extLst>
          </p:cNvPr>
          <p:cNvSpPr/>
          <p:nvPr/>
        </p:nvSpPr>
        <p:spPr>
          <a:xfrm>
            <a:off x="7063886" y="861217"/>
            <a:ext cx="2689332" cy="5136901"/>
          </a:xfrm>
          <a:prstGeom prst="rect">
            <a:avLst/>
          </a:prstGeom>
        </p:spPr>
        <p:style>
          <a:lnRef idx="1">
            <a:schemeClr val="accent1"/>
          </a:lnRef>
          <a:fillRef idx="3">
            <a:schemeClr val="accent1"/>
          </a:fillRef>
          <a:effectRef idx="2">
            <a:schemeClr val="accent1"/>
          </a:effectRef>
          <a:fontRef idx="minor">
            <a:schemeClr val="lt1"/>
          </a:fontRef>
        </p:style>
        <p:txBody>
          <a:bodyPr rtlCol="0" anchor="t"/>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nl-BE" sz="3200" dirty="0">
              <a:latin typeface="Barlow Condensed" panose="00000506000000000000" pitchFamily="2" charset="0"/>
            </a:endParaRPr>
          </a:p>
        </p:txBody>
      </p:sp>
      <p:sp>
        <p:nvSpPr>
          <p:cNvPr id="21" name="Rechthoek 36">
            <a:extLst>
              <a:ext uri="{FF2B5EF4-FFF2-40B4-BE49-F238E27FC236}">
                <a16:creationId xmlns:a16="http://schemas.microsoft.com/office/drawing/2014/main" id="{C5D085F0-49AD-40B9-587C-9FC673BE9E17}"/>
              </a:ext>
            </a:extLst>
          </p:cNvPr>
          <p:cNvSpPr/>
          <p:nvPr/>
        </p:nvSpPr>
        <p:spPr>
          <a:xfrm>
            <a:off x="7166273" y="936756"/>
            <a:ext cx="2088232" cy="2080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nl-BE" sz="2400" dirty="0" err="1">
                <a:solidFill>
                  <a:schemeClr val="accent1"/>
                </a:solidFill>
                <a:latin typeface="Barlow Condensed" panose="00000506000000000000" pitchFamily="2" charset="0"/>
              </a:rPr>
              <a:t>toepassingslaag</a:t>
            </a:r>
            <a:endParaRPr lang="nl-BE" sz="2400" dirty="0">
              <a:solidFill>
                <a:schemeClr val="accent1"/>
              </a:solidFill>
              <a:latin typeface="Barlow Condensed" panose="00000506000000000000" pitchFamily="2" charset="0"/>
            </a:endParaRPr>
          </a:p>
        </p:txBody>
      </p:sp>
      <p:sp>
        <p:nvSpPr>
          <p:cNvPr id="22" name="Rechthoek 39">
            <a:extLst>
              <a:ext uri="{FF2B5EF4-FFF2-40B4-BE49-F238E27FC236}">
                <a16:creationId xmlns:a16="http://schemas.microsoft.com/office/drawing/2014/main" id="{E7805026-6DD2-83DD-8C55-D8EBDCF1F5D5}"/>
              </a:ext>
            </a:extLst>
          </p:cNvPr>
          <p:cNvSpPr/>
          <p:nvPr/>
        </p:nvSpPr>
        <p:spPr>
          <a:xfrm>
            <a:off x="7166273" y="3156181"/>
            <a:ext cx="2088232"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nl-BE" sz="2400" dirty="0" err="1">
                <a:solidFill>
                  <a:schemeClr val="accent1"/>
                </a:solidFill>
                <a:latin typeface="Barlow Condensed" panose="00000506000000000000" pitchFamily="2" charset="0"/>
              </a:rPr>
              <a:t>transportlaag</a:t>
            </a:r>
            <a:endParaRPr lang="nl-BE" sz="2400" dirty="0">
              <a:solidFill>
                <a:schemeClr val="accent1"/>
              </a:solidFill>
              <a:latin typeface="Barlow Condensed" panose="00000506000000000000" pitchFamily="2" charset="0"/>
            </a:endParaRPr>
          </a:p>
        </p:txBody>
      </p:sp>
      <p:sp>
        <p:nvSpPr>
          <p:cNvPr id="23" name="Rechthoek 41">
            <a:extLst>
              <a:ext uri="{FF2B5EF4-FFF2-40B4-BE49-F238E27FC236}">
                <a16:creationId xmlns:a16="http://schemas.microsoft.com/office/drawing/2014/main" id="{A24257AA-6BAD-95C0-A3C7-E5DA11603065}"/>
              </a:ext>
            </a:extLst>
          </p:cNvPr>
          <p:cNvSpPr/>
          <p:nvPr/>
        </p:nvSpPr>
        <p:spPr>
          <a:xfrm>
            <a:off x="7166273" y="3876729"/>
            <a:ext cx="2088232"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nl-BE" sz="2400" dirty="0" err="1">
                <a:solidFill>
                  <a:schemeClr val="accent1"/>
                </a:solidFill>
                <a:latin typeface="Barlow Condensed" panose="00000506000000000000" pitchFamily="2" charset="0"/>
              </a:rPr>
              <a:t>netwerklaag</a:t>
            </a:r>
            <a:endParaRPr lang="nl-BE" sz="2400" dirty="0">
              <a:solidFill>
                <a:schemeClr val="accent1"/>
              </a:solidFill>
              <a:latin typeface="Barlow Condensed" panose="00000506000000000000" pitchFamily="2" charset="0"/>
            </a:endParaRPr>
          </a:p>
        </p:txBody>
      </p:sp>
      <p:sp>
        <p:nvSpPr>
          <p:cNvPr id="24" name="Rechthoek 42">
            <a:extLst>
              <a:ext uri="{FF2B5EF4-FFF2-40B4-BE49-F238E27FC236}">
                <a16:creationId xmlns:a16="http://schemas.microsoft.com/office/drawing/2014/main" id="{0E46DDAA-46FB-42EB-A740-96C2628E8282}"/>
              </a:ext>
            </a:extLst>
          </p:cNvPr>
          <p:cNvSpPr/>
          <p:nvPr/>
        </p:nvSpPr>
        <p:spPr>
          <a:xfrm>
            <a:off x="7166273" y="4623406"/>
            <a:ext cx="2088232" cy="1293178"/>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nl-BE" sz="2400" dirty="0" err="1">
                <a:solidFill>
                  <a:schemeClr val="accent1"/>
                </a:solidFill>
                <a:latin typeface="Barlow Condensed" panose="00000506000000000000" pitchFamily="2" charset="0"/>
              </a:rPr>
              <a:t>verbindingslaag</a:t>
            </a:r>
            <a:endParaRPr lang="nl-BE" sz="2400" dirty="0">
              <a:solidFill>
                <a:schemeClr val="accent1"/>
              </a:solidFill>
              <a:latin typeface="Barlow Condensed" panose="00000506000000000000" pitchFamily="2" charset="0"/>
            </a:endParaRPr>
          </a:p>
        </p:txBody>
      </p:sp>
      <p:sp>
        <p:nvSpPr>
          <p:cNvPr id="25" name="Rechthoek 44">
            <a:extLst>
              <a:ext uri="{FF2B5EF4-FFF2-40B4-BE49-F238E27FC236}">
                <a16:creationId xmlns:a16="http://schemas.microsoft.com/office/drawing/2014/main" id="{9012B945-B167-FB3C-754B-41E7904BB2AD}"/>
              </a:ext>
            </a:extLst>
          </p:cNvPr>
          <p:cNvSpPr/>
          <p:nvPr/>
        </p:nvSpPr>
        <p:spPr>
          <a:xfrm>
            <a:off x="9254505" y="936756"/>
            <a:ext cx="414398" cy="2080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nl-BE" sz="2400" dirty="0">
                <a:solidFill>
                  <a:schemeClr val="accent1"/>
                </a:solidFill>
                <a:latin typeface="Barlow Condensed" panose="00000506000000000000" pitchFamily="2" charset="0"/>
              </a:rPr>
              <a:t>4</a:t>
            </a:r>
          </a:p>
        </p:txBody>
      </p:sp>
      <p:sp>
        <p:nvSpPr>
          <p:cNvPr id="26" name="Rechthoek 47">
            <a:extLst>
              <a:ext uri="{FF2B5EF4-FFF2-40B4-BE49-F238E27FC236}">
                <a16:creationId xmlns:a16="http://schemas.microsoft.com/office/drawing/2014/main" id="{5E43D29E-20D3-C734-6111-D8FA31CBAC06}"/>
              </a:ext>
            </a:extLst>
          </p:cNvPr>
          <p:cNvSpPr/>
          <p:nvPr/>
        </p:nvSpPr>
        <p:spPr>
          <a:xfrm>
            <a:off x="9254505" y="3155990"/>
            <a:ext cx="414398"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nl-BE" sz="2400" dirty="0">
                <a:solidFill>
                  <a:schemeClr val="accent1"/>
                </a:solidFill>
                <a:latin typeface="Barlow Condensed" panose="00000506000000000000" pitchFamily="2" charset="0"/>
              </a:rPr>
              <a:t>3</a:t>
            </a:r>
          </a:p>
        </p:txBody>
      </p:sp>
      <p:sp>
        <p:nvSpPr>
          <p:cNvPr id="27" name="Rechthoek 48">
            <a:extLst>
              <a:ext uri="{FF2B5EF4-FFF2-40B4-BE49-F238E27FC236}">
                <a16:creationId xmlns:a16="http://schemas.microsoft.com/office/drawing/2014/main" id="{A8C8B4DE-8223-30B1-E843-C0B35CBE6A71}"/>
              </a:ext>
            </a:extLst>
          </p:cNvPr>
          <p:cNvSpPr/>
          <p:nvPr/>
        </p:nvSpPr>
        <p:spPr>
          <a:xfrm>
            <a:off x="9254001" y="3877797"/>
            <a:ext cx="414398"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nl-BE" sz="2400" dirty="0">
                <a:solidFill>
                  <a:schemeClr val="accent1"/>
                </a:solidFill>
                <a:latin typeface="Barlow Condensed" panose="00000506000000000000" pitchFamily="2" charset="0"/>
              </a:rPr>
              <a:t>2</a:t>
            </a:r>
          </a:p>
        </p:txBody>
      </p:sp>
      <p:sp>
        <p:nvSpPr>
          <p:cNvPr id="28" name="Rechthoek 50">
            <a:extLst>
              <a:ext uri="{FF2B5EF4-FFF2-40B4-BE49-F238E27FC236}">
                <a16:creationId xmlns:a16="http://schemas.microsoft.com/office/drawing/2014/main" id="{2704055A-A4AE-8358-C247-3E6CB4F278C8}"/>
              </a:ext>
            </a:extLst>
          </p:cNvPr>
          <p:cNvSpPr/>
          <p:nvPr/>
        </p:nvSpPr>
        <p:spPr>
          <a:xfrm>
            <a:off x="9257541" y="4622072"/>
            <a:ext cx="414398" cy="129584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nl-BE" sz="2400" dirty="0">
                <a:solidFill>
                  <a:schemeClr val="accent1"/>
                </a:solidFill>
                <a:latin typeface="Barlow Condensed" panose="00000506000000000000" pitchFamily="2" charset="0"/>
              </a:rPr>
              <a:t>1</a:t>
            </a:r>
          </a:p>
        </p:txBody>
      </p:sp>
    </p:spTree>
    <p:extLst>
      <p:ext uri="{BB962C8B-B14F-4D97-AF65-F5344CB8AC3E}">
        <p14:creationId xmlns:p14="http://schemas.microsoft.com/office/powerpoint/2010/main" val="42058141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hthoek 8">
            <a:extLst>
              <a:ext uri="{FF2B5EF4-FFF2-40B4-BE49-F238E27FC236}">
                <a16:creationId xmlns:a16="http://schemas.microsoft.com/office/drawing/2014/main" id="{9811DC33-DE06-60A2-0555-C9361D504909}"/>
              </a:ext>
            </a:extLst>
          </p:cNvPr>
          <p:cNvSpPr/>
          <p:nvPr/>
        </p:nvSpPr>
        <p:spPr>
          <a:xfrm>
            <a:off x="1133475" y="1610648"/>
            <a:ext cx="4629151" cy="2251710"/>
          </a:xfrm>
          <a:prstGeom prst="rect">
            <a:avLst/>
          </a:prstGeom>
        </p:spPr>
        <p:style>
          <a:lnRef idx="2">
            <a:schemeClr val="dk1"/>
          </a:lnRef>
          <a:fillRef idx="1">
            <a:schemeClr val="lt1"/>
          </a:fillRef>
          <a:effectRef idx="0">
            <a:schemeClr val="dk1"/>
          </a:effectRef>
          <a:fontRef idx="minor">
            <a:schemeClr val="dk1"/>
          </a:fontRef>
        </p:style>
        <p:txBody>
          <a:bodyPr rtlCol="0" anchor="ctr"/>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nl-BE" sz="8000" dirty="0">
                <a:solidFill>
                  <a:schemeClr val="tx1"/>
                </a:solidFill>
                <a:latin typeface="Barlow Condensed" panose="00000506000000000000" pitchFamily="2" charset="0"/>
              </a:rPr>
              <a:t>TCP</a:t>
            </a:r>
          </a:p>
        </p:txBody>
      </p:sp>
      <p:sp>
        <p:nvSpPr>
          <p:cNvPr id="5" name="Rechthoek 10">
            <a:extLst>
              <a:ext uri="{FF2B5EF4-FFF2-40B4-BE49-F238E27FC236}">
                <a16:creationId xmlns:a16="http://schemas.microsoft.com/office/drawing/2014/main" id="{E040C4A7-B136-5D83-4F1C-0F951FFB2FBB}"/>
              </a:ext>
            </a:extLst>
          </p:cNvPr>
          <p:cNvSpPr/>
          <p:nvPr/>
        </p:nvSpPr>
        <p:spPr>
          <a:xfrm>
            <a:off x="6429374" y="1610648"/>
            <a:ext cx="4629151" cy="2251710"/>
          </a:xfrm>
          <a:prstGeom prst="rect">
            <a:avLst/>
          </a:prstGeom>
        </p:spPr>
        <p:style>
          <a:lnRef idx="2">
            <a:schemeClr val="dk1"/>
          </a:lnRef>
          <a:fillRef idx="1">
            <a:schemeClr val="lt1"/>
          </a:fillRef>
          <a:effectRef idx="0">
            <a:schemeClr val="dk1"/>
          </a:effectRef>
          <a:fontRef idx="minor">
            <a:schemeClr val="dk1"/>
          </a:fontRef>
        </p:style>
        <p:txBody>
          <a:bodyPr rtlCol="0" anchor="ctr"/>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nl-BE" sz="8000" dirty="0">
                <a:solidFill>
                  <a:schemeClr val="tx1"/>
                </a:solidFill>
                <a:latin typeface="Barlow Condensed" panose="00000506000000000000" pitchFamily="2" charset="0"/>
              </a:rPr>
              <a:t>IP</a:t>
            </a:r>
          </a:p>
        </p:txBody>
      </p:sp>
      <p:sp>
        <p:nvSpPr>
          <p:cNvPr id="6" name="Tekstvak 12">
            <a:extLst>
              <a:ext uri="{FF2B5EF4-FFF2-40B4-BE49-F238E27FC236}">
                <a16:creationId xmlns:a16="http://schemas.microsoft.com/office/drawing/2014/main" id="{107A23A1-DAAC-DE78-BEFC-6BA04F24207A}"/>
              </a:ext>
            </a:extLst>
          </p:cNvPr>
          <p:cNvSpPr txBox="1"/>
          <p:nvPr/>
        </p:nvSpPr>
        <p:spPr>
          <a:xfrm>
            <a:off x="1786383" y="3862358"/>
            <a:ext cx="3323334" cy="1384995"/>
          </a:xfrm>
          <a:prstGeom prst="rect">
            <a:avLst/>
          </a:prstGeom>
          <a:noFill/>
        </p:spPr>
        <p:txBody>
          <a:bodyPr wrap="square" rtlCol="0">
            <a:spAutoFit/>
          </a:bodyPr>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nl-BE" sz="4800" dirty="0">
                <a:latin typeface="Barlow Condensed" panose="00000506000000000000" pitchFamily="2" charset="0"/>
              </a:rPr>
              <a:t>segmentering</a:t>
            </a:r>
          </a:p>
          <a:p>
            <a:pPr algn="ctr"/>
            <a:r>
              <a:rPr lang="nl-BE" sz="3600" dirty="0">
                <a:latin typeface="Barlow Condensed" panose="00000506000000000000" pitchFamily="2" charset="0"/>
              </a:rPr>
              <a:t>(max 1500 bytes)</a:t>
            </a:r>
          </a:p>
        </p:txBody>
      </p:sp>
      <p:sp>
        <p:nvSpPr>
          <p:cNvPr id="7" name="Tekstvak 14">
            <a:extLst>
              <a:ext uri="{FF2B5EF4-FFF2-40B4-BE49-F238E27FC236}">
                <a16:creationId xmlns:a16="http://schemas.microsoft.com/office/drawing/2014/main" id="{A73E1659-3B03-9C9A-E60F-76DD89C3B51D}"/>
              </a:ext>
            </a:extLst>
          </p:cNvPr>
          <p:cNvSpPr txBox="1"/>
          <p:nvPr/>
        </p:nvSpPr>
        <p:spPr>
          <a:xfrm>
            <a:off x="7082282" y="3862357"/>
            <a:ext cx="3323334" cy="830997"/>
          </a:xfrm>
          <a:prstGeom prst="rect">
            <a:avLst/>
          </a:prstGeom>
          <a:noFill/>
        </p:spPr>
        <p:txBody>
          <a:bodyPr wrap="square" rtlCol="0">
            <a:spAutoFit/>
          </a:bodyPr>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nl-BE" sz="4800" dirty="0">
                <a:latin typeface="Barlow Condensed" panose="00000506000000000000" pitchFamily="2" charset="0"/>
              </a:rPr>
              <a:t>adressering</a:t>
            </a:r>
          </a:p>
        </p:txBody>
      </p:sp>
    </p:spTree>
    <p:extLst>
      <p:ext uri="{BB962C8B-B14F-4D97-AF65-F5344CB8AC3E}">
        <p14:creationId xmlns:p14="http://schemas.microsoft.com/office/powerpoint/2010/main" val="16619894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E6D0EB-0AA4-428E-9961-317AEB23D48E}"/>
              </a:ext>
            </a:extLst>
          </p:cNvPr>
          <p:cNvSpPr>
            <a:spLocks noGrp="1"/>
          </p:cNvSpPr>
          <p:nvPr>
            <p:ph type="title"/>
          </p:nvPr>
        </p:nvSpPr>
        <p:spPr/>
        <p:txBody>
          <a:bodyPr/>
          <a:lstStyle/>
          <a:p>
            <a:r>
              <a:rPr lang="en-US" dirty="0"/>
              <a:t>IPV4</a:t>
            </a:r>
            <a:endParaRPr lang="LID4096" dirty="0"/>
          </a:p>
        </p:txBody>
      </p:sp>
      <p:sp>
        <p:nvSpPr>
          <p:cNvPr id="5" name="Rechthoek 10">
            <a:extLst>
              <a:ext uri="{FF2B5EF4-FFF2-40B4-BE49-F238E27FC236}">
                <a16:creationId xmlns:a16="http://schemas.microsoft.com/office/drawing/2014/main" id="{9A7AC102-4E43-63F2-2B47-7398F9E9C37B}"/>
              </a:ext>
            </a:extLst>
          </p:cNvPr>
          <p:cNvSpPr/>
          <p:nvPr/>
        </p:nvSpPr>
        <p:spPr>
          <a:xfrm>
            <a:off x="3040917" y="3441296"/>
            <a:ext cx="1481280" cy="642088"/>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nl-BE" sz="3200" dirty="0">
                <a:solidFill>
                  <a:schemeClr val="bg1"/>
                </a:solidFill>
                <a:latin typeface="Barlow Condensed" panose="00000506000000000000" pitchFamily="2" charset="0"/>
              </a:rPr>
              <a:t>Octet 1</a:t>
            </a:r>
          </a:p>
        </p:txBody>
      </p:sp>
      <p:sp>
        <p:nvSpPr>
          <p:cNvPr id="6" name="Tekstvak 11">
            <a:extLst>
              <a:ext uri="{FF2B5EF4-FFF2-40B4-BE49-F238E27FC236}">
                <a16:creationId xmlns:a16="http://schemas.microsoft.com/office/drawing/2014/main" id="{2BAE027E-4C76-F12E-4400-51F4F5B1B622}"/>
              </a:ext>
            </a:extLst>
          </p:cNvPr>
          <p:cNvSpPr txBox="1"/>
          <p:nvPr/>
        </p:nvSpPr>
        <p:spPr>
          <a:xfrm>
            <a:off x="3040916" y="2425633"/>
            <a:ext cx="6606296" cy="1015663"/>
          </a:xfrm>
          <a:prstGeom prst="rect">
            <a:avLst/>
          </a:prstGeom>
          <a:noFill/>
        </p:spPr>
        <p:txBody>
          <a:bodyPr wrap="none" rtlCol="0">
            <a:spAutoFit/>
          </a:bodyPr>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nl-BE" sz="3600" dirty="0">
                <a:latin typeface="Barlow Condensed" panose="00000506000000000000" pitchFamily="2" charset="0"/>
              </a:rPr>
              <a:t> </a:t>
            </a:r>
            <a:r>
              <a:rPr lang="nl-BE" sz="6000" dirty="0">
                <a:latin typeface="Barlow Condensed" panose="00000506000000000000" pitchFamily="2" charset="0"/>
              </a:rPr>
              <a:t>XXX  .  XXX  .  XXX  .  XXX</a:t>
            </a:r>
          </a:p>
        </p:txBody>
      </p:sp>
      <p:sp>
        <p:nvSpPr>
          <p:cNvPr id="7" name="Rechthoek 12">
            <a:extLst>
              <a:ext uri="{FF2B5EF4-FFF2-40B4-BE49-F238E27FC236}">
                <a16:creationId xmlns:a16="http://schemas.microsoft.com/office/drawing/2014/main" id="{4CF7EE6F-33D2-FD55-3EC5-055DAE37C7CE}"/>
              </a:ext>
            </a:extLst>
          </p:cNvPr>
          <p:cNvSpPr/>
          <p:nvPr/>
        </p:nvSpPr>
        <p:spPr>
          <a:xfrm>
            <a:off x="4772468" y="3441296"/>
            <a:ext cx="1447771" cy="642088"/>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nl-BE" sz="3200" dirty="0">
                <a:solidFill>
                  <a:schemeClr val="bg1"/>
                </a:solidFill>
                <a:latin typeface="Barlow Condensed" panose="00000506000000000000" pitchFamily="2" charset="0"/>
              </a:rPr>
              <a:t>Octet 2</a:t>
            </a:r>
          </a:p>
        </p:txBody>
      </p:sp>
      <p:sp>
        <p:nvSpPr>
          <p:cNvPr id="8" name="Rechthoek 13">
            <a:extLst>
              <a:ext uri="{FF2B5EF4-FFF2-40B4-BE49-F238E27FC236}">
                <a16:creationId xmlns:a16="http://schemas.microsoft.com/office/drawing/2014/main" id="{9EE48953-B66D-4951-5A4D-E295761196D3}"/>
              </a:ext>
            </a:extLst>
          </p:cNvPr>
          <p:cNvSpPr/>
          <p:nvPr/>
        </p:nvSpPr>
        <p:spPr>
          <a:xfrm>
            <a:off x="6456878" y="3441296"/>
            <a:ext cx="1498519" cy="642088"/>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nl-BE" sz="3200" dirty="0">
                <a:solidFill>
                  <a:schemeClr val="bg1"/>
                </a:solidFill>
                <a:latin typeface="Barlow Condensed" panose="00000506000000000000" pitchFamily="2" charset="0"/>
              </a:rPr>
              <a:t>Octet 3</a:t>
            </a:r>
          </a:p>
        </p:txBody>
      </p:sp>
      <p:sp>
        <p:nvSpPr>
          <p:cNvPr id="9" name="Rechthoek 14">
            <a:extLst>
              <a:ext uri="{FF2B5EF4-FFF2-40B4-BE49-F238E27FC236}">
                <a16:creationId xmlns:a16="http://schemas.microsoft.com/office/drawing/2014/main" id="{90D76DD1-3049-3DBF-BDB5-473F1F884554}"/>
              </a:ext>
            </a:extLst>
          </p:cNvPr>
          <p:cNvSpPr/>
          <p:nvPr/>
        </p:nvSpPr>
        <p:spPr>
          <a:xfrm>
            <a:off x="8219300" y="3441296"/>
            <a:ext cx="1427912" cy="642088"/>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nl-BE" sz="3200" dirty="0">
                <a:solidFill>
                  <a:schemeClr val="bg1"/>
                </a:solidFill>
                <a:latin typeface="Barlow Condensed" panose="00000506000000000000" pitchFamily="2" charset="0"/>
              </a:rPr>
              <a:t>Octet 4</a:t>
            </a:r>
          </a:p>
        </p:txBody>
      </p:sp>
    </p:spTree>
    <p:extLst>
      <p:ext uri="{BB962C8B-B14F-4D97-AF65-F5344CB8AC3E}">
        <p14:creationId xmlns:p14="http://schemas.microsoft.com/office/powerpoint/2010/main" val="17198027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DDABAA-DC1A-EAF9-0378-22A0E47A5802}"/>
              </a:ext>
            </a:extLst>
          </p:cNvPr>
          <p:cNvSpPr>
            <a:spLocks noGrp="1"/>
          </p:cNvSpPr>
          <p:nvPr>
            <p:ph type="title"/>
          </p:nvPr>
        </p:nvSpPr>
        <p:spPr/>
        <p:txBody>
          <a:bodyPr/>
          <a:lstStyle/>
          <a:p>
            <a:r>
              <a:rPr lang="en-US" dirty="0"/>
              <a:t>Klasse A-</a:t>
            </a:r>
            <a:r>
              <a:rPr lang="en-US" dirty="0" err="1"/>
              <a:t>netwerk</a:t>
            </a:r>
            <a:endParaRPr lang="LID4096" dirty="0"/>
          </a:p>
        </p:txBody>
      </p:sp>
      <p:sp>
        <p:nvSpPr>
          <p:cNvPr id="13" name="Ovaal 17">
            <a:extLst>
              <a:ext uri="{FF2B5EF4-FFF2-40B4-BE49-F238E27FC236}">
                <a16:creationId xmlns:a16="http://schemas.microsoft.com/office/drawing/2014/main" id="{DD2DD85F-BD0D-EA1A-6783-31C709BE2251}"/>
              </a:ext>
            </a:extLst>
          </p:cNvPr>
          <p:cNvSpPr/>
          <p:nvPr/>
        </p:nvSpPr>
        <p:spPr>
          <a:xfrm>
            <a:off x="2248184" y="1442254"/>
            <a:ext cx="2359849" cy="226888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nl-BE"/>
          </a:p>
        </p:txBody>
      </p:sp>
      <p:sp>
        <p:nvSpPr>
          <p:cNvPr id="14" name="Rechthoek 10">
            <a:extLst>
              <a:ext uri="{FF2B5EF4-FFF2-40B4-BE49-F238E27FC236}">
                <a16:creationId xmlns:a16="http://schemas.microsoft.com/office/drawing/2014/main" id="{622E869E-961A-D419-7F21-AB8670EA239B}"/>
              </a:ext>
            </a:extLst>
          </p:cNvPr>
          <p:cNvSpPr/>
          <p:nvPr/>
        </p:nvSpPr>
        <p:spPr>
          <a:xfrm>
            <a:off x="2735703" y="2563775"/>
            <a:ext cx="1384812" cy="642088"/>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nl-BE" sz="3200" dirty="0">
                <a:solidFill>
                  <a:schemeClr val="bg1"/>
                </a:solidFill>
                <a:latin typeface="Barlow Condensed" panose="00000506000000000000" pitchFamily="2" charset="0"/>
              </a:rPr>
              <a:t>Octet 1</a:t>
            </a:r>
          </a:p>
        </p:txBody>
      </p:sp>
      <p:sp>
        <p:nvSpPr>
          <p:cNvPr id="15" name="Tekstvak 11">
            <a:extLst>
              <a:ext uri="{FF2B5EF4-FFF2-40B4-BE49-F238E27FC236}">
                <a16:creationId xmlns:a16="http://schemas.microsoft.com/office/drawing/2014/main" id="{A85CDC2E-D687-3255-9074-13308600BC62}"/>
              </a:ext>
            </a:extLst>
          </p:cNvPr>
          <p:cNvSpPr txBox="1"/>
          <p:nvPr/>
        </p:nvSpPr>
        <p:spPr>
          <a:xfrm>
            <a:off x="2735702" y="1548112"/>
            <a:ext cx="6370655" cy="1015663"/>
          </a:xfrm>
          <a:prstGeom prst="rect">
            <a:avLst/>
          </a:prstGeom>
          <a:noFill/>
        </p:spPr>
        <p:txBody>
          <a:bodyPr wrap="none" rtlCol="0">
            <a:spAutoFit/>
          </a:bodyPr>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nl-BE" sz="3600" dirty="0">
                <a:latin typeface="Barlow Condensed" panose="00000506000000000000" pitchFamily="2" charset="0"/>
              </a:rPr>
              <a:t> </a:t>
            </a:r>
            <a:r>
              <a:rPr lang="nl-BE" sz="6000" dirty="0" err="1">
                <a:latin typeface="Barlow Condensed" panose="00000506000000000000" pitchFamily="2" charset="0"/>
              </a:rPr>
              <a:t>nnn</a:t>
            </a:r>
            <a:r>
              <a:rPr lang="nl-BE" sz="6000" dirty="0">
                <a:latin typeface="Barlow Condensed" panose="00000506000000000000" pitchFamily="2" charset="0"/>
              </a:rPr>
              <a:t>  .  ccc  .  ccc  .  ccc</a:t>
            </a:r>
          </a:p>
        </p:txBody>
      </p:sp>
      <p:sp>
        <p:nvSpPr>
          <p:cNvPr id="16" name="Rechthoek 12">
            <a:extLst>
              <a:ext uri="{FF2B5EF4-FFF2-40B4-BE49-F238E27FC236}">
                <a16:creationId xmlns:a16="http://schemas.microsoft.com/office/drawing/2014/main" id="{621A7EE4-9462-FA2C-8F4B-B4AD7EF32DB4}"/>
              </a:ext>
            </a:extLst>
          </p:cNvPr>
          <p:cNvSpPr/>
          <p:nvPr/>
        </p:nvSpPr>
        <p:spPr>
          <a:xfrm>
            <a:off x="4384418" y="2563775"/>
            <a:ext cx="1416307" cy="642088"/>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nl-BE" sz="3200" dirty="0">
                <a:solidFill>
                  <a:schemeClr val="bg1"/>
                </a:solidFill>
                <a:latin typeface="Barlow Condensed" panose="00000506000000000000" pitchFamily="2" charset="0"/>
              </a:rPr>
              <a:t>Octet 2</a:t>
            </a:r>
          </a:p>
        </p:txBody>
      </p:sp>
      <p:sp>
        <p:nvSpPr>
          <p:cNvPr id="17" name="Rechthoek 13">
            <a:extLst>
              <a:ext uri="{FF2B5EF4-FFF2-40B4-BE49-F238E27FC236}">
                <a16:creationId xmlns:a16="http://schemas.microsoft.com/office/drawing/2014/main" id="{BF8CD739-FA5D-736A-D4E6-6E58985E0744}"/>
              </a:ext>
            </a:extLst>
          </p:cNvPr>
          <p:cNvSpPr/>
          <p:nvPr/>
        </p:nvSpPr>
        <p:spPr>
          <a:xfrm>
            <a:off x="6064628" y="2563775"/>
            <a:ext cx="1484887" cy="642088"/>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nl-BE" sz="3200" dirty="0">
                <a:solidFill>
                  <a:schemeClr val="bg1"/>
                </a:solidFill>
                <a:latin typeface="Barlow Condensed" panose="00000506000000000000" pitchFamily="2" charset="0"/>
              </a:rPr>
              <a:t>Octet 3</a:t>
            </a:r>
          </a:p>
        </p:txBody>
      </p:sp>
      <p:sp>
        <p:nvSpPr>
          <p:cNvPr id="18" name="Rechthoek 14">
            <a:extLst>
              <a:ext uri="{FF2B5EF4-FFF2-40B4-BE49-F238E27FC236}">
                <a16:creationId xmlns:a16="http://schemas.microsoft.com/office/drawing/2014/main" id="{2D1BC829-429C-DB5F-F15F-3198E56F05F8}"/>
              </a:ext>
            </a:extLst>
          </p:cNvPr>
          <p:cNvSpPr/>
          <p:nvPr/>
        </p:nvSpPr>
        <p:spPr>
          <a:xfrm>
            <a:off x="7813418" y="2563775"/>
            <a:ext cx="1462027" cy="642088"/>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nl-BE" sz="3200" dirty="0">
                <a:solidFill>
                  <a:schemeClr val="bg1"/>
                </a:solidFill>
                <a:latin typeface="Barlow Condensed" panose="00000506000000000000" pitchFamily="2" charset="0"/>
              </a:rPr>
              <a:t>Octet 4</a:t>
            </a:r>
          </a:p>
        </p:txBody>
      </p:sp>
      <p:sp>
        <p:nvSpPr>
          <p:cNvPr id="20" name="Rechthoek 19">
            <a:extLst>
              <a:ext uri="{FF2B5EF4-FFF2-40B4-BE49-F238E27FC236}">
                <a16:creationId xmlns:a16="http://schemas.microsoft.com/office/drawing/2014/main" id="{2E2ECD9D-40B1-E24D-7C5D-E2673FC32E0D}"/>
              </a:ext>
            </a:extLst>
          </p:cNvPr>
          <p:cNvSpPr/>
          <p:nvPr/>
        </p:nvSpPr>
        <p:spPr>
          <a:xfrm>
            <a:off x="1133475" y="4577759"/>
            <a:ext cx="9925050" cy="1376976"/>
          </a:xfrm>
          <a:prstGeom prst="rect">
            <a:avLst/>
          </a:prstGeom>
          <a:solidFill>
            <a:srgbClr val="1B2F4D">
              <a:alpha val="70980"/>
            </a:srgbClr>
          </a:solidFill>
        </p:spPr>
        <p:style>
          <a:lnRef idx="2">
            <a:schemeClr val="dk1">
              <a:shade val="50000"/>
            </a:schemeClr>
          </a:lnRef>
          <a:fillRef idx="1">
            <a:schemeClr val="dk1"/>
          </a:fillRef>
          <a:effectRef idx="0">
            <a:schemeClr val="dk1"/>
          </a:effectRef>
          <a:fontRef idx="minor">
            <a:schemeClr val="lt1"/>
          </a:fontRef>
        </p:style>
        <p:txBody>
          <a:bodyPr rtlCol="0" anchor="ctr"/>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nl-BE" sz="3600" dirty="0">
                <a:latin typeface="Barlow Condensed" panose="00000506000000000000" pitchFamily="2" charset="0"/>
              </a:rPr>
              <a:t>1-126	openbaar IP-adres</a:t>
            </a:r>
          </a:p>
          <a:p>
            <a:r>
              <a:rPr lang="nl-BE" sz="3600" dirty="0">
                <a:latin typeface="Barlow Condensed" panose="00000506000000000000" pitchFamily="2" charset="0"/>
              </a:rPr>
              <a:t>10	privaat IP-adres</a:t>
            </a:r>
          </a:p>
        </p:txBody>
      </p:sp>
      <p:sp>
        <p:nvSpPr>
          <p:cNvPr id="21" name="Pijl-omhoog 20">
            <a:extLst>
              <a:ext uri="{FF2B5EF4-FFF2-40B4-BE49-F238E27FC236}">
                <a16:creationId xmlns:a16="http://schemas.microsoft.com/office/drawing/2014/main" id="{6BC06C61-8011-89F7-D815-1594C571F8A8}"/>
              </a:ext>
            </a:extLst>
          </p:cNvPr>
          <p:cNvSpPr/>
          <p:nvPr/>
        </p:nvSpPr>
        <p:spPr>
          <a:xfrm rot="10800000">
            <a:off x="3205223" y="3847950"/>
            <a:ext cx="445770" cy="592998"/>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nl-BE"/>
          </a:p>
        </p:txBody>
      </p:sp>
    </p:spTree>
    <p:extLst>
      <p:ext uri="{BB962C8B-B14F-4D97-AF65-F5344CB8AC3E}">
        <p14:creationId xmlns:p14="http://schemas.microsoft.com/office/powerpoint/2010/main" val="12165834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4FC4B2-6813-C5AA-2508-5D78E7FFDDD9}"/>
              </a:ext>
            </a:extLst>
          </p:cNvPr>
          <p:cNvSpPr>
            <a:spLocks noGrp="1"/>
          </p:cNvSpPr>
          <p:nvPr>
            <p:ph type="title"/>
          </p:nvPr>
        </p:nvSpPr>
        <p:spPr/>
        <p:txBody>
          <a:bodyPr/>
          <a:lstStyle/>
          <a:p>
            <a:r>
              <a:rPr lang="en-US" dirty="0" err="1"/>
              <a:t>Voorbeelden</a:t>
            </a:r>
            <a:r>
              <a:rPr lang="en-US" dirty="0"/>
              <a:t> </a:t>
            </a:r>
            <a:r>
              <a:rPr lang="en-US" dirty="0" err="1"/>
              <a:t>klasse</a:t>
            </a:r>
            <a:r>
              <a:rPr lang="en-US" dirty="0"/>
              <a:t> A</a:t>
            </a:r>
            <a:endParaRPr lang="LID4096" dirty="0"/>
          </a:p>
        </p:txBody>
      </p:sp>
      <p:sp>
        <p:nvSpPr>
          <p:cNvPr id="3" name="Content Placeholder 2">
            <a:extLst>
              <a:ext uri="{FF2B5EF4-FFF2-40B4-BE49-F238E27FC236}">
                <a16:creationId xmlns:a16="http://schemas.microsoft.com/office/drawing/2014/main" id="{37C79C8E-D9D5-AF3E-1FA2-4BD1D0DECDAC}"/>
              </a:ext>
            </a:extLst>
          </p:cNvPr>
          <p:cNvSpPr>
            <a:spLocks noGrp="1"/>
          </p:cNvSpPr>
          <p:nvPr>
            <p:ph idx="1"/>
          </p:nvPr>
        </p:nvSpPr>
        <p:spPr/>
        <p:txBody>
          <a:bodyPr/>
          <a:lstStyle/>
          <a:p>
            <a:r>
              <a:rPr lang="en-US" dirty="0"/>
              <a:t>74.125.136.94 (</a:t>
            </a:r>
            <a:r>
              <a:rPr lang="en-US" dirty="0" err="1"/>
              <a:t>openbaar</a:t>
            </a:r>
            <a:r>
              <a:rPr lang="en-US" dirty="0"/>
              <a:t>)</a:t>
            </a:r>
          </a:p>
          <a:p>
            <a:r>
              <a:rPr lang="en-US" dirty="0"/>
              <a:t>12.120.147.234 (</a:t>
            </a:r>
            <a:r>
              <a:rPr lang="en-US" dirty="0" err="1"/>
              <a:t>openbaar</a:t>
            </a:r>
            <a:r>
              <a:rPr lang="en-US" dirty="0"/>
              <a:t>)</a:t>
            </a:r>
          </a:p>
          <a:p>
            <a:r>
              <a:rPr lang="en-US" dirty="0"/>
              <a:t>10.5.184.241 (</a:t>
            </a:r>
            <a:r>
              <a:rPr lang="en-US" dirty="0" err="1"/>
              <a:t>lokaal</a:t>
            </a:r>
            <a:r>
              <a:rPr lang="en-US" dirty="0"/>
              <a:t>)</a:t>
            </a:r>
            <a:endParaRPr lang="LID4096" dirty="0"/>
          </a:p>
        </p:txBody>
      </p:sp>
    </p:spTree>
    <p:extLst>
      <p:ext uri="{BB962C8B-B14F-4D97-AF65-F5344CB8AC3E}">
        <p14:creationId xmlns:p14="http://schemas.microsoft.com/office/powerpoint/2010/main" val="38928271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al 17">
            <a:extLst>
              <a:ext uri="{FF2B5EF4-FFF2-40B4-BE49-F238E27FC236}">
                <a16:creationId xmlns:a16="http://schemas.microsoft.com/office/drawing/2014/main" id="{CB9B7F57-582A-9CFC-74B3-CA1B4A16E7C5}"/>
              </a:ext>
            </a:extLst>
          </p:cNvPr>
          <p:cNvSpPr/>
          <p:nvPr/>
        </p:nvSpPr>
        <p:spPr>
          <a:xfrm>
            <a:off x="5711474" y="2222755"/>
            <a:ext cx="3918301" cy="226888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nl-BE"/>
          </a:p>
        </p:txBody>
      </p:sp>
      <p:sp>
        <p:nvSpPr>
          <p:cNvPr id="6" name="Rechthoek 10">
            <a:extLst>
              <a:ext uri="{FF2B5EF4-FFF2-40B4-BE49-F238E27FC236}">
                <a16:creationId xmlns:a16="http://schemas.microsoft.com/office/drawing/2014/main" id="{9EBE5E99-9523-32CF-1B0E-C333377D2BF3}"/>
              </a:ext>
            </a:extLst>
          </p:cNvPr>
          <p:cNvSpPr/>
          <p:nvPr/>
        </p:nvSpPr>
        <p:spPr>
          <a:xfrm>
            <a:off x="2735703" y="3238418"/>
            <a:ext cx="1384812" cy="642088"/>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nl-BE" sz="3200" dirty="0">
                <a:solidFill>
                  <a:schemeClr val="bg1"/>
                </a:solidFill>
                <a:latin typeface="Barlow Condensed" panose="00000506000000000000" pitchFamily="2" charset="0"/>
              </a:rPr>
              <a:t>Octet 1</a:t>
            </a:r>
          </a:p>
        </p:txBody>
      </p:sp>
      <p:sp>
        <p:nvSpPr>
          <p:cNvPr id="7" name="Tekstvak 11">
            <a:extLst>
              <a:ext uri="{FF2B5EF4-FFF2-40B4-BE49-F238E27FC236}">
                <a16:creationId xmlns:a16="http://schemas.microsoft.com/office/drawing/2014/main" id="{A755679B-0390-18A1-2C32-AC0E5476F115}"/>
              </a:ext>
            </a:extLst>
          </p:cNvPr>
          <p:cNvSpPr txBox="1"/>
          <p:nvPr/>
        </p:nvSpPr>
        <p:spPr>
          <a:xfrm>
            <a:off x="2735702" y="2222755"/>
            <a:ext cx="6423553" cy="1015663"/>
          </a:xfrm>
          <a:prstGeom prst="rect">
            <a:avLst/>
          </a:prstGeom>
          <a:noFill/>
        </p:spPr>
        <p:txBody>
          <a:bodyPr wrap="none" rtlCol="0">
            <a:spAutoFit/>
          </a:bodyPr>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nl-BE" sz="3600" dirty="0">
                <a:latin typeface="Barlow Condensed" panose="00000506000000000000" pitchFamily="2" charset="0"/>
              </a:rPr>
              <a:t> </a:t>
            </a:r>
            <a:r>
              <a:rPr lang="nl-BE" sz="6000" dirty="0" err="1">
                <a:latin typeface="Barlow Condensed" panose="00000506000000000000" pitchFamily="2" charset="0"/>
              </a:rPr>
              <a:t>nnn</a:t>
            </a:r>
            <a:r>
              <a:rPr lang="nl-BE" sz="6000" dirty="0">
                <a:latin typeface="Barlow Condensed" panose="00000506000000000000" pitchFamily="2" charset="0"/>
              </a:rPr>
              <a:t>  .  </a:t>
            </a:r>
            <a:r>
              <a:rPr lang="nl-BE" sz="6000" dirty="0" err="1">
                <a:latin typeface="Barlow Condensed" panose="00000506000000000000" pitchFamily="2" charset="0"/>
              </a:rPr>
              <a:t>nnn</a:t>
            </a:r>
            <a:r>
              <a:rPr lang="nl-BE" sz="6000" dirty="0">
                <a:latin typeface="Barlow Condensed" panose="00000506000000000000" pitchFamily="2" charset="0"/>
              </a:rPr>
              <a:t>  .  ccc  .  ccc</a:t>
            </a:r>
          </a:p>
        </p:txBody>
      </p:sp>
      <p:sp>
        <p:nvSpPr>
          <p:cNvPr id="8" name="Rechthoek 12">
            <a:extLst>
              <a:ext uri="{FF2B5EF4-FFF2-40B4-BE49-F238E27FC236}">
                <a16:creationId xmlns:a16="http://schemas.microsoft.com/office/drawing/2014/main" id="{AE2DA36A-CEBA-678C-B8C0-D4929254D31C}"/>
              </a:ext>
            </a:extLst>
          </p:cNvPr>
          <p:cNvSpPr/>
          <p:nvPr/>
        </p:nvSpPr>
        <p:spPr>
          <a:xfrm>
            <a:off x="4384418" y="3238418"/>
            <a:ext cx="1416307" cy="642088"/>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nl-BE" sz="3200" dirty="0">
                <a:solidFill>
                  <a:schemeClr val="bg1"/>
                </a:solidFill>
                <a:latin typeface="Barlow Condensed" panose="00000506000000000000" pitchFamily="2" charset="0"/>
              </a:rPr>
              <a:t>Octet 2</a:t>
            </a:r>
          </a:p>
        </p:txBody>
      </p:sp>
      <p:sp>
        <p:nvSpPr>
          <p:cNvPr id="9" name="Rechthoek 13">
            <a:extLst>
              <a:ext uri="{FF2B5EF4-FFF2-40B4-BE49-F238E27FC236}">
                <a16:creationId xmlns:a16="http://schemas.microsoft.com/office/drawing/2014/main" id="{7F37F5CD-BED3-D888-2D11-229A8DDA77E8}"/>
              </a:ext>
            </a:extLst>
          </p:cNvPr>
          <p:cNvSpPr/>
          <p:nvPr/>
        </p:nvSpPr>
        <p:spPr>
          <a:xfrm>
            <a:off x="6064628" y="3238418"/>
            <a:ext cx="1484887" cy="642088"/>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nl-BE" sz="3200" dirty="0">
                <a:solidFill>
                  <a:schemeClr val="bg1"/>
                </a:solidFill>
                <a:latin typeface="Barlow Condensed" panose="00000506000000000000" pitchFamily="2" charset="0"/>
              </a:rPr>
              <a:t>Octet 3</a:t>
            </a:r>
          </a:p>
        </p:txBody>
      </p:sp>
      <p:sp>
        <p:nvSpPr>
          <p:cNvPr id="10" name="Rechthoek 14">
            <a:extLst>
              <a:ext uri="{FF2B5EF4-FFF2-40B4-BE49-F238E27FC236}">
                <a16:creationId xmlns:a16="http://schemas.microsoft.com/office/drawing/2014/main" id="{FF866E5B-782B-B63E-021B-492CD335ADC8}"/>
              </a:ext>
            </a:extLst>
          </p:cNvPr>
          <p:cNvSpPr/>
          <p:nvPr/>
        </p:nvSpPr>
        <p:spPr>
          <a:xfrm>
            <a:off x="7813418" y="3238418"/>
            <a:ext cx="1462027" cy="642088"/>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nl-BE" sz="3200" dirty="0">
                <a:solidFill>
                  <a:schemeClr val="bg1"/>
                </a:solidFill>
                <a:latin typeface="Barlow Condensed" panose="00000506000000000000" pitchFamily="2" charset="0"/>
              </a:rPr>
              <a:t>Octet 4</a:t>
            </a:r>
          </a:p>
        </p:txBody>
      </p:sp>
      <p:sp>
        <p:nvSpPr>
          <p:cNvPr id="12" name="Pijl-omhoog 20">
            <a:extLst>
              <a:ext uri="{FF2B5EF4-FFF2-40B4-BE49-F238E27FC236}">
                <a16:creationId xmlns:a16="http://schemas.microsoft.com/office/drawing/2014/main" id="{AC33F32E-5791-4545-435D-FCEB8C0552D8}"/>
              </a:ext>
            </a:extLst>
          </p:cNvPr>
          <p:cNvSpPr/>
          <p:nvPr/>
        </p:nvSpPr>
        <p:spPr>
          <a:xfrm rot="10800000">
            <a:off x="7447739" y="4571498"/>
            <a:ext cx="445770" cy="592998"/>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nl-BE"/>
          </a:p>
        </p:txBody>
      </p:sp>
      <p:sp>
        <p:nvSpPr>
          <p:cNvPr id="13" name="Rechthoek 15">
            <a:extLst>
              <a:ext uri="{FF2B5EF4-FFF2-40B4-BE49-F238E27FC236}">
                <a16:creationId xmlns:a16="http://schemas.microsoft.com/office/drawing/2014/main" id="{27867C55-41E2-D919-C3A5-E97BD0738F89}"/>
              </a:ext>
            </a:extLst>
          </p:cNvPr>
          <p:cNvSpPr/>
          <p:nvPr/>
        </p:nvSpPr>
        <p:spPr>
          <a:xfrm>
            <a:off x="1133475" y="5252402"/>
            <a:ext cx="9925050" cy="1376976"/>
          </a:xfrm>
          <a:prstGeom prst="rect">
            <a:avLst/>
          </a:prstGeom>
          <a:solidFill>
            <a:srgbClr val="1B2F4D">
              <a:alpha val="70980"/>
            </a:srgbClr>
          </a:solidFill>
        </p:spPr>
        <p:style>
          <a:lnRef idx="2">
            <a:schemeClr val="dk1">
              <a:shade val="50000"/>
            </a:schemeClr>
          </a:lnRef>
          <a:fillRef idx="1">
            <a:schemeClr val="dk1"/>
          </a:fillRef>
          <a:effectRef idx="0">
            <a:schemeClr val="dk1"/>
          </a:effectRef>
          <a:fontRef idx="minor">
            <a:schemeClr val="lt1"/>
          </a:fontRef>
        </p:style>
        <p:txBody>
          <a:bodyPr rtlCol="0" anchor="ctr"/>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nl-BE" sz="6000" dirty="0">
                <a:latin typeface="Barlow Condensed" panose="00000506000000000000" pitchFamily="2" charset="0"/>
              </a:rPr>
              <a:t>2 bytes = 256</a:t>
            </a:r>
            <a:r>
              <a:rPr lang="nl-BE" sz="6000" baseline="30000" dirty="0">
                <a:latin typeface="Barlow Condensed" panose="00000506000000000000" pitchFamily="2" charset="0"/>
              </a:rPr>
              <a:t>2</a:t>
            </a:r>
            <a:r>
              <a:rPr lang="nl-BE" sz="6000" dirty="0">
                <a:latin typeface="Barlow Condensed" panose="00000506000000000000" pitchFamily="2" charset="0"/>
              </a:rPr>
              <a:t> = 65 536 adressen</a:t>
            </a:r>
          </a:p>
        </p:txBody>
      </p:sp>
      <p:sp>
        <p:nvSpPr>
          <p:cNvPr id="14" name="Title 1">
            <a:extLst>
              <a:ext uri="{FF2B5EF4-FFF2-40B4-BE49-F238E27FC236}">
                <a16:creationId xmlns:a16="http://schemas.microsoft.com/office/drawing/2014/main" id="{9D6103EC-DFA3-FCA5-1863-1E13DD13CFB8}"/>
              </a:ext>
            </a:extLst>
          </p:cNvPr>
          <p:cNvSpPr>
            <a:spLocks noGrp="1"/>
          </p:cNvSpPr>
          <p:nvPr>
            <p:ph type="title"/>
          </p:nvPr>
        </p:nvSpPr>
        <p:spPr>
          <a:xfrm>
            <a:off x="838200" y="365125"/>
            <a:ext cx="10515600" cy="1325563"/>
          </a:xfrm>
        </p:spPr>
        <p:txBody>
          <a:bodyPr/>
          <a:lstStyle/>
          <a:p>
            <a:r>
              <a:rPr lang="en-US" dirty="0"/>
              <a:t>Klasse B-</a:t>
            </a:r>
            <a:r>
              <a:rPr lang="en-US" dirty="0" err="1"/>
              <a:t>netwerk</a:t>
            </a:r>
            <a:endParaRPr lang="LID4096" dirty="0"/>
          </a:p>
        </p:txBody>
      </p:sp>
      <p:sp>
        <p:nvSpPr>
          <p:cNvPr id="15" name="TextBox 14">
            <a:extLst>
              <a:ext uri="{FF2B5EF4-FFF2-40B4-BE49-F238E27FC236}">
                <a16:creationId xmlns:a16="http://schemas.microsoft.com/office/drawing/2014/main" id="{8CCB67D8-EF8E-698B-012F-A832AF5D1AE1}"/>
              </a:ext>
            </a:extLst>
          </p:cNvPr>
          <p:cNvSpPr txBox="1"/>
          <p:nvPr/>
        </p:nvSpPr>
        <p:spPr>
          <a:xfrm>
            <a:off x="2799924" y="2086467"/>
            <a:ext cx="1256370" cy="461665"/>
          </a:xfrm>
          <a:prstGeom prst="rect">
            <a:avLst/>
          </a:prstGeom>
          <a:noFill/>
        </p:spPr>
        <p:txBody>
          <a:bodyPr wrap="none" rtlCol="0">
            <a:spAutoFit/>
          </a:bodyPr>
          <a:lstStyle/>
          <a:p>
            <a:r>
              <a:rPr lang="en-US" sz="2400" dirty="0"/>
              <a:t>128-191</a:t>
            </a:r>
            <a:endParaRPr lang="LID4096" sz="2400" dirty="0"/>
          </a:p>
        </p:txBody>
      </p:sp>
    </p:spTree>
    <p:extLst>
      <p:ext uri="{BB962C8B-B14F-4D97-AF65-F5344CB8AC3E}">
        <p14:creationId xmlns:p14="http://schemas.microsoft.com/office/powerpoint/2010/main" val="37296469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405F4E-7EEC-68B0-F1E5-CC8E50764C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8AE3EB-2AFD-4022-C2E1-170BF429BB69}"/>
              </a:ext>
            </a:extLst>
          </p:cNvPr>
          <p:cNvSpPr>
            <a:spLocks noGrp="1"/>
          </p:cNvSpPr>
          <p:nvPr>
            <p:ph type="title"/>
          </p:nvPr>
        </p:nvSpPr>
        <p:spPr/>
        <p:txBody>
          <a:bodyPr/>
          <a:lstStyle/>
          <a:p>
            <a:r>
              <a:rPr lang="en-US" dirty="0" err="1"/>
              <a:t>Voorbeelden</a:t>
            </a:r>
            <a:r>
              <a:rPr lang="en-US" dirty="0"/>
              <a:t> </a:t>
            </a:r>
            <a:r>
              <a:rPr lang="en-US" dirty="0" err="1"/>
              <a:t>klasse</a:t>
            </a:r>
            <a:r>
              <a:rPr lang="en-US" dirty="0"/>
              <a:t> B</a:t>
            </a:r>
            <a:endParaRPr lang="LID4096" dirty="0"/>
          </a:p>
        </p:txBody>
      </p:sp>
      <p:sp>
        <p:nvSpPr>
          <p:cNvPr id="3" name="Content Placeholder 2">
            <a:extLst>
              <a:ext uri="{FF2B5EF4-FFF2-40B4-BE49-F238E27FC236}">
                <a16:creationId xmlns:a16="http://schemas.microsoft.com/office/drawing/2014/main" id="{B9DE7672-3045-1467-05CB-F041A5F307E5}"/>
              </a:ext>
            </a:extLst>
          </p:cNvPr>
          <p:cNvSpPr>
            <a:spLocks noGrp="1"/>
          </p:cNvSpPr>
          <p:nvPr>
            <p:ph idx="1"/>
          </p:nvPr>
        </p:nvSpPr>
        <p:spPr/>
        <p:txBody>
          <a:bodyPr/>
          <a:lstStyle/>
          <a:p>
            <a:r>
              <a:rPr lang="en-US" dirty="0"/>
              <a:t>180.200.45.6 (</a:t>
            </a:r>
            <a:r>
              <a:rPr lang="en-US" dirty="0" err="1"/>
              <a:t>openbaar</a:t>
            </a:r>
            <a:r>
              <a:rPr lang="en-US" dirty="0"/>
              <a:t>)</a:t>
            </a:r>
          </a:p>
          <a:p>
            <a:r>
              <a:rPr lang="en-US" dirty="0"/>
              <a:t>131.20.128.44 (</a:t>
            </a:r>
            <a:r>
              <a:rPr lang="en-US" dirty="0" err="1"/>
              <a:t>openbaar</a:t>
            </a:r>
            <a:r>
              <a:rPr lang="en-US" dirty="0"/>
              <a:t>)</a:t>
            </a:r>
          </a:p>
          <a:p>
            <a:r>
              <a:rPr lang="en-US" dirty="0"/>
              <a:t>127.16.0.51 (</a:t>
            </a:r>
            <a:r>
              <a:rPr lang="en-US" dirty="0" err="1"/>
              <a:t>lokaal</a:t>
            </a:r>
            <a:r>
              <a:rPr lang="en-US" dirty="0"/>
              <a:t>)</a:t>
            </a:r>
            <a:endParaRPr lang="LID4096" dirty="0"/>
          </a:p>
        </p:txBody>
      </p:sp>
    </p:spTree>
    <p:extLst>
      <p:ext uri="{BB962C8B-B14F-4D97-AF65-F5344CB8AC3E}">
        <p14:creationId xmlns:p14="http://schemas.microsoft.com/office/powerpoint/2010/main" val="141131638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53E8E8-45BF-8074-6137-843BAD201C07}"/>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15D8964D-5F9C-DF5C-EA45-1A1AE1FE0CC8}"/>
              </a:ext>
            </a:extLst>
          </p:cNvPr>
          <p:cNvSpPr>
            <a:spLocks noGrp="1"/>
          </p:cNvSpPr>
          <p:nvPr>
            <p:ph type="title"/>
          </p:nvPr>
        </p:nvSpPr>
        <p:spPr>
          <a:xfrm>
            <a:off x="838200" y="365125"/>
            <a:ext cx="10515600" cy="1325563"/>
          </a:xfrm>
        </p:spPr>
        <p:txBody>
          <a:bodyPr/>
          <a:lstStyle/>
          <a:p>
            <a:r>
              <a:rPr lang="en-US" dirty="0"/>
              <a:t>Klasse C-</a:t>
            </a:r>
            <a:r>
              <a:rPr lang="en-US" dirty="0" err="1"/>
              <a:t>netwerk</a:t>
            </a:r>
            <a:endParaRPr lang="LID4096" dirty="0"/>
          </a:p>
        </p:txBody>
      </p:sp>
      <p:sp>
        <p:nvSpPr>
          <p:cNvPr id="2" name="Ovaal 17">
            <a:extLst>
              <a:ext uri="{FF2B5EF4-FFF2-40B4-BE49-F238E27FC236}">
                <a16:creationId xmlns:a16="http://schemas.microsoft.com/office/drawing/2014/main" id="{4D9A9250-7C0E-B447-3B9F-1D45B43F6C94}"/>
              </a:ext>
            </a:extLst>
          </p:cNvPr>
          <p:cNvSpPr/>
          <p:nvPr/>
        </p:nvSpPr>
        <p:spPr>
          <a:xfrm>
            <a:off x="2248184" y="1442254"/>
            <a:ext cx="2359849" cy="226888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nl-BE"/>
          </a:p>
        </p:txBody>
      </p:sp>
      <p:sp>
        <p:nvSpPr>
          <p:cNvPr id="3" name="Rechthoek 10">
            <a:extLst>
              <a:ext uri="{FF2B5EF4-FFF2-40B4-BE49-F238E27FC236}">
                <a16:creationId xmlns:a16="http://schemas.microsoft.com/office/drawing/2014/main" id="{6FBEE605-A0D6-6AE1-718E-CAF8FC985CD9}"/>
              </a:ext>
            </a:extLst>
          </p:cNvPr>
          <p:cNvSpPr/>
          <p:nvPr/>
        </p:nvSpPr>
        <p:spPr>
          <a:xfrm>
            <a:off x="2735703" y="2563775"/>
            <a:ext cx="1384812" cy="642088"/>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nl-BE" sz="3200" dirty="0">
                <a:solidFill>
                  <a:schemeClr val="bg1"/>
                </a:solidFill>
                <a:latin typeface="Barlow Condensed" panose="00000506000000000000" pitchFamily="2" charset="0"/>
              </a:rPr>
              <a:t>Octet 1</a:t>
            </a:r>
          </a:p>
        </p:txBody>
      </p:sp>
      <p:sp>
        <p:nvSpPr>
          <p:cNvPr id="5" name="Tekstvak 11">
            <a:extLst>
              <a:ext uri="{FF2B5EF4-FFF2-40B4-BE49-F238E27FC236}">
                <a16:creationId xmlns:a16="http://schemas.microsoft.com/office/drawing/2014/main" id="{2B3861B6-CE3C-E2BF-B23A-82BDDD9F8856}"/>
              </a:ext>
            </a:extLst>
          </p:cNvPr>
          <p:cNvSpPr txBox="1"/>
          <p:nvPr/>
        </p:nvSpPr>
        <p:spPr>
          <a:xfrm>
            <a:off x="2735702" y="1548112"/>
            <a:ext cx="6476453" cy="1015663"/>
          </a:xfrm>
          <a:prstGeom prst="rect">
            <a:avLst/>
          </a:prstGeom>
          <a:noFill/>
        </p:spPr>
        <p:txBody>
          <a:bodyPr wrap="none" rtlCol="0">
            <a:spAutoFit/>
          </a:bodyPr>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nl-BE" sz="3600" dirty="0">
                <a:latin typeface="Barlow Condensed" panose="00000506000000000000" pitchFamily="2" charset="0"/>
              </a:rPr>
              <a:t> </a:t>
            </a:r>
            <a:r>
              <a:rPr lang="nl-BE" sz="6000" dirty="0" err="1">
                <a:latin typeface="Barlow Condensed" panose="00000506000000000000" pitchFamily="2" charset="0"/>
              </a:rPr>
              <a:t>nnn</a:t>
            </a:r>
            <a:r>
              <a:rPr lang="nl-BE" sz="6000" dirty="0">
                <a:latin typeface="Barlow Condensed" panose="00000506000000000000" pitchFamily="2" charset="0"/>
              </a:rPr>
              <a:t>  .  </a:t>
            </a:r>
            <a:r>
              <a:rPr lang="nl-BE" sz="6000" dirty="0" err="1">
                <a:latin typeface="Barlow Condensed" panose="00000506000000000000" pitchFamily="2" charset="0"/>
              </a:rPr>
              <a:t>nnn</a:t>
            </a:r>
            <a:r>
              <a:rPr lang="nl-BE" sz="6000" dirty="0">
                <a:latin typeface="Barlow Condensed" panose="00000506000000000000" pitchFamily="2" charset="0"/>
              </a:rPr>
              <a:t>  .  </a:t>
            </a:r>
            <a:r>
              <a:rPr lang="nl-BE" sz="6000" dirty="0" err="1">
                <a:latin typeface="Barlow Condensed" panose="00000506000000000000" pitchFamily="2" charset="0"/>
              </a:rPr>
              <a:t>nnn</a:t>
            </a:r>
            <a:r>
              <a:rPr lang="nl-BE" sz="6000" dirty="0">
                <a:latin typeface="Barlow Condensed" panose="00000506000000000000" pitchFamily="2" charset="0"/>
              </a:rPr>
              <a:t>  .  ccc</a:t>
            </a:r>
          </a:p>
        </p:txBody>
      </p:sp>
      <p:sp>
        <p:nvSpPr>
          <p:cNvPr id="11" name="Rechthoek 12">
            <a:extLst>
              <a:ext uri="{FF2B5EF4-FFF2-40B4-BE49-F238E27FC236}">
                <a16:creationId xmlns:a16="http://schemas.microsoft.com/office/drawing/2014/main" id="{44B9AE88-2686-8818-1511-50822D41B1E8}"/>
              </a:ext>
            </a:extLst>
          </p:cNvPr>
          <p:cNvSpPr/>
          <p:nvPr/>
        </p:nvSpPr>
        <p:spPr>
          <a:xfrm>
            <a:off x="4384418" y="2563775"/>
            <a:ext cx="1416307" cy="642088"/>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nl-BE" sz="3200" dirty="0">
                <a:solidFill>
                  <a:schemeClr val="bg1"/>
                </a:solidFill>
                <a:latin typeface="Barlow Condensed" panose="00000506000000000000" pitchFamily="2" charset="0"/>
              </a:rPr>
              <a:t>Octet 2</a:t>
            </a:r>
          </a:p>
        </p:txBody>
      </p:sp>
      <p:sp>
        <p:nvSpPr>
          <p:cNvPr id="16" name="Rechthoek 13">
            <a:extLst>
              <a:ext uri="{FF2B5EF4-FFF2-40B4-BE49-F238E27FC236}">
                <a16:creationId xmlns:a16="http://schemas.microsoft.com/office/drawing/2014/main" id="{49B48E0B-7687-123F-8A4E-3C916C2A5D47}"/>
              </a:ext>
            </a:extLst>
          </p:cNvPr>
          <p:cNvSpPr/>
          <p:nvPr/>
        </p:nvSpPr>
        <p:spPr>
          <a:xfrm>
            <a:off x="6064628" y="2563775"/>
            <a:ext cx="1484887" cy="642088"/>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nl-BE" sz="3200" dirty="0">
                <a:solidFill>
                  <a:schemeClr val="bg1"/>
                </a:solidFill>
                <a:latin typeface="Barlow Condensed" panose="00000506000000000000" pitchFamily="2" charset="0"/>
              </a:rPr>
              <a:t>Octet 3</a:t>
            </a:r>
          </a:p>
        </p:txBody>
      </p:sp>
      <p:sp>
        <p:nvSpPr>
          <p:cNvPr id="17" name="Rechthoek 14">
            <a:extLst>
              <a:ext uri="{FF2B5EF4-FFF2-40B4-BE49-F238E27FC236}">
                <a16:creationId xmlns:a16="http://schemas.microsoft.com/office/drawing/2014/main" id="{432E4930-75D2-8DEB-76E6-8A720BE0A736}"/>
              </a:ext>
            </a:extLst>
          </p:cNvPr>
          <p:cNvSpPr/>
          <p:nvPr/>
        </p:nvSpPr>
        <p:spPr>
          <a:xfrm>
            <a:off x="7813418" y="2563775"/>
            <a:ext cx="1462027" cy="642088"/>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nl-BE" sz="3200" dirty="0">
                <a:solidFill>
                  <a:schemeClr val="bg1"/>
                </a:solidFill>
                <a:latin typeface="Barlow Condensed" panose="00000506000000000000" pitchFamily="2" charset="0"/>
              </a:rPr>
              <a:t>Octet 4</a:t>
            </a:r>
          </a:p>
        </p:txBody>
      </p:sp>
      <p:sp>
        <p:nvSpPr>
          <p:cNvPr id="19" name="Rechthoek 19">
            <a:extLst>
              <a:ext uri="{FF2B5EF4-FFF2-40B4-BE49-F238E27FC236}">
                <a16:creationId xmlns:a16="http://schemas.microsoft.com/office/drawing/2014/main" id="{E830BDB2-75CE-B5AD-7E1C-AD7F9C769A68}"/>
              </a:ext>
            </a:extLst>
          </p:cNvPr>
          <p:cNvSpPr/>
          <p:nvPr/>
        </p:nvSpPr>
        <p:spPr>
          <a:xfrm>
            <a:off x="1133475" y="4577759"/>
            <a:ext cx="9925050" cy="1376976"/>
          </a:xfrm>
          <a:prstGeom prst="rect">
            <a:avLst/>
          </a:prstGeom>
          <a:solidFill>
            <a:srgbClr val="1B2F4D">
              <a:alpha val="70980"/>
            </a:srgbClr>
          </a:solidFill>
        </p:spPr>
        <p:style>
          <a:lnRef idx="2">
            <a:schemeClr val="dk1">
              <a:shade val="50000"/>
            </a:schemeClr>
          </a:lnRef>
          <a:fillRef idx="1">
            <a:schemeClr val="dk1"/>
          </a:fillRef>
          <a:effectRef idx="0">
            <a:schemeClr val="dk1"/>
          </a:effectRef>
          <a:fontRef idx="minor">
            <a:schemeClr val="lt1"/>
          </a:fontRef>
        </p:style>
        <p:txBody>
          <a:bodyPr rtlCol="0" anchor="ctr"/>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nl-BE" sz="3600" dirty="0">
                <a:latin typeface="Barlow Condensed" panose="00000506000000000000" pitchFamily="2" charset="0"/>
              </a:rPr>
              <a:t>193-223		openbaar IP-adres</a:t>
            </a:r>
          </a:p>
          <a:p>
            <a:r>
              <a:rPr lang="nl-BE" sz="3600" dirty="0">
                <a:latin typeface="Barlow Condensed" panose="00000506000000000000" pitchFamily="2" charset="0"/>
              </a:rPr>
              <a:t>192.168.x.x		privaat IP-adres</a:t>
            </a:r>
          </a:p>
        </p:txBody>
      </p:sp>
      <p:sp>
        <p:nvSpPr>
          <p:cNvPr id="20" name="Pijl-omhoog 20">
            <a:extLst>
              <a:ext uri="{FF2B5EF4-FFF2-40B4-BE49-F238E27FC236}">
                <a16:creationId xmlns:a16="http://schemas.microsoft.com/office/drawing/2014/main" id="{8EDB5BFE-5D90-3099-6AE0-59359F221223}"/>
              </a:ext>
            </a:extLst>
          </p:cNvPr>
          <p:cNvSpPr/>
          <p:nvPr/>
        </p:nvSpPr>
        <p:spPr>
          <a:xfrm rot="10800000">
            <a:off x="3205223" y="3847950"/>
            <a:ext cx="445770" cy="592998"/>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nl-BE"/>
          </a:p>
        </p:txBody>
      </p:sp>
    </p:spTree>
    <p:extLst>
      <p:ext uri="{BB962C8B-B14F-4D97-AF65-F5344CB8AC3E}">
        <p14:creationId xmlns:p14="http://schemas.microsoft.com/office/powerpoint/2010/main" val="73942822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6ADE4E-91BA-4736-B763-505A976C22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601D6D-A44B-C356-5138-E4AD1944FD3C}"/>
              </a:ext>
            </a:extLst>
          </p:cNvPr>
          <p:cNvSpPr>
            <a:spLocks noGrp="1"/>
          </p:cNvSpPr>
          <p:nvPr>
            <p:ph type="title"/>
          </p:nvPr>
        </p:nvSpPr>
        <p:spPr/>
        <p:txBody>
          <a:bodyPr/>
          <a:lstStyle/>
          <a:p>
            <a:r>
              <a:rPr lang="en-US" dirty="0" err="1"/>
              <a:t>Voorbeelden</a:t>
            </a:r>
            <a:r>
              <a:rPr lang="en-US" dirty="0"/>
              <a:t> </a:t>
            </a:r>
            <a:r>
              <a:rPr lang="en-US" dirty="0" err="1"/>
              <a:t>klasse</a:t>
            </a:r>
            <a:r>
              <a:rPr lang="en-US" dirty="0"/>
              <a:t> C</a:t>
            </a:r>
            <a:endParaRPr lang="LID4096" dirty="0"/>
          </a:p>
        </p:txBody>
      </p:sp>
      <p:sp>
        <p:nvSpPr>
          <p:cNvPr id="3" name="Content Placeholder 2">
            <a:extLst>
              <a:ext uri="{FF2B5EF4-FFF2-40B4-BE49-F238E27FC236}">
                <a16:creationId xmlns:a16="http://schemas.microsoft.com/office/drawing/2014/main" id="{BFC52DFE-E5A4-4B6B-4C42-E93F01C6BCCB}"/>
              </a:ext>
            </a:extLst>
          </p:cNvPr>
          <p:cNvSpPr>
            <a:spLocks noGrp="1"/>
          </p:cNvSpPr>
          <p:nvPr>
            <p:ph idx="1"/>
          </p:nvPr>
        </p:nvSpPr>
        <p:spPr/>
        <p:txBody>
          <a:bodyPr/>
          <a:lstStyle/>
          <a:p>
            <a:r>
              <a:rPr lang="en-US" dirty="0"/>
              <a:t>202.106.192.12 (</a:t>
            </a:r>
            <a:r>
              <a:rPr lang="en-US" dirty="0" err="1"/>
              <a:t>openbaar</a:t>
            </a:r>
            <a:r>
              <a:rPr lang="en-US" dirty="0"/>
              <a:t>)</a:t>
            </a:r>
          </a:p>
          <a:p>
            <a:r>
              <a:rPr lang="en-US" dirty="0"/>
              <a:t>218.60.175.1 (</a:t>
            </a:r>
            <a:r>
              <a:rPr lang="en-US" dirty="0" err="1"/>
              <a:t>openbaar</a:t>
            </a:r>
            <a:r>
              <a:rPr lang="en-US" dirty="0"/>
              <a:t>)</a:t>
            </a:r>
          </a:p>
          <a:p>
            <a:r>
              <a:rPr lang="en-US" dirty="0"/>
              <a:t>192.168.200.54 (</a:t>
            </a:r>
            <a:r>
              <a:rPr lang="en-US" dirty="0" err="1"/>
              <a:t>lokaal</a:t>
            </a:r>
            <a:r>
              <a:rPr lang="en-US" dirty="0"/>
              <a:t>)</a:t>
            </a:r>
            <a:endParaRPr lang="LID4096" dirty="0"/>
          </a:p>
        </p:txBody>
      </p:sp>
    </p:spTree>
    <p:extLst>
      <p:ext uri="{BB962C8B-B14F-4D97-AF65-F5344CB8AC3E}">
        <p14:creationId xmlns:p14="http://schemas.microsoft.com/office/powerpoint/2010/main" val="300736215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7896D3-1C4B-1264-35E6-E09BCFCE9C87}"/>
              </a:ext>
            </a:extLst>
          </p:cNvPr>
          <p:cNvSpPr>
            <a:spLocks noGrp="1"/>
          </p:cNvSpPr>
          <p:nvPr>
            <p:ph type="title"/>
          </p:nvPr>
        </p:nvSpPr>
        <p:spPr/>
        <p:txBody>
          <a:bodyPr/>
          <a:lstStyle/>
          <a:p>
            <a:r>
              <a:rPr lang="en-US" dirty="0" err="1"/>
              <a:t>Standaard</a:t>
            </a:r>
            <a:r>
              <a:rPr lang="en-US" dirty="0"/>
              <a:t> </a:t>
            </a:r>
            <a:r>
              <a:rPr lang="en-US" dirty="0" err="1"/>
              <a:t>ip-adres</a:t>
            </a:r>
            <a:r>
              <a:rPr lang="en-US" dirty="0"/>
              <a:t> in </a:t>
            </a:r>
            <a:r>
              <a:rPr lang="en-US" dirty="0" err="1"/>
              <a:t>gebruik</a:t>
            </a:r>
            <a:endParaRPr lang="LID4096" dirty="0"/>
          </a:p>
        </p:txBody>
      </p:sp>
      <p:sp>
        <p:nvSpPr>
          <p:cNvPr id="3" name="Content Placeholder 2">
            <a:extLst>
              <a:ext uri="{FF2B5EF4-FFF2-40B4-BE49-F238E27FC236}">
                <a16:creationId xmlns:a16="http://schemas.microsoft.com/office/drawing/2014/main" id="{13929743-15BF-BCF5-4622-6432052934A9}"/>
              </a:ext>
            </a:extLst>
          </p:cNvPr>
          <p:cNvSpPr>
            <a:spLocks noGrp="1"/>
          </p:cNvSpPr>
          <p:nvPr>
            <p:ph idx="1"/>
          </p:nvPr>
        </p:nvSpPr>
        <p:spPr/>
        <p:txBody>
          <a:bodyPr/>
          <a:lstStyle/>
          <a:p>
            <a:r>
              <a:rPr lang="en-US" dirty="0"/>
              <a:t>10.0.0.0 ( </a:t>
            </a:r>
            <a:r>
              <a:rPr lang="en-US" dirty="0" err="1"/>
              <a:t>gebruikt</a:t>
            </a:r>
            <a:r>
              <a:rPr lang="en-US" dirty="0"/>
              <a:t> door routers )</a:t>
            </a:r>
          </a:p>
          <a:p>
            <a:r>
              <a:rPr lang="en-US" dirty="0"/>
              <a:t>10.255.255.255 (</a:t>
            </a:r>
            <a:r>
              <a:rPr lang="en-US" dirty="0" err="1"/>
              <a:t>broadcastadres</a:t>
            </a:r>
            <a:r>
              <a:rPr lang="en-US" dirty="0"/>
              <a:t>)</a:t>
            </a:r>
          </a:p>
          <a:p>
            <a:r>
              <a:rPr lang="en-US" dirty="0"/>
              <a:t>127.0.0.1 (</a:t>
            </a:r>
            <a:r>
              <a:rPr lang="en-US" dirty="0" err="1"/>
              <a:t>loobpackadres</a:t>
            </a:r>
            <a:r>
              <a:rPr lang="en-US" dirty="0"/>
              <a:t> = </a:t>
            </a:r>
            <a:r>
              <a:rPr lang="en-US" dirty="0" err="1"/>
              <a:t>lokaal</a:t>
            </a:r>
            <a:r>
              <a:rPr lang="en-US" dirty="0"/>
              <a:t>)</a:t>
            </a:r>
          </a:p>
          <a:p>
            <a:pPr marL="0" indent="0">
              <a:buNone/>
            </a:pPr>
            <a:endParaRPr lang="LID4096" dirty="0"/>
          </a:p>
        </p:txBody>
      </p:sp>
    </p:spTree>
    <p:extLst>
      <p:ext uri="{BB962C8B-B14F-4D97-AF65-F5344CB8AC3E}">
        <p14:creationId xmlns:p14="http://schemas.microsoft.com/office/powerpoint/2010/main" val="377897590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4A1A6F-3011-2A43-AA21-CF32B14ADBD2}"/>
              </a:ext>
            </a:extLst>
          </p:cNvPr>
          <p:cNvSpPr>
            <a:spLocks noGrp="1"/>
          </p:cNvSpPr>
          <p:nvPr>
            <p:ph type="title"/>
          </p:nvPr>
        </p:nvSpPr>
        <p:spPr/>
        <p:txBody>
          <a:bodyPr/>
          <a:lstStyle/>
          <a:p>
            <a:r>
              <a:rPr lang="en-US" dirty="0"/>
              <a:t>Subnetting</a:t>
            </a:r>
            <a:endParaRPr lang="LID4096" dirty="0"/>
          </a:p>
        </p:txBody>
      </p:sp>
      <p:pic>
        <p:nvPicPr>
          <p:cNvPr id="7" name="Afbeelding 18">
            <a:extLst>
              <a:ext uri="{FF2B5EF4-FFF2-40B4-BE49-F238E27FC236}">
                <a16:creationId xmlns:a16="http://schemas.microsoft.com/office/drawing/2014/main" id="{5EB04DE0-38CB-8795-6B90-B12075F21BD7}"/>
              </a:ext>
            </a:extLst>
          </p:cNvPr>
          <p:cNvPicPr/>
          <p:nvPr/>
        </p:nvPicPr>
        <p:blipFill>
          <a:blip r:embed="rId3">
            <a:extLst>
              <a:ext uri="{28A0092B-C50C-407E-A947-70E740481C1C}">
                <a14:useLocalDpi xmlns:a14="http://schemas.microsoft.com/office/drawing/2010/main" val="0"/>
              </a:ext>
            </a:extLst>
          </a:blip>
          <a:stretch>
            <a:fillRect/>
          </a:stretch>
        </p:blipFill>
        <p:spPr>
          <a:xfrm>
            <a:off x="6583162" y="701591"/>
            <a:ext cx="4537276" cy="5454818"/>
          </a:xfrm>
          <a:prstGeom prst="rect">
            <a:avLst/>
          </a:prstGeom>
          <a:ln>
            <a:solidFill>
              <a:schemeClr val="tx1"/>
            </a:solidFill>
          </a:ln>
        </p:spPr>
      </p:pic>
      <p:sp>
        <p:nvSpPr>
          <p:cNvPr id="8" name="Rechthoek 8">
            <a:extLst>
              <a:ext uri="{FF2B5EF4-FFF2-40B4-BE49-F238E27FC236}">
                <a16:creationId xmlns:a16="http://schemas.microsoft.com/office/drawing/2014/main" id="{4988B605-AC3A-27BE-8F9B-31DABD8FCF3E}"/>
              </a:ext>
            </a:extLst>
          </p:cNvPr>
          <p:cNvSpPr/>
          <p:nvPr/>
        </p:nvSpPr>
        <p:spPr>
          <a:xfrm>
            <a:off x="6671762" y="2731438"/>
            <a:ext cx="2879056" cy="397042"/>
          </a:xfrm>
          <a:prstGeom prst="rect">
            <a:avLst/>
          </a:prstGeom>
          <a:noFill/>
          <a:ln w="762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nl-BE"/>
          </a:p>
        </p:txBody>
      </p:sp>
      <p:cxnSp>
        <p:nvCxnSpPr>
          <p:cNvPr id="9" name="Rechte verbindingslijn met pijl 19">
            <a:extLst>
              <a:ext uri="{FF2B5EF4-FFF2-40B4-BE49-F238E27FC236}">
                <a16:creationId xmlns:a16="http://schemas.microsoft.com/office/drawing/2014/main" id="{2A3E7A2B-E46E-0D69-FC16-F94282723D40}"/>
              </a:ext>
            </a:extLst>
          </p:cNvPr>
          <p:cNvCxnSpPr>
            <a:stCxn id="8" idx="1"/>
          </p:cNvCxnSpPr>
          <p:nvPr/>
        </p:nvCxnSpPr>
        <p:spPr>
          <a:xfrm flipH="1">
            <a:off x="5556810" y="2929959"/>
            <a:ext cx="1114952" cy="0"/>
          </a:xfrm>
          <a:prstGeom prst="straightConnector1">
            <a:avLst/>
          </a:prstGeom>
          <a:ln w="762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10" name="Tekstvak 21">
            <a:extLst>
              <a:ext uri="{FF2B5EF4-FFF2-40B4-BE49-F238E27FC236}">
                <a16:creationId xmlns:a16="http://schemas.microsoft.com/office/drawing/2014/main" id="{CE6CCF22-4D80-9F80-DF3A-60A4BA81B422}"/>
              </a:ext>
            </a:extLst>
          </p:cNvPr>
          <p:cNvSpPr txBox="1"/>
          <p:nvPr/>
        </p:nvSpPr>
        <p:spPr>
          <a:xfrm>
            <a:off x="1071563" y="2177440"/>
            <a:ext cx="4397358" cy="1107996"/>
          </a:xfrm>
          <a:prstGeom prst="rect">
            <a:avLst/>
          </a:prstGeom>
          <a:noFill/>
        </p:spPr>
        <p:txBody>
          <a:bodyPr wrap="none" rtlCol="0">
            <a:spAutoFit/>
          </a:bodyPr>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nl-BE" sz="4000" dirty="0">
                <a:latin typeface="Barlow Condensed" panose="00000506000000000000" pitchFamily="2" charset="0"/>
              </a:rPr>
              <a:t> </a:t>
            </a:r>
            <a:r>
              <a:rPr lang="nl-BE" sz="6600" dirty="0" err="1">
                <a:latin typeface="Barlow Condensed" panose="00000506000000000000" pitchFamily="2" charset="0"/>
              </a:rPr>
              <a:t>subnetmasker</a:t>
            </a:r>
            <a:endParaRPr lang="nl-BE" sz="6600" dirty="0">
              <a:latin typeface="Barlow Condensed" panose="00000506000000000000" pitchFamily="2" charset="0"/>
            </a:endParaRPr>
          </a:p>
        </p:txBody>
      </p:sp>
    </p:spTree>
    <p:extLst>
      <p:ext uri="{BB962C8B-B14F-4D97-AF65-F5344CB8AC3E}">
        <p14:creationId xmlns:p14="http://schemas.microsoft.com/office/powerpoint/2010/main" val="191648337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kstvak 21">
            <a:extLst>
              <a:ext uri="{FF2B5EF4-FFF2-40B4-BE49-F238E27FC236}">
                <a16:creationId xmlns:a16="http://schemas.microsoft.com/office/drawing/2014/main" id="{06291DD7-C6F7-AB94-9D94-0B3ECAC166AA}"/>
              </a:ext>
            </a:extLst>
          </p:cNvPr>
          <p:cNvSpPr txBox="1"/>
          <p:nvPr/>
        </p:nvSpPr>
        <p:spPr>
          <a:xfrm>
            <a:off x="1150576" y="3687050"/>
            <a:ext cx="9890849" cy="646331"/>
          </a:xfrm>
          <a:prstGeom prst="rect">
            <a:avLst/>
          </a:prstGeom>
          <a:noFill/>
        </p:spPr>
        <p:txBody>
          <a:bodyPr wrap="none" rtlCol="0">
            <a:spAutoFit/>
          </a:bodyPr>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nl-BE" sz="3600" b="1" dirty="0">
                <a:latin typeface="Courier New" panose="02070309020205020404" pitchFamily="49" charset="0"/>
                <a:cs typeface="Courier New" panose="02070309020205020404" pitchFamily="49" charset="0"/>
              </a:rPr>
              <a:t>11111111.11111111.00000000.00000000</a:t>
            </a:r>
          </a:p>
        </p:txBody>
      </p:sp>
      <p:sp>
        <p:nvSpPr>
          <p:cNvPr id="5" name="Tekstvak 12">
            <a:extLst>
              <a:ext uri="{FF2B5EF4-FFF2-40B4-BE49-F238E27FC236}">
                <a16:creationId xmlns:a16="http://schemas.microsoft.com/office/drawing/2014/main" id="{18433558-577E-F8EE-C90C-625CE5C98B9A}"/>
              </a:ext>
            </a:extLst>
          </p:cNvPr>
          <p:cNvSpPr txBox="1"/>
          <p:nvPr/>
        </p:nvSpPr>
        <p:spPr>
          <a:xfrm>
            <a:off x="1184777" y="2524619"/>
            <a:ext cx="8226932" cy="646331"/>
          </a:xfrm>
          <a:prstGeom prst="rect">
            <a:avLst/>
          </a:prstGeom>
          <a:noFill/>
        </p:spPr>
        <p:txBody>
          <a:bodyPr wrap="none" rtlCol="0">
            <a:spAutoFit/>
          </a:bodyPr>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nl-BE" sz="3600" b="1" dirty="0">
                <a:latin typeface="Courier New" panose="02070309020205020404" pitchFamily="49" charset="0"/>
                <a:cs typeface="Courier New" panose="02070309020205020404" pitchFamily="49" charset="0"/>
              </a:rPr>
              <a:t>255.     255.    .0       .0</a:t>
            </a:r>
          </a:p>
        </p:txBody>
      </p:sp>
    </p:spTree>
    <p:extLst>
      <p:ext uri="{BB962C8B-B14F-4D97-AF65-F5344CB8AC3E}">
        <p14:creationId xmlns:p14="http://schemas.microsoft.com/office/powerpoint/2010/main" val="331503825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kstvak 21">
            <a:extLst>
              <a:ext uri="{FF2B5EF4-FFF2-40B4-BE49-F238E27FC236}">
                <a16:creationId xmlns:a16="http://schemas.microsoft.com/office/drawing/2014/main" id="{56EE8844-76AF-F841-B1C9-FFD2A14E613F}"/>
              </a:ext>
            </a:extLst>
          </p:cNvPr>
          <p:cNvSpPr txBox="1"/>
          <p:nvPr/>
        </p:nvSpPr>
        <p:spPr>
          <a:xfrm>
            <a:off x="1150576" y="3580227"/>
            <a:ext cx="9890849" cy="646331"/>
          </a:xfrm>
          <a:prstGeom prst="rect">
            <a:avLst/>
          </a:prstGeom>
          <a:noFill/>
        </p:spPr>
        <p:txBody>
          <a:bodyPr wrap="none" rtlCol="0">
            <a:spAutoFit/>
          </a:bodyPr>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nl-BE" sz="3600" b="1" dirty="0">
                <a:latin typeface="Courier New" panose="02070309020205020404" pitchFamily="49" charset="0"/>
                <a:cs typeface="Courier New" panose="02070309020205020404" pitchFamily="49" charset="0"/>
              </a:rPr>
              <a:t>11111111.11111111.11100000.00000000</a:t>
            </a:r>
          </a:p>
        </p:txBody>
      </p:sp>
      <p:sp>
        <p:nvSpPr>
          <p:cNvPr id="8" name="Tekstvak 11">
            <a:extLst>
              <a:ext uri="{FF2B5EF4-FFF2-40B4-BE49-F238E27FC236}">
                <a16:creationId xmlns:a16="http://schemas.microsoft.com/office/drawing/2014/main" id="{FB238639-C62C-D173-6D86-14E7EABD7AF7}"/>
              </a:ext>
            </a:extLst>
          </p:cNvPr>
          <p:cNvSpPr txBox="1"/>
          <p:nvPr/>
        </p:nvSpPr>
        <p:spPr>
          <a:xfrm>
            <a:off x="1258896" y="2631442"/>
            <a:ext cx="7672293" cy="646331"/>
          </a:xfrm>
          <a:prstGeom prst="rect">
            <a:avLst/>
          </a:prstGeom>
          <a:noFill/>
        </p:spPr>
        <p:txBody>
          <a:bodyPr wrap="none" rtlCol="0">
            <a:spAutoFit/>
          </a:bodyPr>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nl-BE" sz="3600" b="1" dirty="0">
                <a:latin typeface="Courier New" panose="02070309020205020404" pitchFamily="49" charset="0"/>
                <a:cs typeface="Courier New" panose="02070309020205020404" pitchFamily="49" charset="0"/>
              </a:rPr>
              <a:t>255     .255    .224     .0</a:t>
            </a:r>
          </a:p>
        </p:txBody>
      </p:sp>
    </p:spTree>
    <p:extLst>
      <p:ext uri="{BB962C8B-B14F-4D97-AF65-F5344CB8AC3E}">
        <p14:creationId xmlns:p14="http://schemas.microsoft.com/office/powerpoint/2010/main" val="188132619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kstvak 21">
            <a:extLst>
              <a:ext uri="{FF2B5EF4-FFF2-40B4-BE49-F238E27FC236}">
                <a16:creationId xmlns:a16="http://schemas.microsoft.com/office/drawing/2014/main" id="{CF9E307A-1B62-18A5-EC7A-7BA8D06AA6D2}"/>
              </a:ext>
            </a:extLst>
          </p:cNvPr>
          <p:cNvSpPr txBox="1"/>
          <p:nvPr/>
        </p:nvSpPr>
        <p:spPr>
          <a:xfrm>
            <a:off x="1094471" y="726144"/>
            <a:ext cx="9850774" cy="584775"/>
          </a:xfrm>
          <a:prstGeom prst="rect">
            <a:avLst/>
          </a:prstGeom>
          <a:noFill/>
        </p:spPr>
        <p:txBody>
          <a:bodyPr wrap="none" rtlCol="0">
            <a:spAutoFit/>
          </a:bodyPr>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nl-BE" sz="3200" b="1" dirty="0">
                <a:latin typeface="Courier New" panose="02070309020205020404" pitchFamily="49" charset="0"/>
                <a:cs typeface="Courier New" panose="02070309020205020404" pitchFamily="49" charset="0"/>
              </a:rPr>
              <a:t>11111111.11111111.00000000.00000000 </a:t>
            </a:r>
            <a:r>
              <a:rPr lang="nl-BE" sz="3200" dirty="0">
                <a:latin typeface="Barlow Condensed" panose="00000506000000000000" pitchFamily="2" charset="0"/>
                <a:cs typeface="Courier New" panose="02070309020205020404" pitchFamily="49" charset="0"/>
              </a:rPr>
              <a:t>(0.0)</a:t>
            </a:r>
          </a:p>
        </p:txBody>
      </p:sp>
      <p:sp>
        <p:nvSpPr>
          <p:cNvPr id="5" name="Rechthoek 13">
            <a:extLst>
              <a:ext uri="{FF2B5EF4-FFF2-40B4-BE49-F238E27FC236}">
                <a16:creationId xmlns:a16="http://schemas.microsoft.com/office/drawing/2014/main" id="{0EE1379A-0580-1A77-8C0B-8CB0B742CCE6}"/>
              </a:ext>
            </a:extLst>
          </p:cNvPr>
          <p:cNvSpPr/>
          <p:nvPr/>
        </p:nvSpPr>
        <p:spPr>
          <a:xfrm>
            <a:off x="1142636" y="5258107"/>
            <a:ext cx="9925050" cy="873750"/>
          </a:xfrm>
          <a:prstGeom prst="rect">
            <a:avLst/>
          </a:prstGeom>
          <a:solidFill>
            <a:srgbClr val="1B2F4D">
              <a:alpha val="70980"/>
            </a:srgbClr>
          </a:solidFill>
        </p:spPr>
        <p:style>
          <a:lnRef idx="2">
            <a:schemeClr val="dk1">
              <a:shade val="50000"/>
            </a:schemeClr>
          </a:lnRef>
          <a:fillRef idx="1">
            <a:schemeClr val="dk1"/>
          </a:fillRef>
          <a:effectRef idx="0">
            <a:schemeClr val="dk1"/>
          </a:effectRef>
          <a:fontRef idx="minor">
            <a:schemeClr val="lt1"/>
          </a:fontRef>
        </p:style>
        <p:txBody>
          <a:bodyPr rtlCol="0" anchor="ctr"/>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nl-BE" sz="5400" dirty="0">
                <a:solidFill>
                  <a:schemeClr val="tx1"/>
                </a:solidFill>
                <a:latin typeface="Barlow Condensed" panose="00000506000000000000" pitchFamily="2" charset="0"/>
              </a:rPr>
              <a:t>3-bits </a:t>
            </a:r>
            <a:r>
              <a:rPr lang="nl-BE" sz="5400" dirty="0" err="1">
                <a:solidFill>
                  <a:schemeClr val="tx1"/>
                </a:solidFill>
                <a:latin typeface="Barlow Condensed" panose="00000506000000000000" pitchFamily="2" charset="0"/>
              </a:rPr>
              <a:t>subnetmasker</a:t>
            </a:r>
            <a:r>
              <a:rPr lang="nl-BE" sz="5400" dirty="0">
                <a:solidFill>
                  <a:schemeClr val="tx1"/>
                </a:solidFill>
                <a:latin typeface="Barlow Condensed" panose="00000506000000000000" pitchFamily="2" charset="0"/>
              </a:rPr>
              <a:t> = 2</a:t>
            </a:r>
            <a:r>
              <a:rPr lang="nl-BE" sz="5400" baseline="30000" dirty="0">
                <a:solidFill>
                  <a:schemeClr val="tx1"/>
                </a:solidFill>
                <a:latin typeface="Barlow Condensed" panose="00000506000000000000" pitchFamily="2" charset="0"/>
              </a:rPr>
              <a:t>3</a:t>
            </a:r>
            <a:r>
              <a:rPr lang="nl-BE" sz="5400" dirty="0">
                <a:solidFill>
                  <a:schemeClr val="tx1"/>
                </a:solidFill>
                <a:latin typeface="Barlow Condensed" panose="00000506000000000000" pitchFamily="2" charset="0"/>
              </a:rPr>
              <a:t> = 8 </a:t>
            </a:r>
            <a:r>
              <a:rPr lang="nl-BE" sz="5400" dirty="0" err="1">
                <a:solidFill>
                  <a:schemeClr val="tx1"/>
                </a:solidFill>
                <a:latin typeface="Barlow Condensed" panose="00000506000000000000" pitchFamily="2" charset="0"/>
              </a:rPr>
              <a:t>subnetten</a:t>
            </a:r>
            <a:endParaRPr lang="nl-BE" sz="5400" dirty="0">
              <a:solidFill>
                <a:schemeClr val="tx1"/>
              </a:solidFill>
              <a:latin typeface="Barlow Condensed" panose="00000506000000000000" pitchFamily="2" charset="0"/>
            </a:endParaRPr>
          </a:p>
        </p:txBody>
      </p:sp>
      <p:sp>
        <p:nvSpPr>
          <p:cNvPr id="6" name="Tekstvak 15">
            <a:extLst>
              <a:ext uri="{FF2B5EF4-FFF2-40B4-BE49-F238E27FC236}">
                <a16:creationId xmlns:a16="http://schemas.microsoft.com/office/drawing/2014/main" id="{7CF9B8D7-36D9-EA7E-F8CE-926EA344AE82}"/>
              </a:ext>
            </a:extLst>
          </p:cNvPr>
          <p:cNvSpPr txBox="1"/>
          <p:nvPr/>
        </p:nvSpPr>
        <p:spPr>
          <a:xfrm>
            <a:off x="1094471" y="1258763"/>
            <a:ext cx="9850774" cy="584775"/>
          </a:xfrm>
          <a:prstGeom prst="rect">
            <a:avLst/>
          </a:prstGeom>
          <a:noFill/>
        </p:spPr>
        <p:txBody>
          <a:bodyPr wrap="none" rtlCol="0">
            <a:spAutoFit/>
          </a:bodyPr>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nl-BE" sz="3200" b="1" dirty="0">
                <a:latin typeface="Courier New" panose="02070309020205020404" pitchFamily="49" charset="0"/>
                <a:cs typeface="Courier New" panose="02070309020205020404" pitchFamily="49" charset="0"/>
              </a:rPr>
              <a:t>11111111.11111111.00100000.00000000 </a:t>
            </a:r>
            <a:r>
              <a:rPr lang="nl-BE" sz="3200" dirty="0">
                <a:latin typeface="Barlow Condensed" panose="00000506000000000000" pitchFamily="2" charset="0"/>
                <a:cs typeface="Courier New" panose="02070309020205020404" pitchFamily="49" charset="0"/>
              </a:rPr>
              <a:t>(32.0)</a:t>
            </a:r>
          </a:p>
        </p:txBody>
      </p:sp>
      <p:sp>
        <p:nvSpPr>
          <p:cNvPr id="7" name="Tekstvak 16">
            <a:extLst>
              <a:ext uri="{FF2B5EF4-FFF2-40B4-BE49-F238E27FC236}">
                <a16:creationId xmlns:a16="http://schemas.microsoft.com/office/drawing/2014/main" id="{D790ED7E-C38F-C896-10D0-DF571F6A5CFA}"/>
              </a:ext>
            </a:extLst>
          </p:cNvPr>
          <p:cNvSpPr txBox="1"/>
          <p:nvPr/>
        </p:nvSpPr>
        <p:spPr>
          <a:xfrm>
            <a:off x="1094471" y="1812363"/>
            <a:ext cx="9841156" cy="584775"/>
          </a:xfrm>
          <a:prstGeom prst="rect">
            <a:avLst/>
          </a:prstGeom>
          <a:noFill/>
        </p:spPr>
        <p:txBody>
          <a:bodyPr wrap="none" rtlCol="0">
            <a:spAutoFit/>
          </a:bodyPr>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nl-BE" sz="3200" b="1" dirty="0">
                <a:latin typeface="Courier New" panose="02070309020205020404" pitchFamily="49" charset="0"/>
                <a:cs typeface="Courier New" panose="02070309020205020404" pitchFamily="49" charset="0"/>
              </a:rPr>
              <a:t>11111111.11111111.01000000.00000000 </a:t>
            </a:r>
            <a:r>
              <a:rPr lang="nl-BE" sz="3200" dirty="0">
                <a:latin typeface="Barlow Condensed" panose="00000506000000000000" pitchFamily="2" charset="0"/>
                <a:cs typeface="Courier New" panose="02070309020205020404" pitchFamily="49" charset="0"/>
              </a:rPr>
              <a:t>(64.0)</a:t>
            </a:r>
          </a:p>
        </p:txBody>
      </p:sp>
      <p:sp>
        <p:nvSpPr>
          <p:cNvPr id="8" name="Tekstvak 17">
            <a:extLst>
              <a:ext uri="{FF2B5EF4-FFF2-40B4-BE49-F238E27FC236}">
                <a16:creationId xmlns:a16="http://schemas.microsoft.com/office/drawing/2014/main" id="{EAA0ECF5-AE45-CCE4-29AA-BCBA242D91A6}"/>
              </a:ext>
            </a:extLst>
          </p:cNvPr>
          <p:cNvSpPr txBox="1"/>
          <p:nvPr/>
        </p:nvSpPr>
        <p:spPr>
          <a:xfrm>
            <a:off x="1094471" y="2391389"/>
            <a:ext cx="9946954" cy="584775"/>
          </a:xfrm>
          <a:prstGeom prst="rect">
            <a:avLst/>
          </a:prstGeom>
          <a:noFill/>
        </p:spPr>
        <p:txBody>
          <a:bodyPr wrap="none" rtlCol="0">
            <a:spAutoFit/>
          </a:bodyPr>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nl-BE" sz="3200" b="1" dirty="0">
                <a:latin typeface="Courier New" panose="02070309020205020404" pitchFamily="49" charset="0"/>
                <a:cs typeface="Courier New" panose="02070309020205020404" pitchFamily="49" charset="0"/>
              </a:rPr>
              <a:t>11111111.11111111.01100000.00000000 </a:t>
            </a:r>
            <a:r>
              <a:rPr lang="nl-BE" sz="3200" dirty="0">
                <a:latin typeface="Barlow Condensed" panose="00000506000000000000" pitchFamily="2" charset="0"/>
                <a:cs typeface="Courier New" panose="02070309020205020404" pitchFamily="49" charset="0"/>
              </a:rPr>
              <a:t>(96.0)</a:t>
            </a:r>
          </a:p>
        </p:txBody>
      </p:sp>
      <p:sp>
        <p:nvSpPr>
          <p:cNvPr id="9" name="Tekstvak 18">
            <a:extLst>
              <a:ext uri="{FF2B5EF4-FFF2-40B4-BE49-F238E27FC236}">
                <a16:creationId xmlns:a16="http://schemas.microsoft.com/office/drawing/2014/main" id="{1646557A-62D4-679A-E7E9-630691652EA4}"/>
              </a:ext>
            </a:extLst>
          </p:cNvPr>
          <p:cNvSpPr txBox="1"/>
          <p:nvPr/>
        </p:nvSpPr>
        <p:spPr>
          <a:xfrm>
            <a:off x="1094471" y="2950077"/>
            <a:ext cx="9946954" cy="584775"/>
          </a:xfrm>
          <a:prstGeom prst="rect">
            <a:avLst/>
          </a:prstGeom>
          <a:noFill/>
        </p:spPr>
        <p:txBody>
          <a:bodyPr wrap="none" rtlCol="0">
            <a:spAutoFit/>
          </a:bodyPr>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nl-BE" sz="3200" b="1" dirty="0">
                <a:latin typeface="Courier New" panose="02070309020205020404" pitchFamily="49" charset="0"/>
                <a:cs typeface="Courier New" panose="02070309020205020404" pitchFamily="49" charset="0"/>
              </a:rPr>
              <a:t>11111111.11111111.10000000.00000000 </a:t>
            </a:r>
            <a:r>
              <a:rPr lang="nl-BE" sz="3200" dirty="0">
                <a:latin typeface="Barlow Condensed" panose="00000506000000000000" pitchFamily="2" charset="0"/>
                <a:cs typeface="Courier New" panose="02070309020205020404" pitchFamily="49" charset="0"/>
              </a:rPr>
              <a:t>(128.0)</a:t>
            </a:r>
          </a:p>
        </p:txBody>
      </p:sp>
      <p:sp>
        <p:nvSpPr>
          <p:cNvPr id="10" name="Tekstvak 19">
            <a:extLst>
              <a:ext uri="{FF2B5EF4-FFF2-40B4-BE49-F238E27FC236}">
                <a16:creationId xmlns:a16="http://schemas.microsoft.com/office/drawing/2014/main" id="{EF757EB2-82C8-0F81-21D3-5887ED0D3073}"/>
              </a:ext>
            </a:extLst>
          </p:cNvPr>
          <p:cNvSpPr txBox="1"/>
          <p:nvPr/>
        </p:nvSpPr>
        <p:spPr>
          <a:xfrm>
            <a:off x="1094471" y="3503016"/>
            <a:ext cx="9946954" cy="584775"/>
          </a:xfrm>
          <a:prstGeom prst="rect">
            <a:avLst/>
          </a:prstGeom>
          <a:noFill/>
        </p:spPr>
        <p:txBody>
          <a:bodyPr wrap="none" rtlCol="0">
            <a:spAutoFit/>
          </a:bodyPr>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nl-BE" sz="3200" b="1" dirty="0">
                <a:latin typeface="Courier New" panose="02070309020205020404" pitchFamily="49" charset="0"/>
                <a:cs typeface="Courier New" panose="02070309020205020404" pitchFamily="49" charset="0"/>
              </a:rPr>
              <a:t>11111111.11111111.10100000.00000000 </a:t>
            </a:r>
            <a:r>
              <a:rPr lang="nl-BE" sz="3200" dirty="0">
                <a:latin typeface="Barlow Condensed" panose="00000506000000000000" pitchFamily="2" charset="0"/>
                <a:cs typeface="Courier New" panose="02070309020205020404" pitchFamily="49" charset="0"/>
              </a:rPr>
              <a:t>(160.0)</a:t>
            </a:r>
          </a:p>
        </p:txBody>
      </p:sp>
      <p:sp>
        <p:nvSpPr>
          <p:cNvPr id="11" name="Tekstvak 20">
            <a:extLst>
              <a:ext uri="{FF2B5EF4-FFF2-40B4-BE49-F238E27FC236}">
                <a16:creationId xmlns:a16="http://schemas.microsoft.com/office/drawing/2014/main" id="{E6880915-E5C7-198A-BA69-63148A931DAB}"/>
              </a:ext>
            </a:extLst>
          </p:cNvPr>
          <p:cNvSpPr txBox="1"/>
          <p:nvPr/>
        </p:nvSpPr>
        <p:spPr>
          <a:xfrm>
            <a:off x="1094471" y="4069632"/>
            <a:ext cx="9946954" cy="584775"/>
          </a:xfrm>
          <a:prstGeom prst="rect">
            <a:avLst/>
          </a:prstGeom>
          <a:noFill/>
        </p:spPr>
        <p:txBody>
          <a:bodyPr wrap="none" rtlCol="0">
            <a:spAutoFit/>
          </a:bodyPr>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nl-BE" sz="3200" b="1" dirty="0">
                <a:latin typeface="Courier New" panose="02070309020205020404" pitchFamily="49" charset="0"/>
                <a:cs typeface="Courier New" panose="02070309020205020404" pitchFamily="49" charset="0"/>
              </a:rPr>
              <a:t>11111111.11111111.11000000.00000000 </a:t>
            </a:r>
            <a:r>
              <a:rPr lang="nl-BE" sz="3200" dirty="0">
                <a:latin typeface="Barlow Condensed" panose="00000506000000000000" pitchFamily="2" charset="0"/>
                <a:cs typeface="Courier New" panose="02070309020205020404" pitchFamily="49" charset="0"/>
              </a:rPr>
              <a:t>(192.0)</a:t>
            </a:r>
          </a:p>
        </p:txBody>
      </p:sp>
      <p:sp>
        <p:nvSpPr>
          <p:cNvPr id="12" name="Tekstvak 22">
            <a:extLst>
              <a:ext uri="{FF2B5EF4-FFF2-40B4-BE49-F238E27FC236}">
                <a16:creationId xmlns:a16="http://schemas.microsoft.com/office/drawing/2014/main" id="{2554897E-A180-5646-9CDE-33BD38297A3B}"/>
              </a:ext>
            </a:extLst>
          </p:cNvPr>
          <p:cNvSpPr txBox="1"/>
          <p:nvPr/>
        </p:nvSpPr>
        <p:spPr>
          <a:xfrm>
            <a:off x="1094471" y="4625206"/>
            <a:ext cx="10003059" cy="584775"/>
          </a:xfrm>
          <a:prstGeom prst="rect">
            <a:avLst/>
          </a:prstGeom>
          <a:noFill/>
        </p:spPr>
        <p:txBody>
          <a:bodyPr wrap="none" rtlCol="0">
            <a:spAutoFit/>
          </a:bodyPr>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nl-BE" sz="3200" b="1" dirty="0">
                <a:latin typeface="Courier New" panose="02070309020205020404" pitchFamily="49" charset="0"/>
                <a:cs typeface="Courier New" panose="02070309020205020404" pitchFamily="49" charset="0"/>
              </a:rPr>
              <a:t>11111111.11111111.11100000.00000000 </a:t>
            </a:r>
            <a:r>
              <a:rPr lang="nl-BE" sz="3200" dirty="0">
                <a:latin typeface="Barlow Condensed" panose="00000506000000000000" pitchFamily="2" charset="0"/>
                <a:cs typeface="Courier New" panose="02070309020205020404" pitchFamily="49" charset="0"/>
              </a:rPr>
              <a:t>(224.0)</a:t>
            </a:r>
          </a:p>
        </p:txBody>
      </p:sp>
      <p:cxnSp>
        <p:nvCxnSpPr>
          <p:cNvPr id="13" name="Rechte verbindingslijn 6">
            <a:extLst>
              <a:ext uri="{FF2B5EF4-FFF2-40B4-BE49-F238E27FC236}">
                <a16:creationId xmlns:a16="http://schemas.microsoft.com/office/drawing/2014/main" id="{59423A9F-5ABB-74B3-6286-38BA6E0C2B68}"/>
              </a:ext>
            </a:extLst>
          </p:cNvPr>
          <p:cNvCxnSpPr>
            <a:cxnSpLocks/>
            <a:stCxn id="4" idx="1"/>
          </p:cNvCxnSpPr>
          <p:nvPr/>
        </p:nvCxnSpPr>
        <p:spPr>
          <a:xfrm flipV="1">
            <a:off x="1094471" y="1018531"/>
            <a:ext cx="9735591" cy="1"/>
          </a:xfrm>
          <a:prstGeom prst="line">
            <a:avLst/>
          </a:prstGeom>
          <a:ln w="762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4" name="Rechte verbindingslijn 23">
            <a:extLst>
              <a:ext uri="{FF2B5EF4-FFF2-40B4-BE49-F238E27FC236}">
                <a16:creationId xmlns:a16="http://schemas.microsoft.com/office/drawing/2014/main" id="{1FD4765B-D1DB-9DE3-5452-5B6C1A2CCC5F}"/>
              </a:ext>
            </a:extLst>
          </p:cNvPr>
          <p:cNvCxnSpPr/>
          <p:nvPr/>
        </p:nvCxnSpPr>
        <p:spPr>
          <a:xfrm flipV="1">
            <a:off x="1142636" y="4932193"/>
            <a:ext cx="9735591" cy="1"/>
          </a:xfrm>
          <a:prstGeom prst="line">
            <a:avLst/>
          </a:prstGeom>
          <a:ln w="762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5" name="Rechte verbindingslijn 24">
            <a:extLst>
              <a:ext uri="{FF2B5EF4-FFF2-40B4-BE49-F238E27FC236}">
                <a16:creationId xmlns:a16="http://schemas.microsoft.com/office/drawing/2014/main" id="{15A3EF78-A436-61AA-9E64-BD6010DBD721}"/>
              </a:ext>
            </a:extLst>
          </p:cNvPr>
          <p:cNvCxnSpPr/>
          <p:nvPr/>
        </p:nvCxnSpPr>
        <p:spPr>
          <a:xfrm flipV="1">
            <a:off x="6715262" y="5354359"/>
            <a:ext cx="1696453" cy="727976"/>
          </a:xfrm>
          <a:prstGeom prst="line">
            <a:avLst/>
          </a:prstGeom>
          <a:ln w="76200">
            <a:solidFill>
              <a:srgbClr val="C00000"/>
            </a:solidFill>
          </a:ln>
        </p:spPr>
        <p:style>
          <a:lnRef idx="1">
            <a:schemeClr val="accent1"/>
          </a:lnRef>
          <a:fillRef idx="0">
            <a:schemeClr val="accent1"/>
          </a:fillRef>
          <a:effectRef idx="0">
            <a:schemeClr val="accent1"/>
          </a:effectRef>
          <a:fontRef idx="minor">
            <a:schemeClr val="tx1"/>
          </a:fontRef>
        </p:style>
      </p:cxnSp>
      <p:sp>
        <p:nvSpPr>
          <p:cNvPr id="16" name="Tekstvak 26">
            <a:extLst>
              <a:ext uri="{FF2B5EF4-FFF2-40B4-BE49-F238E27FC236}">
                <a16:creationId xmlns:a16="http://schemas.microsoft.com/office/drawing/2014/main" id="{885EC19D-8756-C22C-1EE0-7EA15E392392}"/>
              </a:ext>
            </a:extLst>
          </p:cNvPr>
          <p:cNvSpPr txBox="1"/>
          <p:nvPr/>
        </p:nvSpPr>
        <p:spPr>
          <a:xfrm>
            <a:off x="7289260" y="4798402"/>
            <a:ext cx="1840810" cy="1015663"/>
          </a:xfrm>
          <a:prstGeom prst="rect">
            <a:avLst/>
          </a:prstGeom>
          <a:noFill/>
        </p:spPr>
        <p:txBody>
          <a:bodyPr wrap="square" rtlCol="0">
            <a:spAutoFit/>
          </a:bodyPr>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nl-BE" sz="6000" dirty="0">
                <a:latin typeface="Barlow Condensed" panose="00000506000000000000" pitchFamily="2" charset="0"/>
              </a:rPr>
              <a:t>6</a:t>
            </a:r>
          </a:p>
        </p:txBody>
      </p:sp>
    </p:spTree>
    <p:extLst>
      <p:ext uri="{BB962C8B-B14F-4D97-AF65-F5344CB8AC3E}">
        <p14:creationId xmlns:p14="http://schemas.microsoft.com/office/powerpoint/2010/main" val="129411829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8144D3-5109-0F49-743B-2F349DC41146}"/>
              </a:ext>
            </a:extLst>
          </p:cNvPr>
          <p:cNvSpPr>
            <a:spLocks noGrp="1"/>
          </p:cNvSpPr>
          <p:nvPr>
            <p:ph type="title"/>
          </p:nvPr>
        </p:nvSpPr>
        <p:spPr/>
        <p:txBody>
          <a:bodyPr/>
          <a:lstStyle/>
          <a:p>
            <a:r>
              <a:rPr lang="en-US" dirty="0"/>
              <a:t>MAC-</a:t>
            </a:r>
            <a:r>
              <a:rPr lang="en-US" dirty="0" err="1"/>
              <a:t>adres</a:t>
            </a:r>
            <a:endParaRPr lang="LID4096" dirty="0"/>
          </a:p>
        </p:txBody>
      </p:sp>
      <p:sp>
        <p:nvSpPr>
          <p:cNvPr id="3" name="Content Placeholder 2">
            <a:extLst>
              <a:ext uri="{FF2B5EF4-FFF2-40B4-BE49-F238E27FC236}">
                <a16:creationId xmlns:a16="http://schemas.microsoft.com/office/drawing/2014/main" id="{9AC8BA0B-D058-A345-C773-C8F18596F6E2}"/>
              </a:ext>
            </a:extLst>
          </p:cNvPr>
          <p:cNvSpPr>
            <a:spLocks noGrp="1"/>
          </p:cNvSpPr>
          <p:nvPr>
            <p:ph idx="1"/>
          </p:nvPr>
        </p:nvSpPr>
        <p:spPr/>
        <p:txBody>
          <a:bodyPr/>
          <a:lstStyle/>
          <a:p>
            <a:r>
              <a:rPr lang="en-US" dirty="0" err="1"/>
              <a:t>Vastgeleged</a:t>
            </a:r>
            <a:r>
              <a:rPr lang="en-US" dirty="0"/>
              <a:t> door </a:t>
            </a:r>
            <a:r>
              <a:rPr lang="en-US" dirty="0" err="1"/>
              <a:t>fabrikant</a:t>
            </a:r>
            <a:endParaRPr lang="en-US" dirty="0"/>
          </a:p>
          <a:p>
            <a:endParaRPr lang="LID4096" dirty="0"/>
          </a:p>
        </p:txBody>
      </p:sp>
      <p:sp>
        <p:nvSpPr>
          <p:cNvPr id="4" name="Tekstvak 12">
            <a:extLst>
              <a:ext uri="{FF2B5EF4-FFF2-40B4-BE49-F238E27FC236}">
                <a16:creationId xmlns:a16="http://schemas.microsoft.com/office/drawing/2014/main" id="{C1902F60-0B4B-F723-0229-B510DAA610C7}"/>
              </a:ext>
            </a:extLst>
          </p:cNvPr>
          <p:cNvSpPr txBox="1"/>
          <p:nvPr/>
        </p:nvSpPr>
        <p:spPr>
          <a:xfrm>
            <a:off x="2729121" y="2880806"/>
            <a:ext cx="6452407" cy="830997"/>
          </a:xfrm>
          <a:prstGeom prst="rect">
            <a:avLst/>
          </a:prstGeom>
          <a:noFill/>
        </p:spPr>
        <p:txBody>
          <a:bodyPr wrap="none" rtlCol="0">
            <a:spAutoFit/>
          </a:bodyPr>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nl-BE" sz="4800" b="1" dirty="0">
                <a:latin typeface="Courier New" panose="02070309020205020404" pitchFamily="49" charset="0"/>
                <a:cs typeface="Courier New" panose="02070309020205020404" pitchFamily="49" charset="0"/>
              </a:rPr>
              <a:t>00:64:22:15:D7:8A</a:t>
            </a:r>
          </a:p>
        </p:txBody>
      </p:sp>
      <p:sp>
        <p:nvSpPr>
          <p:cNvPr id="5" name="Tekstvak 14">
            <a:extLst>
              <a:ext uri="{FF2B5EF4-FFF2-40B4-BE49-F238E27FC236}">
                <a16:creationId xmlns:a16="http://schemas.microsoft.com/office/drawing/2014/main" id="{D82032FB-4D43-15C9-0249-7C8A1B10E24D}"/>
              </a:ext>
            </a:extLst>
          </p:cNvPr>
          <p:cNvSpPr txBox="1"/>
          <p:nvPr/>
        </p:nvSpPr>
        <p:spPr>
          <a:xfrm>
            <a:off x="1623048" y="4646750"/>
            <a:ext cx="8664551" cy="830997"/>
          </a:xfrm>
          <a:prstGeom prst="rect">
            <a:avLst/>
          </a:prstGeom>
          <a:noFill/>
        </p:spPr>
        <p:txBody>
          <a:bodyPr wrap="none" rtlCol="0">
            <a:spAutoFit/>
          </a:bodyPr>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nl-BE" sz="4800" b="1" dirty="0">
                <a:latin typeface="Courier New" panose="02070309020205020404" pitchFamily="49" charset="0"/>
                <a:cs typeface="Courier New" panose="02070309020205020404" pitchFamily="49" charset="0"/>
              </a:rPr>
              <a:t>0E:24:2A:77:9B:12:3C:F4</a:t>
            </a:r>
          </a:p>
        </p:txBody>
      </p:sp>
    </p:spTree>
    <p:extLst>
      <p:ext uri="{BB962C8B-B14F-4D97-AF65-F5344CB8AC3E}">
        <p14:creationId xmlns:p14="http://schemas.microsoft.com/office/powerpoint/2010/main" val="72704977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hthoek 10">
            <a:extLst>
              <a:ext uri="{FF2B5EF4-FFF2-40B4-BE49-F238E27FC236}">
                <a16:creationId xmlns:a16="http://schemas.microsoft.com/office/drawing/2014/main" id="{31583096-ED11-B8B6-EA89-510193F01EBB}"/>
              </a:ext>
            </a:extLst>
          </p:cNvPr>
          <p:cNvSpPr/>
          <p:nvPr/>
        </p:nvSpPr>
        <p:spPr>
          <a:xfrm>
            <a:off x="992798" y="1465616"/>
            <a:ext cx="4629151" cy="2251710"/>
          </a:xfrm>
          <a:prstGeom prst="rect">
            <a:avLst/>
          </a:prstGeom>
        </p:spPr>
        <p:style>
          <a:lnRef idx="2">
            <a:schemeClr val="dk1"/>
          </a:lnRef>
          <a:fillRef idx="1">
            <a:schemeClr val="lt1"/>
          </a:fillRef>
          <a:effectRef idx="0">
            <a:schemeClr val="dk1"/>
          </a:effectRef>
          <a:fontRef idx="minor">
            <a:schemeClr val="dk1"/>
          </a:fontRef>
        </p:style>
        <p:txBody>
          <a:bodyPr rtlCol="0" anchor="ctr"/>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nl-BE" sz="8000" dirty="0">
                <a:solidFill>
                  <a:schemeClr val="tx1"/>
                </a:solidFill>
                <a:latin typeface="Barlow Condensed" panose="00000506000000000000" pitchFamily="2" charset="0"/>
              </a:rPr>
              <a:t>IP</a:t>
            </a:r>
          </a:p>
        </p:txBody>
      </p:sp>
      <p:sp>
        <p:nvSpPr>
          <p:cNvPr id="5" name="Rechthoek 11">
            <a:extLst>
              <a:ext uri="{FF2B5EF4-FFF2-40B4-BE49-F238E27FC236}">
                <a16:creationId xmlns:a16="http://schemas.microsoft.com/office/drawing/2014/main" id="{0DBA59D7-40B2-4CF9-2618-4CC1BF1E0F81}"/>
              </a:ext>
            </a:extLst>
          </p:cNvPr>
          <p:cNvSpPr/>
          <p:nvPr/>
        </p:nvSpPr>
        <p:spPr>
          <a:xfrm>
            <a:off x="6288697" y="1465616"/>
            <a:ext cx="4629151" cy="2251710"/>
          </a:xfrm>
          <a:prstGeom prst="rect">
            <a:avLst/>
          </a:prstGeom>
        </p:spPr>
        <p:style>
          <a:lnRef idx="2">
            <a:schemeClr val="dk1"/>
          </a:lnRef>
          <a:fillRef idx="1">
            <a:schemeClr val="lt1"/>
          </a:fillRef>
          <a:effectRef idx="0">
            <a:schemeClr val="dk1"/>
          </a:effectRef>
          <a:fontRef idx="minor">
            <a:schemeClr val="dk1"/>
          </a:fontRef>
        </p:style>
        <p:txBody>
          <a:bodyPr rtlCol="0" anchor="ctr"/>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nl-BE" sz="8000" dirty="0">
                <a:solidFill>
                  <a:schemeClr val="tx1"/>
                </a:solidFill>
                <a:latin typeface="Barlow Condensed" panose="00000506000000000000" pitchFamily="2" charset="0"/>
              </a:rPr>
              <a:t>MAC</a:t>
            </a:r>
          </a:p>
        </p:txBody>
      </p:sp>
      <p:sp>
        <p:nvSpPr>
          <p:cNvPr id="6" name="Tekstvak 15">
            <a:extLst>
              <a:ext uri="{FF2B5EF4-FFF2-40B4-BE49-F238E27FC236}">
                <a16:creationId xmlns:a16="http://schemas.microsoft.com/office/drawing/2014/main" id="{03940068-3526-DC15-1939-7EE548EB1E5F}"/>
              </a:ext>
            </a:extLst>
          </p:cNvPr>
          <p:cNvSpPr txBox="1"/>
          <p:nvPr/>
        </p:nvSpPr>
        <p:spPr>
          <a:xfrm>
            <a:off x="1645706" y="3717326"/>
            <a:ext cx="3323334" cy="830997"/>
          </a:xfrm>
          <a:prstGeom prst="rect">
            <a:avLst/>
          </a:prstGeom>
          <a:noFill/>
        </p:spPr>
        <p:txBody>
          <a:bodyPr wrap="square" rtlCol="0">
            <a:spAutoFit/>
          </a:bodyPr>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nl-BE" sz="4800" dirty="0">
                <a:latin typeface="Barlow Condensed" panose="00000506000000000000" pitchFamily="2" charset="0"/>
              </a:rPr>
              <a:t>logisch adres</a:t>
            </a:r>
            <a:endParaRPr lang="nl-BE" sz="3600" dirty="0">
              <a:latin typeface="Barlow Condensed" panose="00000506000000000000" pitchFamily="2" charset="0"/>
            </a:endParaRPr>
          </a:p>
        </p:txBody>
      </p:sp>
      <p:sp>
        <p:nvSpPr>
          <p:cNvPr id="7" name="Tekstvak 16">
            <a:extLst>
              <a:ext uri="{FF2B5EF4-FFF2-40B4-BE49-F238E27FC236}">
                <a16:creationId xmlns:a16="http://schemas.microsoft.com/office/drawing/2014/main" id="{BBA8A93B-C07F-E43A-F350-1D7E13B90A12}"/>
              </a:ext>
            </a:extLst>
          </p:cNvPr>
          <p:cNvSpPr txBox="1"/>
          <p:nvPr/>
        </p:nvSpPr>
        <p:spPr>
          <a:xfrm>
            <a:off x="6941605" y="3717325"/>
            <a:ext cx="3323334" cy="830997"/>
          </a:xfrm>
          <a:prstGeom prst="rect">
            <a:avLst/>
          </a:prstGeom>
          <a:noFill/>
        </p:spPr>
        <p:txBody>
          <a:bodyPr wrap="square" rtlCol="0">
            <a:spAutoFit/>
          </a:bodyPr>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nl-BE" sz="4800" dirty="0">
                <a:latin typeface="Barlow Condensed" panose="00000506000000000000" pitchFamily="2" charset="0"/>
              </a:rPr>
              <a:t>fysiek adres</a:t>
            </a:r>
          </a:p>
        </p:txBody>
      </p:sp>
      <p:pic>
        <p:nvPicPr>
          <p:cNvPr id="8" name="Picture 7" descr="Free pijl 1187093 PNG with Transparent Background">
            <a:extLst>
              <a:ext uri="{FF2B5EF4-FFF2-40B4-BE49-F238E27FC236}">
                <a16:creationId xmlns:a16="http://schemas.microsoft.com/office/drawing/2014/main" id="{9BA1780A-AD84-BB1E-D703-A6FA58FE47AB}"/>
              </a:ext>
            </a:extLst>
          </p:cNvPr>
          <p:cNvPicPr>
            <a:picLocks noChangeAspect="1" noChangeArrowheads="1"/>
          </p:cNvPicPr>
          <p:nvPr/>
        </p:nvPicPr>
        <p:blipFill>
          <a:blip r:embed="rId3">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843793" y="1583510"/>
            <a:ext cx="2236025" cy="2131595"/>
          </a:xfrm>
          <a:prstGeom prst="rect">
            <a:avLst/>
          </a:prstGeom>
          <a:noFill/>
          <a:extLst>
            <a:ext uri="{909E8E84-426E-40DD-AFC4-6F175D3DCCD1}">
              <a14:hiddenFill xmlns:a14="http://schemas.microsoft.com/office/drawing/2010/main">
                <a:solidFill>
                  <a:srgbClr val="FFFFFF"/>
                </a:solidFill>
              </a14:hiddenFill>
            </a:ext>
          </a:extLst>
        </p:spPr>
      </p:pic>
      <p:sp>
        <p:nvSpPr>
          <p:cNvPr id="9" name="Tekstvak 17">
            <a:extLst>
              <a:ext uri="{FF2B5EF4-FFF2-40B4-BE49-F238E27FC236}">
                <a16:creationId xmlns:a16="http://schemas.microsoft.com/office/drawing/2014/main" id="{1774E337-03AC-C4B5-2C03-9591238A728B}"/>
              </a:ext>
            </a:extLst>
          </p:cNvPr>
          <p:cNvSpPr txBox="1"/>
          <p:nvPr/>
        </p:nvSpPr>
        <p:spPr>
          <a:xfrm>
            <a:off x="857751" y="5180540"/>
            <a:ext cx="10476497" cy="1107996"/>
          </a:xfrm>
          <a:prstGeom prst="rect">
            <a:avLst/>
          </a:prstGeom>
          <a:noFill/>
        </p:spPr>
        <p:txBody>
          <a:bodyPr wrap="square" rtlCol="0">
            <a:spAutoFit/>
          </a:bodyPr>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nl-BE" sz="6600" dirty="0">
                <a:latin typeface="Barlow Condensed" panose="00000506000000000000" pitchFamily="2" charset="0"/>
              </a:rPr>
              <a:t>ARP – </a:t>
            </a:r>
            <a:r>
              <a:rPr lang="nl-BE" sz="6600" dirty="0" err="1">
                <a:latin typeface="Barlow Condensed" panose="00000506000000000000" pitchFamily="2" charset="0"/>
              </a:rPr>
              <a:t>address</a:t>
            </a:r>
            <a:r>
              <a:rPr lang="nl-BE" sz="6600" dirty="0">
                <a:latin typeface="Barlow Condensed" panose="00000506000000000000" pitchFamily="2" charset="0"/>
              </a:rPr>
              <a:t> </a:t>
            </a:r>
            <a:r>
              <a:rPr lang="nl-BE" sz="6600" dirty="0" err="1">
                <a:latin typeface="Barlow Condensed" panose="00000506000000000000" pitchFamily="2" charset="0"/>
              </a:rPr>
              <a:t>resolution</a:t>
            </a:r>
            <a:r>
              <a:rPr lang="nl-BE" sz="6600" dirty="0">
                <a:latin typeface="Barlow Condensed" panose="00000506000000000000" pitchFamily="2" charset="0"/>
              </a:rPr>
              <a:t> protocol</a:t>
            </a:r>
          </a:p>
        </p:txBody>
      </p:sp>
    </p:spTree>
    <p:extLst>
      <p:ext uri="{BB962C8B-B14F-4D97-AF65-F5344CB8AC3E}">
        <p14:creationId xmlns:p14="http://schemas.microsoft.com/office/powerpoint/2010/main" val="34233778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73A641-1C82-8FF9-04FE-D22625BCA2B9}"/>
              </a:ext>
            </a:extLst>
          </p:cNvPr>
          <p:cNvSpPr>
            <a:spLocks noGrp="1"/>
          </p:cNvSpPr>
          <p:nvPr>
            <p:ph type="title"/>
          </p:nvPr>
        </p:nvSpPr>
        <p:spPr/>
        <p:txBody>
          <a:bodyPr/>
          <a:lstStyle/>
          <a:p>
            <a:r>
              <a:rPr lang="en-US" dirty="0"/>
              <a:t>ARP-request</a:t>
            </a:r>
            <a:endParaRPr lang="LID4096" dirty="0"/>
          </a:p>
        </p:txBody>
      </p:sp>
      <p:sp>
        <p:nvSpPr>
          <p:cNvPr id="4" name="Ovaal 13">
            <a:extLst>
              <a:ext uri="{FF2B5EF4-FFF2-40B4-BE49-F238E27FC236}">
                <a16:creationId xmlns:a16="http://schemas.microsoft.com/office/drawing/2014/main" id="{87E1A0FC-4443-2605-70FD-03217A9DB222}"/>
              </a:ext>
            </a:extLst>
          </p:cNvPr>
          <p:cNvSpPr/>
          <p:nvPr/>
        </p:nvSpPr>
        <p:spPr>
          <a:xfrm>
            <a:off x="8886112" y="2973835"/>
            <a:ext cx="715422" cy="709858"/>
          </a:xfrm>
          <a:prstGeom prst="ellipse">
            <a:avLst/>
          </a:prstGeom>
        </p:spPr>
        <p:style>
          <a:lnRef idx="0">
            <a:schemeClr val="accent4"/>
          </a:lnRef>
          <a:fillRef idx="3">
            <a:schemeClr val="accent4"/>
          </a:fillRef>
          <a:effectRef idx="3">
            <a:schemeClr val="accent4"/>
          </a:effectRef>
          <a:fontRef idx="minor">
            <a:schemeClr val="lt1"/>
          </a:fontRef>
        </p:style>
        <p:txBody>
          <a:bodyPr rtlCol="0" anchor="ctr"/>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nl-BE" sz="3600" dirty="0">
                <a:latin typeface="Barlow Condensed" panose="00000506000000000000" pitchFamily="2" charset="0"/>
              </a:rPr>
              <a:t>A</a:t>
            </a:r>
          </a:p>
        </p:txBody>
      </p:sp>
      <p:sp>
        <p:nvSpPr>
          <p:cNvPr id="5" name="Ovaal 14">
            <a:extLst>
              <a:ext uri="{FF2B5EF4-FFF2-40B4-BE49-F238E27FC236}">
                <a16:creationId xmlns:a16="http://schemas.microsoft.com/office/drawing/2014/main" id="{F89280D4-FE10-53AC-8758-3DAECD154643}"/>
              </a:ext>
            </a:extLst>
          </p:cNvPr>
          <p:cNvSpPr/>
          <p:nvPr/>
        </p:nvSpPr>
        <p:spPr>
          <a:xfrm>
            <a:off x="1464382" y="2945431"/>
            <a:ext cx="715422" cy="709858"/>
          </a:xfrm>
          <a:prstGeom prst="ellipse">
            <a:avLst/>
          </a:prstGeom>
        </p:spPr>
        <p:style>
          <a:lnRef idx="0">
            <a:schemeClr val="accent4"/>
          </a:lnRef>
          <a:fillRef idx="3">
            <a:schemeClr val="accent4"/>
          </a:fillRef>
          <a:effectRef idx="3">
            <a:schemeClr val="accent4"/>
          </a:effectRef>
          <a:fontRef idx="minor">
            <a:schemeClr val="lt1"/>
          </a:fontRef>
        </p:style>
        <p:txBody>
          <a:bodyPr rtlCol="0" anchor="ctr"/>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nl-BE" sz="3600" dirty="0">
                <a:latin typeface="Barlow Condensed" panose="00000506000000000000" pitchFamily="2" charset="0"/>
              </a:rPr>
              <a:t>B</a:t>
            </a:r>
          </a:p>
        </p:txBody>
      </p:sp>
      <p:pic>
        <p:nvPicPr>
          <p:cNvPr id="6" name="Afbeelding 18">
            <a:extLst>
              <a:ext uri="{FF2B5EF4-FFF2-40B4-BE49-F238E27FC236}">
                <a16:creationId xmlns:a16="http://schemas.microsoft.com/office/drawing/2014/main" id="{1CCD570C-705B-DA49-299B-5A6E34091A83}"/>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62278" y="3029143"/>
            <a:ext cx="1033705" cy="1041960"/>
          </a:xfrm>
          <a:prstGeom prst="rect">
            <a:avLst/>
          </a:prstGeom>
          <a:noFill/>
          <a:ln>
            <a:noFill/>
          </a:ln>
        </p:spPr>
      </p:pic>
      <p:pic>
        <p:nvPicPr>
          <p:cNvPr id="7" name="Afbeelding 19">
            <a:extLst>
              <a:ext uri="{FF2B5EF4-FFF2-40B4-BE49-F238E27FC236}">
                <a16:creationId xmlns:a16="http://schemas.microsoft.com/office/drawing/2014/main" id="{9C026620-CD21-2D5E-CA70-99910F1BBE5B}"/>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62295" y="1495798"/>
            <a:ext cx="1033705" cy="1041960"/>
          </a:xfrm>
          <a:prstGeom prst="rect">
            <a:avLst/>
          </a:prstGeom>
          <a:noFill/>
          <a:ln>
            <a:noFill/>
          </a:ln>
        </p:spPr>
      </p:pic>
      <p:pic>
        <p:nvPicPr>
          <p:cNvPr id="8" name="Afbeelding 20">
            <a:extLst>
              <a:ext uri="{FF2B5EF4-FFF2-40B4-BE49-F238E27FC236}">
                <a16:creationId xmlns:a16="http://schemas.microsoft.com/office/drawing/2014/main" id="{BDF3CF4D-CDB6-7580-0EE4-5418E77B22DB}"/>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69933" y="3134309"/>
            <a:ext cx="1033705" cy="1041960"/>
          </a:xfrm>
          <a:prstGeom prst="rect">
            <a:avLst/>
          </a:prstGeom>
          <a:noFill/>
          <a:ln>
            <a:noFill/>
          </a:ln>
        </p:spPr>
      </p:pic>
      <p:pic>
        <p:nvPicPr>
          <p:cNvPr id="9" name="Afbeelding 21">
            <a:extLst>
              <a:ext uri="{FF2B5EF4-FFF2-40B4-BE49-F238E27FC236}">
                <a16:creationId xmlns:a16="http://schemas.microsoft.com/office/drawing/2014/main" id="{C303F37C-BCA1-202B-66CF-3195B1BFF4DF}"/>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83649" y="5015570"/>
            <a:ext cx="1033705" cy="1041960"/>
          </a:xfrm>
          <a:prstGeom prst="rect">
            <a:avLst/>
          </a:prstGeom>
          <a:noFill/>
          <a:ln>
            <a:noFill/>
          </a:ln>
        </p:spPr>
      </p:pic>
      <p:pic>
        <p:nvPicPr>
          <p:cNvPr id="10" name="Afbeelding 22">
            <a:extLst>
              <a:ext uri="{FF2B5EF4-FFF2-40B4-BE49-F238E27FC236}">
                <a16:creationId xmlns:a16="http://schemas.microsoft.com/office/drawing/2014/main" id="{367212D6-E68F-4932-CBF4-0F896D55B9F0}"/>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71457" y="5015570"/>
            <a:ext cx="1033705" cy="1041960"/>
          </a:xfrm>
          <a:prstGeom prst="rect">
            <a:avLst/>
          </a:prstGeom>
          <a:noFill/>
          <a:ln>
            <a:noFill/>
          </a:ln>
        </p:spPr>
      </p:pic>
      <p:cxnSp>
        <p:nvCxnSpPr>
          <p:cNvPr id="11" name="Rechte verbindingslijn 23">
            <a:extLst>
              <a:ext uri="{FF2B5EF4-FFF2-40B4-BE49-F238E27FC236}">
                <a16:creationId xmlns:a16="http://schemas.microsoft.com/office/drawing/2014/main" id="{873A9C31-AB5C-66C9-DE30-217F610BBAEB}"/>
              </a:ext>
            </a:extLst>
          </p:cNvPr>
          <p:cNvCxnSpPr/>
          <p:nvPr/>
        </p:nvCxnSpPr>
        <p:spPr>
          <a:xfrm flipV="1">
            <a:off x="5645752" y="2535249"/>
            <a:ext cx="0" cy="877478"/>
          </a:xfrm>
          <a:prstGeom prst="line">
            <a:avLst/>
          </a:prstGeom>
          <a:ln w="38100">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2" name="Rechte verbindingslijn 24">
            <a:extLst>
              <a:ext uri="{FF2B5EF4-FFF2-40B4-BE49-F238E27FC236}">
                <a16:creationId xmlns:a16="http://schemas.microsoft.com/office/drawing/2014/main" id="{E32FC3DF-9F1A-E4C2-F4D9-3766CCEC7DB4}"/>
              </a:ext>
            </a:extLst>
          </p:cNvPr>
          <p:cNvCxnSpPr/>
          <p:nvPr/>
        </p:nvCxnSpPr>
        <p:spPr>
          <a:xfrm flipV="1">
            <a:off x="6149990" y="3702691"/>
            <a:ext cx="1753611" cy="35154"/>
          </a:xfrm>
          <a:prstGeom prst="line">
            <a:avLst/>
          </a:prstGeom>
          <a:ln w="38100">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3" name="Rechte verbindingslijn 25">
            <a:extLst>
              <a:ext uri="{FF2B5EF4-FFF2-40B4-BE49-F238E27FC236}">
                <a16:creationId xmlns:a16="http://schemas.microsoft.com/office/drawing/2014/main" id="{50E25775-9BE1-F86E-82E0-F4EC5BF8EB55}"/>
              </a:ext>
            </a:extLst>
          </p:cNvPr>
          <p:cNvCxnSpPr/>
          <p:nvPr/>
        </p:nvCxnSpPr>
        <p:spPr>
          <a:xfrm flipH="1">
            <a:off x="4532433" y="4021555"/>
            <a:ext cx="529862" cy="994015"/>
          </a:xfrm>
          <a:prstGeom prst="line">
            <a:avLst/>
          </a:prstGeom>
          <a:ln w="38100">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4" name="Rechte verbindingslijn 26">
            <a:extLst>
              <a:ext uri="{FF2B5EF4-FFF2-40B4-BE49-F238E27FC236}">
                <a16:creationId xmlns:a16="http://schemas.microsoft.com/office/drawing/2014/main" id="{775D9828-BC7B-5E8D-734F-7EAB33C3F424}"/>
              </a:ext>
            </a:extLst>
          </p:cNvPr>
          <p:cNvCxnSpPr/>
          <p:nvPr/>
        </p:nvCxnSpPr>
        <p:spPr>
          <a:xfrm>
            <a:off x="6096000" y="4001560"/>
            <a:ext cx="978404" cy="1122002"/>
          </a:xfrm>
          <a:prstGeom prst="line">
            <a:avLst/>
          </a:prstGeom>
          <a:ln w="38100">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pic>
        <p:nvPicPr>
          <p:cNvPr id="15" name="Afbeelding 27">
            <a:extLst>
              <a:ext uri="{FF2B5EF4-FFF2-40B4-BE49-F238E27FC236}">
                <a16:creationId xmlns:a16="http://schemas.microsoft.com/office/drawing/2014/main" id="{345CDB5E-A3BF-4674-D3CB-DA1A1C05381C}"/>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170274" y="3505633"/>
            <a:ext cx="925726" cy="488560"/>
          </a:xfrm>
          <a:prstGeom prst="rect">
            <a:avLst/>
          </a:prstGeom>
          <a:noFill/>
          <a:ln>
            <a:noFill/>
          </a:ln>
        </p:spPr>
      </p:pic>
      <p:cxnSp>
        <p:nvCxnSpPr>
          <p:cNvPr id="16" name="Rechte verbindingslijn 28">
            <a:extLst>
              <a:ext uri="{FF2B5EF4-FFF2-40B4-BE49-F238E27FC236}">
                <a16:creationId xmlns:a16="http://schemas.microsoft.com/office/drawing/2014/main" id="{1A76BB2D-938D-52C7-CD12-57B5E6DBD44F}"/>
              </a:ext>
            </a:extLst>
          </p:cNvPr>
          <p:cNvCxnSpPr/>
          <p:nvPr/>
        </p:nvCxnSpPr>
        <p:spPr>
          <a:xfrm>
            <a:off x="3256323" y="3737845"/>
            <a:ext cx="1809585" cy="19726"/>
          </a:xfrm>
          <a:prstGeom prst="line">
            <a:avLst/>
          </a:prstGeom>
          <a:ln w="38100">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17" name="Rechthoekige toelichting 5">
            <a:extLst>
              <a:ext uri="{FF2B5EF4-FFF2-40B4-BE49-F238E27FC236}">
                <a16:creationId xmlns:a16="http://schemas.microsoft.com/office/drawing/2014/main" id="{EA648526-415D-6219-DD90-A7DB2D157136}"/>
              </a:ext>
            </a:extLst>
          </p:cNvPr>
          <p:cNvSpPr/>
          <p:nvPr/>
        </p:nvSpPr>
        <p:spPr>
          <a:xfrm>
            <a:off x="7969933" y="4901434"/>
            <a:ext cx="2775471" cy="1367354"/>
          </a:xfrm>
          <a:prstGeom prst="wedgeRectCallout">
            <a:avLst>
              <a:gd name="adj1" fmla="val -21761"/>
              <a:gd name="adj2" fmla="val -99427"/>
            </a:avLst>
          </a:prstGeom>
          <a:ln/>
        </p:spPr>
        <p:style>
          <a:lnRef idx="2">
            <a:schemeClr val="accent6"/>
          </a:lnRef>
          <a:fillRef idx="1">
            <a:schemeClr val="lt1"/>
          </a:fillRef>
          <a:effectRef idx="0">
            <a:schemeClr val="accent6"/>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nl-BE" sz="3200" dirty="0" err="1">
                <a:solidFill>
                  <a:schemeClr val="tx1"/>
                </a:solidFill>
                <a:latin typeface="Barlow Condensed" panose="00000506000000000000" pitchFamily="2" charset="0"/>
              </a:rPr>
              <a:t>mappinglijst</a:t>
            </a:r>
            <a:r>
              <a:rPr lang="nl-BE" sz="3200" dirty="0">
                <a:solidFill>
                  <a:schemeClr val="tx1"/>
                </a:solidFill>
                <a:latin typeface="Barlow Condensed" panose="00000506000000000000" pitchFamily="2" charset="0"/>
              </a:rPr>
              <a:t> in ARP-cache</a:t>
            </a:r>
          </a:p>
        </p:txBody>
      </p:sp>
    </p:spTree>
    <p:extLst>
      <p:ext uri="{BB962C8B-B14F-4D97-AF65-F5344CB8AC3E}">
        <p14:creationId xmlns:p14="http://schemas.microsoft.com/office/powerpoint/2010/main" val="141973331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F6F066-81C6-B2EF-9C39-F40563DD4B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56CE31-7471-1F4B-3666-F1CE77D99AD8}"/>
              </a:ext>
            </a:extLst>
          </p:cNvPr>
          <p:cNvSpPr>
            <a:spLocks noGrp="1"/>
          </p:cNvSpPr>
          <p:nvPr>
            <p:ph type="title"/>
          </p:nvPr>
        </p:nvSpPr>
        <p:spPr/>
        <p:txBody>
          <a:bodyPr/>
          <a:lstStyle/>
          <a:p>
            <a:r>
              <a:rPr lang="en-US" dirty="0"/>
              <a:t>ARP-request</a:t>
            </a:r>
            <a:endParaRPr lang="LID4096" dirty="0"/>
          </a:p>
        </p:txBody>
      </p:sp>
      <p:sp>
        <p:nvSpPr>
          <p:cNvPr id="3" name="Ovaal 13">
            <a:extLst>
              <a:ext uri="{FF2B5EF4-FFF2-40B4-BE49-F238E27FC236}">
                <a16:creationId xmlns:a16="http://schemas.microsoft.com/office/drawing/2014/main" id="{E87FD0C4-D083-E76A-3408-0CD75494C87B}"/>
              </a:ext>
            </a:extLst>
          </p:cNvPr>
          <p:cNvSpPr/>
          <p:nvPr/>
        </p:nvSpPr>
        <p:spPr>
          <a:xfrm>
            <a:off x="8886112" y="2950388"/>
            <a:ext cx="715422" cy="709858"/>
          </a:xfrm>
          <a:prstGeom prst="ellipse">
            <a:avLst/>
          </a:prstGeom>
        </p:spPr>
        <p:style>
          <a:lnRef idx="0">
            <a:schemeClr val="accent4"/>
          </a:lnRef>
          <a:fillRef idx="3">
            <a:schemeClr val="accent4"/>
          </a:fillRef>
          <a:effectRef idx="3">
            <a:schemeClr val="accent4"/>
          </a:effectRef>
          <a:fontRef idx="minor">
            <a:schemeClr val="lt1"/>
          </a:fontRef>
        </p:style>
        <p:txBody>
          <a:bodyPr rtlCol="0" anchor="ctr"/>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nl-BE" sz="3600" dirty="0">
                <a:latin typeface="Barlow Condensed" panose="00000506000000000000" pitchFamily="2" charset="0"/>
              </a:rPr>
              <a:t>A</a:t>
            </a:r>
          </a:p>
        </p:txBody>
      </p:sp>
      <p:sp>
        <p:nvSpPr>
          <p:cNvPr id="18" name="Ovaal 14">
            <a:extLst>
              <a:ext uri="{FF2B5EF4-FFF2-40B4-BE49-F238E27FC236}">
                <a16:creationId xmlns:a16="http://schemas.microsoft.com/office/drawing/2014/main" id="{0BE21B3E-45B2-1A01-FEBA-24BE7985D7B2}"/>
              </a:ext>
            </a:extLst>
          </p:cNvPr>
          <p:cNvSpPr/>
          <p:nvPr/>
        </p:nvSpPr>
        <p:spPr>
          <a:xfrm>
            <a:off x="1464382" y="2921984"/>
            <a:ext cx="715422" cy="709858"/>
          </a:xfrm>
          <a:prstGeom prst="ellipse">
            <a:avLst/>
          </a:prstGeom>
        </p:spPr>
        <p:style>
          <a:lnRef idx="0">
            <a:schemeClr val="accent4"/>
          </a:lnRef>
          <a:fillRef idx="3">
            <a:schemeClr val="accent4"/>
          </a:fillRef>
          <a:effectRef idx="3">
            <a:schemeClr val="accent4"/>
          </a:effectRef>
          <a:fontRef idx="minor">
            <a:schemeClr val="lt1"/>
          </a:fontRef>
        </p:style>
        <p:txBody>
          <a:bodyPr rtlCol="0" anchor="ctr"/>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nl-BE" sz="3600" dirty="0">
                <a:latin typeface="Barlow Condensed" panose="00000506000000000000" pitchFamily="2" charset="0"/>
              </a:rPr>
              <a:t>B</a:t>
            </a:r>
          </a:p>
        </p:txBody>
      </p:sp>
      <p:pic>
        <p:nvPicPr>
          <p:cNvPr id="19" name="Afbeelding 18">
            <a:extLst>
              <a:ext uri="{FF2B5EF4-FFF2-40B4-BE49-F238E27FC236}">
                <a16:creationId xmlns:a16="http://schemas.microsoft.com/office/drawing/2014/main" id="{71330396-A286-2042-7241-9375B2DEA62C}"/>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62278" y="3005696"/>
            <a:ext cx="1033705" cy="1041960"/>
          </a:xfrm>
          <a:prstGeom prst="rect">
            <a:avLst/>
          </a:prstGeom>
          <a:noFill/>
          <a:ln>
            <a:noFill/>
          </a:ln>
        </p:spPr>
      </p:pic>
      <p:pic>
        <p:nvPicPr>
          <p:cNvPr id="20" name="Afbeelding 19">
            <a:extLst>
              <a:ext uri="{FF2B5EF4-FFF2-40B4-BE49-F238E27FC236}">
                <a16:creationId xmlns:a16="http://schemas.microsoft.com/office/drawing/2014/main" id="{082DF1FF-E5FD-891C-7F08-85ECF683D466}"/>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62295" y="1472351"/>
            <a:ext cx="1033705" cy="1041960"/>
          </a:xfrm>
          <a:prstGeom prst="rect">
            <a:avLst/>
          </a:prstGeom>
          <a:noFill/>
          <a:ln>
            <a:noFill/>
          </a:ln>
        </p:spPr>
      </p:pic>
      <p:pic>
        <p:nvPicPr>
          <p:cNvPr id="21" name="Afbeelding 20">
            <a:extLst>
              <a:ext uri="{FF2B5EF4-FFF2-40B4-BE49-F238E27FC236}">
                <a16:creationId xmlns:a16="http://schemas.microsoft.com/office/drawing/2014/main" id="{80218261-3CE9-F5AF-A6FD-6E73286949D9}"/>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69933" y="3110862"/>
            <a:ext cx="1033705" cy="1041960"/>
          </a:xfrm>
          <a:prstGeom prst="rect">
            <a:avLst/>
          </a:prstGeom>
          <a:noFill/>
          <a:ln>
            <a:noFill/>
          </a:ln>
        </p:spPr>
      </p:pic>
      <p:pic>
        <p:nvPicPr>
          <p:cNvPr id="22" name="Afbeelding 21">
            <a:extLst>
              <a:ext uri="{FF2B5EF4-FFF2-40B4-BE49-F238E27FC236}">
                <a16:creationId xmlns:a16="http://schemas.microsoft.com/office/drawing/2014/main" id="{DAD944D1-AF48-B8D3-557C-DC1CD279DD52}"/>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83649" y="4992123"/>
            <a:ext cx="1033705" cy="1041960"/>
          </a:xfrm>
          <a:prstGeom prst="rect">
            <a:avLst/>
          </a:prstGeom>
          <a:noFill/>
          <a:ln>
            <a:noFill/>
          </a:ln>
        </p:spPr>
      </p:pic>
      <p:pic>
        <p:nvPicPr>
          <p:cNvPr id="23" name="Afbeelding 22">
            <a:extLst>
              <a:ext uri="{FF2B5EF4-FFF2-40B4-BE49-F238E27FC236}">
                <a16:creationId xmlns:a16="http://schemas.microsoft.com/office/drawing/2014/main" id="{403A9BFD-12FA-0150-3203-28723372354D}"/>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71457" y="4992123"/>
            <a:ext cx="1033705" cy="1041960"/>
          </a:xfrm>
          <a:prstGeom prst="rect">
            <a:avLst/>
          </a:prstGeom>
          <a:noFill/>
          <a:ln>
            <a:noFill/>
          </a:ln>
        </p:spPr>
      </p:pic>
      <p:cxnSp>
        <p:nvCxnSpPr>
          <p:cNvPr id="24" name="Rechte verbindingslijn 23">
            <a:extLst>
              <a:ext uri="{FF2B5EF4-FFF2-40B4-BE49-F238E27FC236}">
                <a16:creationId xmlns:a16="http://schemas.microsoft.com/office/drawing/2014/main" id="{14BCA798-FEB0-FA6B-B12F-2FA567AD63D3}"/>
              </a:ext>
            </a:extLst>
          </p:cNvPr>
          <p:cNvCxnSpPr/>
          <p:nvPr/>
        </p:nvCxnSpPr>
        <p:spPr>
          <a:xfrm flipV="1">
            <a:off x="5645752" y="2511802"/>
            <a:ext cx="0" cy="877478"/>
          </a:xfrm>
          <a:prstGeom prst="line">
            <a:avLst/>
          </a:prstGeom>
          <a:ln w="38100">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25" name="Rechte verbindingslijn 24">
            <a:extLst>
              <a:ext uri="{FF2B5EF4-FFF2-40B4-BE49-F238E27FC236}">
                <a16:creationId xmlns:a16="http://schemas.microsoft.com/office/drawing/2014/main" id="{CF41831E-5750-1145-63AB-5335CD8EBFC4}"/>
              </a:ext>
            </a:extLst>
          </p:cNvPr>
          <p:cNvCxnSpPr/>
          <p:nvPr/>
        </p:nvCxnSpPr>
        <p:spPr>
          <a:xfrm flipV="1">
            <a:off x="6149990" y="3679244"/>
            <a:ext cx="1753611" cy="35154"/>
          </a:xfrm>
          <a:prstGeom prst="line">
            <a:avLst/>
          </a:prstGeom>
          <a:ln w="38100">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26" name="Rechte verbindingslijn 25">
            <a:extLst>
              <a:ext uri="{FF2B5EF4-FFF2-40B4-BE49-F238E27FC236}">
                <a16:creationId xmlns:a16="http://schemas.microsoft.com/office/drawing/2014/main" id="{7A0F9125-4D3A-4824-8A6A-827C435DB445}"/>
              </a:ext>
            </a:extLst>
          </p:cNvPr>
          <p:cNvCxnSpPr/>
          <p:nvPr/>
        </p:nvCxnSpPr>
        <p:spPr>
          <a:xfrm flipH="1">
            <a:off x="4532433" y="3998108"/>
            <a:ext cx="529862" cy="994015"/>
          </a:xfrm>
          <a:prstGeom prst="line">
            <a:avLst/>
          </a:prstGeom>
          <a:ln w="38100">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27" name="Rechte verbindingslijn 26">
            <a:extLst>
              <a:ext uri="{FF2B5EF4-FFF2-40B4-BE49-F238E27FC236}">
                <a16:creationId xmlns:a16="http://schemas.microsoft.com/office/drawing/2014/main" id="{A8F6D987-BC40-CF3A-7EC3-4A3585FAFD70}"/>
              </a:ext>
            </a:extLst>
          </p:cNvPr>
          <p:cNvCxnSpPr/>
          <p:nvPr/>
        </p:nvCxnSpPr>
        <p:spPr>
          <a:xfrm>
            <a:off x="6096000" y="3978113"/>
            <a:ext cx="978404" cy="1122002"/>
          </a:xfrm>
          <a:prstGeom prst="line">
            <a:avLst/>
          </a:prstGeom>
          <a:ln w="38100">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pic>
        <p:nvPicPr>
          <p:cNvPr id="28" name="Afbeelding 27">
            <a:extLst>
              <a:ext uri="{FF2B5EF4-FFF2-40B4-BE49-F238E27FC236}">
                <a16:creationId xmlns:a16="http://schemas.microsoft.com/office/drawing/2014/main" id="{045CE077-060B-A64F-08F2-5810B0989949}"/>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170274" y="3482186"/>
            <a:ext cx="925726" cy="488560"/>
          </a:xfrm>
          <a:prstGeom prst="rect">
            <a:avLst/>
          </a:prstGeom>
          <a:noFill/>
          <a:ln>
            <a:noFill/>
          </a:ln>
        </p:spPr>
      </p:pic>
      <p:cxnSp>
        <p:nvCxnSpPr>
          <p:cNvPr id="29" name="Rechte verbindingslijn 28">
            <a:extLst>
              <a:ext uri="{FF2B5EF4-FFF2-40B4-BE49-F238E27FC236}">
                <a16:creationId xmlns:a16="http://schemas.microsoft.com/office/drawing/2014/main" id="{71FBBE4B-DACE-475D-AB2E-14077F7958E7}"/>
              </a:ext>
            </a:extLst>
          </p:cNvPr>
          <p:cNvCxnSpPr/>
          <p:nvPr/>
        </p:nvCxnSpPr>
        <p:spPr>
          <a:xfrm>
            <a:off x="3256323" y="3714398"/>
            <a:ext cx="1809585" cy="19726"/>
          </a:xfrm>
          <a:prstGeom prst="line">
            <a:avLst/>
          </a:prstGeom>
          <a:ln w="38100">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30" name="Rechthoekige toelichting 5">
            <a:extLst>
              <a:ext uri="{FF2B5EF4-FFF2-40B4-BE49-F238E27FC236}">
                <a16:creationId xmlns:a16="http://schemas.microsoft.com/office/drawing/2014/main" id="{796DC80D-263E-9BC7-D043-DB512A786031}"/>
              </a:ext>
            </a:extLst>
          </p:cNvPr>
          <p:cNvSpPr/>
          <p:nvPr/>
        </p:nvSpPr>
        <p:spPr>
          <a:xfrm>
            <a:off x="7969933" y="4877987"/>
            <a:ext cx="2775471" cy="1367354"/>
          </a:xfrm>
          <a:prstGeom prst="wedgeRectCallout">
            <a:avLst>
              <a:gd name="adj1" fmla="val -21761"/>
              <a:gd name="adj2" fmla="val -99427"/>
            </a:avLst>
          </a:prstGeom>
          <a:ln w="38100">
            <a:noFill/>
          </a:ln>
        </p:spPr>
        <p:style>
          <a:lnRef idx="2">
            <a:schemeClr val="accent4"/>
          </a:lnRef>
          <a:fillRef idx="1">
            <a:schemeClr val="lt1"/>
          </a:fillRef>
          <a:effectRef idx="0">
            <a:schemeClr val="accent4"/>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nl-BE" sz="3200" dirty="0">
                <a:solidFill>
                  <a:schemeClr val="tx1"/>
                </a:solidFill>
                <a:latin typeface="Barlow Condensed" panose="00000506000000000000" pitchFamily="2" charset="0"/>
              </a:rPr>
              <a:t>MAC staat in de </a:t>
            </a:r>
            <a:r>
              <a:rPr lang="nl-BE" sz="3200" dirty="0" err="1">
                <a:solidFill>
                  <a:schemeClr val="tx1"/>
                </a:solidFill>
                <a:latin typeface="Barlow Condensed" panose="00000506000000000000" pitchFamily="2" charset="0"/>
              </a:rPr>
              <a:t>mappinglijst</a:t>
            </a:r>
            <a:endParaRPr lang="nl-BE" sz="3200" dirty="0">
              <a:solidFill>
                <a:schemeClr val="tx1"/>
              </a:solidFill>
              <a:latin typeface="Barlow Condensed" panose="00000506000000000000" pitchFamily="2" charset="0"/>
            </a:endParaRPr>
          </a:p>
        </p:txBody>
      </p:sp>
      <p:sp>
        <p:nvSpPr>
          <p:cNvPr id="31" name="PIJL-OMLAAG 19">
            <a:extLst>
              <a:ext uri="{FF2B5EF4-FFF2-40B4-BE49-F238E27FC236}">
                <a16:creationId xmlns:a16="http://schemas.microsoft.com/office/drawing/2014/main" id="{9BFC05E9-03DA-7D0E-8240-6A268C746FAC}"/>
              </a:ext>
            </a:extLst>
          </p:cNvPr>
          <p:cNvSpPr/>
          <p:nvPr/>
        </p:nvSpPr>
        <p:spPr>
          <a:xfrm rot="5400000">
            <a:off x="6945742" y="3320220"/>
            <a:ext cx="216024" cy="360040"/>
          </a:xfrm>
          <a:prstGeom prst="downArrow">
            <a:avLst/>
          </a:prstGeom>
        </p:spPr>
        <p:style>
          <a:lnRef idx="1">
            <a:schemeClr val="accent4"/>
          </a:lnRef>
          <a:fillRef idx="3">
            <a:schemeClr val="accent4"/>
          </a:fillRef>
          <a:effectRef idx="2">
            <a:schemeClr val="accent4"/>
          </a:effectRef>
          <a:fontRef idx="minor">
            <a:schemeClr val="lt1"/>
          </a:fontRef>
        </p:style>
        <p:txBody>
          <a:bodyPr rtlCol="0" anchor="ctr"/>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nl-BE">
              <a:latin typeface="Trebuchet MS" panose="020B0603020202020204" pitchFamily="34" charset="0"/>
            </a:endParaRPr>
          </a:p>
        </p:txBody>
      </p:sp>
      <p:sp>
        <p:nvSpPr>
          <p:cNvPr id="32" name="PIJL-OMLAAG 19">
            <a:extLst>
              <a:ext uri="{FF2B5EF4-FFF2-40B4-BE49-F238E27FC236}">
                <a16:creationId xmlns:a16="http://schemas.microsoft.com/office/drawing/2014/main" id="{B88A1BC8-D263-95CB-4D14-6B342D3F60EB}"/>
              </a:ext>
            </a:extLst>
          </p:cNvPr>
          <p:cNvSpPr/>
          <p:nvPr/>
        </p:nvSpPr>
        <p:spPr>
          <a:xfrm rot="5400000">
            <a:off x="4123734" y="3312586"/>
            <a:ext cx="216024" cy="360040"/>
          </a:xfrm>
          <a:prstGeom prst="downArrow">
            <a:avLst/>
          </a:prstGeom>
        </p:spPr>
        <p:style>
          <a:lnRef idx="1">
            <a:schemeClr val="accent4"/>
          </a:lnRef>
          <a:fillRef idx="3">
            <a:schemeClr val="accent4"/>
          </a:fillRef>
          <a:effectRef idx="2">
            <a:schemeClr val="accent4"/>
          </a:effectRef>
          <a:fontRef idx="minor">
            <a:schemeClr val="lt1"/>
          </a:fontRef>
        </p:style>
        <p:txBody>
          <a:bodyPr rtlCol="0" anchor="ctr"/>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nl-BE">
              <a:latin typeface="Trebuchet MS" panose="020B0603020202020204" pitchFamily="34" charset="0"/>
            </a:endParaRPr>
          </a:p>
        </p:txBody>
      </p:sp>
      <p:sp>
        <p:nvSpPr>
          <p:cNvPr id="33" name="Rechthoekige toelichting 5">
            <a:extLst>
              <a:ext uri="{FF2B5EF4-FFF2-40B4-BE49-F238E27FC236}">
                <a16:creationId xmlns:a16="http://schemas.microsoft.com/office/drawing/2014/main" id="{F04D8C1F-BA75-E2FD-9800-861272152D4A}"/>
              </a:ext>
            </a:extLst>
          </p:cNvPr>
          <p:cNvSpPr/>
          <p:nvPr/>
        </p:nvSpPr>
        <p:spPr>
          <a:xfrm>
            <a:off x="7961040" y="4718861"/>
            <a:ext cx="2775471" cy="1367354"/>
          </a:xfrm>
          <a:prstGeom prst="wedgeRectCallout">
            <a:avLst>
              <a:gd name="adj1" fmla="val -21761"/>
              <a:gd name="adj2" fmla="val -99427"/>
            </a:avLst>
          </a:prstGeom>
          <a:ln/>
        </p:spPr>
        <p:style>
          <a:lnRef idx="2">
            <a:schemeClr val="accent6"/>
          </a:lnRef>
          <a:fillRef idx="1">
            <a:schemeClr val="lt1"/>
          </a:fillRef>
          <a:effectRef idx="0">
            <a:schemeClr val="accent6"/>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nl-BE" sz="3200" dirty="0">
                <a:solidFill>
                  <a:schemeClr val="tx1"/>
                </a:solidFill>
                <a:latin typeface="Barlow Condensed" panose="00000506000000000000" pitchFamily="2" charset="0"/>
              </a:rPr>
              <a:t>MAC staat in de mappinglijst</a:t>
            </a:r>
          </a:p>
        </p:txBody>
      </p:sp>
    </p:spTree>
    <p:extLst>
      <p:ext uri="{BB962C8B-B14F-4D97-AF65-F5344CB8AC3E}">
        <p14:creationId xmlns:p14="http://schemas.microsoft.com/office/powerpoint/2010/main" val="71054940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E9D5E6-4C0B-AE54-8D41-9D36A935C7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00CCE9-87EA-93A0-D7B2-A0AEF905B7FA}"/>
              </a:ext>
            </a:extLst>
          </p:cNvPr>
          <p:cNvSpPr>
            <a:spLocks noGrp="1"/>
          </p:cNvSpPr>
          <p:nvPr>
            <p:ph type="title"/>
          </p:nvPr>
        </p:nvSpPr>
        <p:spPr/>
        <p:txBody>
          <a:bodyPr/>
          <a:lstStyle/>
          <a:p>
            <a:r>
              <a:rPr lang="en-US" dirty="0"/>
              <a:t>ARP-request</a:t>
            </a:r>
            <a:endParaRPr lang="LID4096" dirty="0"/>
          </a:p>
        </p:txBody>
      </p:sp>
      <p:sp>
        <p:nvSpPr>
          <p:cNvPr id="4" name="Ovaal 13">
            <a:extLst>
              <a:ext uri="{FF2B5EF4-FFF2-40B4-BE49-F238E27FC236}">
                <a16:creationId xmlns:a16="http://schemas.microsoft.com/office/drawing/2014/main" id="{709F7DBD-9C41-7C2F-9E36-93FB9571F091}"/>
              </a:ext>
            </a:extLst>
          </p:cNvPr>
          <p:cNvSpPr/>
          <p:nvPr/>
        </p:nvSpPr>
        <p:spPr>
          <a:xfrm>
            <a:off x="8877219" y="2791262"/>
            <a:ext cx="715422" cy="709858"/>
          </a:xfrm>
          <a:prstGeom prst="ellipse">
            <a:avLst/>
          </a:prstGeom>
        </p:spPr>
        <p:style>
          <a:lnRef idx="0">
            <a:schemeClr val="accent4"/>
          </a:lnRef>
          <a:fillRef idx="3">
            <a:schemeClr val="accent4"/>
          </a:fillRef>
          <a:effectRef idx="3">
            <a:schemeClr val="accent4"/>
          </a:effectRef>
          <a:fontRef idx="minor">
            <a:schemeClr val="lt1"/>
          </a:fontRef>
        </p:style>
        <p:txBody>
          <a:bodyPr rtlCol="0" anchor="ctr"/>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nl-BE" sz="3600" dirty="0">
                <a:latin typeface="Barlow Condensed" panose="00000506000000000000" pitchFamily="2" charset="0"/>
              </a:rPr>
              <a:t>A</a:t>
            </a:r>
          </a:p>
        </p:txBody>
      </p:sp>
      <p:sp>
        <p:nvSpPr>
          <p:cNvPr id="5" name="Ovaal 14">
            <a:extLst>
              <a:ext uri="{FF2B5EF4-FFF2-40B4-BE49-F238E27FC236}">
                <a16:creationId xmlns:a16="http://schemas.microsoft.com/office/drawing/2014/main" id="{07BFAD01-B370-5DA2-BA86-1A1B2F238C28}"/>
              </a:ext>
            </a:extLst>
          </p:cNvPr>
          <p:cNvSpPr/>
          <p:nvPr/>
        </p:nvSpPr>
        <p:spPr>
          <a:xfrm>
            <a:off x="1455489" y="2762858"/>
            <a:ext cx="715422" cy="709858"/>
          </a:xfrm>
          <a:prstGeom prst="ellipse">
            <a:avLst/>
          </a:prstGeom>
        </p:spPr>
        <p:style>
          <a:lnRef idx="0">
            <a:schemeClr val="accent4"/>
          </a:lnRef>
          <a:fillRef idx="3">
            <a:schemeClr val="accent4"/>
          </a:fillRef>
          <a:effectRef idx="3">
            <a:schemeClr val="accent4"/>
          </a:effectRef>
          <a:fontRef idx="minor">
            <a:schemeClr val="lt1"/>
          </a:fontRef>
        </p:style>
        <p:txBody>
          <a:bodyPr rtlCol="0" anchor="ctr"/>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nl-BE" sz="3600" dirty="0">
                <a:latin typeface="Barlow Condensed" panose="00000506000000000000" pitchFamily="2" charset="0"/>
              </a:rPr>
              <a:t>B</a:t>
            </a:r>
          </a:p>
        </p:txBody>
      </p:sp>
      <p:pic>
        <p:nvPicPr>
          <p:cNvPr id="6" name="Afbeelding 18">
            <a:extLst>
              <a:ext uri="{FF2B5EF4-FFF2-40B4-BE49-F238E27FC236}">
                <a16:creationId xmlns:a16="http://schemas.microsoft.com/office/drawing/2014/main" id="{EF35B7E4-24D0-1CBD-D9EC-501F0B7F8CC8}"/>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53385" y="2846570"/>
            <a:ext cx="1033705" cy="1041960"/>
          </a:xfrm>
          <a:prstGeom prst="rect">
            <a:avLst/>
          </a:prstGeom>
          <a:noFill/>
          <a:ln>
            <a:noFill/>
          </a:ln>
        </p:spPr>
      </p:pic>
      <p:pic>
        <p:nvPicPr>
          <p:cNvPr id="7" name="Afbeelding 19">
            <a:extLst>
              <a:ext uri="{FF2B5EF4-FFF2-40B4-BE49-F238E27FC236}">
                <a16:creationId xmlns:a16="http://schemas.microsoft.com/office/drawing/2014/main" id="{26FBE1D1-CAC7-AABF-0DF9-1FBBB70A9614}"/>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53402" y="1313225"/>
            <a:ext cx="1033705" cy="1041960"/>
          </a:xfrm>
          <a:prstGeom prst="rect">
            <a:avLst/>
          </a:prstGeom>
          <a:noFill/>
          <a:ln>
            <a:noFill/>
          </a:ln>
        </p:spPr>
      </p:pic>
      <p:pic>
        <p:nvPicPr>
          <p:cNvPr id="8" name="Afbeelding 20">
            <a:extLst>
              <a:ext uri="{FF2B5EF4-FFF2-40B4-BE49-F238E27FC236}">
                <a16:creationId xmlns:a16="http://schemas.microsoft.com/office/drawing/2014/main" id="{098DF676-D9A2-8AC2-9869-552D0AD51625}"/>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61040" y="2951736"/>
            <a:ext cx="1033705" cy="1041960"/>
          </a:xfrm>
          <a:prstGeom prst="rect">
            <a:avLst/>
          </a:prstGeom>
          <a:noFill/>
          <a:ln>
            <a:noFill/>
          </a:ln>
        </p:spPr>
      </p:pic>
      <p:pic>
        <p:nvPicPr>
          <p:cNvPr id="9" name="Afbeelding 21">
            <a:extLst>
              <a:ext uri="{FF2B5EF4-FFF2-40B4-BE49-F238E27FC236}">
                <a16:creationId xmlns:a16="http://schemas.microsoft.com/office/drawing/2014/main" id="{435F6F46-F27E-0A8A-C1C5-3AB5D0355940}"/>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74756" y="4832997"/>
            <a:ext cx="1033705" cy="1041960"/>
          </a:xfrm>
          <a:prstGeom prst="rect">
            <a:avLst/>
          </a:prstGeom>
          <a:noFill/>
          <a:ln>
            <a:noFill/>
          </a:ln>
        </p:spPr>
      </p:pic>
      <p:pic>
        <p:nvPicPr>
          <p:cNvPr id="10" name="Afbeelding 22">
            <a:extLst>
              <a:ext uri="{FF2B5EF4-FFF2-40B4-BE49-F238E27FC236}">
                <a16:creationId xmlns:a16="http://schemas.microsoft.com/office/drawing/2014/main" id="{0543CC5D-F4DC-D60A-F104-E15C4A003550}"/>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62564" y="4832997"/>
            <a:ext cx="1033705" cy="1041960"/>
          </a:xfrm>
          <a:prstGeom prst="rect">
            <a:avLst/>
          </a:prstGeom>
          <a:noFill/>
          <a:ln>
            <a:noFill/>
          </a:ln>
        </p:spPr>
      </p:pic>
      <p:cxnSp>
        <p:nvCxnSpPr>
          <p:cNvPr id="11" name="Rechte verbindingslijn 23">
            <a:extLst>
              <a:ext uri="{FF2B5EF4-FFF2-40B4-BE49-F238E27FC236}">
                <a16:creationId xmlns:a16="http://schemas.microsoft.com/office/drawing/2014/main" id="{8D2A1180-FC9A-7D41-B253-8DB83D04AD0E}"/>
              </a:ext>
            </a:extLst>
          </p:cNvPr>
          <p:cNvCxnSpPr/>
          <p:nvPr/>
        </p:nvCxnSpPr>
        <p:spPr>
          <a:xfrm flipV="1">
            <a:off x="5636859" y="2352676"/>
            <a:ext cx="0" cy="877478"/>
          </a:xfrm>
          <a:prstGeom prst="line">
            <a:avLst/>
          </a:prstGeom>
          <a:ln w="38100">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2" name="Rechte verbindingslijn 24">
            <a:extLst>
              <a:ext uri="{FF2B5EF4-FFF2-40B4-BE49-F238E27FC236}">
                <a16:creationId xmlns:a16="http://schemas.microsoft.com/office/drawing/2014/main" id="{2DAF72EC-56D1-557B-0FD8-8CD7B24F36F6}"/>
              </a:ext>
            </a:extLst>
          </p:cNvPr>
          <p:cNvCxnSpPr/>
          <p:nvPr/>
        </p:nvCxnSpPr>
        <p:spPr>
          <a:xfrm flipV="1">
            <a:off x="6141097" y="3520118"/>
            <a:ext cx="1753611" cy="35154"/>
          </a:xfrm>
          <a:prstGeom prst="line">
            <a:avLst/>
          </a:prstGeom>
          <a:ln w="38100">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3" name="Rechte verbindingslijn 25">
            <a:extLst>
              <a:ext uri="{FF2B5EF4-FFF2-40B4-BE49-F238E27FC236}">
                <a16:creationId xmlns:a16="http://schemas.microsoft.com/office/drawing/2014/main" id="{998B034E-BA83-7D92-3DCD-51CD21599D43}"/>
              </a:ext>
            </a:extLst>
          </p:cNvPr>
          <p:cNvCxnSpPr/>
          <p:nvPr/>
        </p:nvCxnSpPr>
        <p:spPr>
          <a:xfrm flipH="1">
            <a:off x="4523540" y="3838982"/>
            <a:ext cx="529862" cy="994015"/>
          </a:xfrm>
          <a:prstGeom prst="line">
            <a:avLst/>
          </a:prstGeom>
          <a:ln w="38100">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4" name="Rechte verbindingslijn 26">
            <a:extLst>
              <a:ext uri="{FF2B5EF4-FFF2-40B4-BE49-F238E27FC236}">
                <a16:creationId xmlns:a16="http://schemas.microsoft.com/office/drawing/2014/main" id="{1D8992C1-B539-9BD6-E351-2F9F5D28B575}"/>
              </a:ext>
            </a:extLst>
          </p:cNvPr>
          <p:cNvCxnSpPr/>
          <p:nvPr/>
        </p:nvCxnSpPr>
        <p:spPr>
          <a:xfrm>
            <a:off x="6087107" y="3818987"/>
            <a:ext cx="978404" cy="1122002"/>
          </a:xfrm>
          <a:prstGeom prst="line">
            <a:avLst/>
          </a:prstGeom>
          <a:ln w="38100">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pic>
        <p:nvPicPr>
          <p:cNvPr id="15" name="Afbeelding 27">
            <a:extLst>
              <a:ext uri="{FF2B5EF4-FFF2-40B4-BE49-F238E27FC236}">
                <a16:creationId xmlns:a16="http://schemas.microsoft.com/office/drawing/2014/main" id="{2A90818A-3E20-8035-8DC8-B882E3AF8B2A}"/>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161381" y="3323060"/>
            <a:ext cx="925726" cy="488560"/>
          </a:xfrm>
          <a:prstGeom prst="rect">
            <a:avLst/>
          </a:prstGeom>
          <a:noFill/>
          <a:ln>
            <a:noFill/>
          </a:ln>
        </p:spPr>
      </p:pic>
      <p:cxnSp>
        <p:nvCxnSpPr>
          <p:cNvPr id="16" name="Rechte verbindingslijn 28">
            <a:extLst>
              <a:ext uri="{FF2B5EF4-FFF2-40B4-BE49-F238E27FC236}">
                <a16:creationId xmlns:a16="http://schemas.microsoft.com/office/drawing/2014/main" id="{BFD8A737-9C7F-5E04-4799-524B4119D0D6}"/>
              </a:ext>
            </a:extLst>
          </p:cNvPr>
          <p:cNvCxnSpPr/>
          <p:nvPr/>
        </p:nvCxnSpPr>
        <p:spPr>
          <a:xfrm>
            <a:off x="3247430" y="3555272"/>
            <a:ext cx="1809585" cy="19726"/>
          </a:xfrm>
          <a:prstGeom prst="line">
            <a:avLst/>
          </a:prstGeom>
          <a:ln w="38100">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17" name="Rechthoekige toelichting 5">
            <a:extLst>
              <a:ext uri="{FF2B5EF4-FFF2-40B4-BE49-F238E27FC236}">
                <a16:creationId xmlns:a16="http://schemas.microsoft.com/office/drawing/2014/main" id="{371E490B-66B5-E2DD-7488-872691CE0FDE}"/>
              </a:ext>
            </a:extLst>
          </p:cNvPr>
          <p:cNvSpPr/>
          <p:nvPr/>
        </p:nvSpPr>
        <p:spPr>
          <a:xfrm>
            <a:off x="7961040" y="4718861"/>
            <a:ext cx="2775471" cy="1367354"/>
          </a:xfrm>
          <a:prstGeom prst="wedgeRectCallout">
            <a:avLst>
              <a:gd name="adj1" fmla="val -21761"/>
              <a:gd name="adj2" fmla="val -99427"/>
            </a:avLst>
          </a:prstGeom>
          <a:ln/>
        </p:spPr>
        <p:style>
          <a:lnRef idx="2">
            <a:schemeClr val="accent6"/>
          </a:lnRef>
          <a:fillRef idx="1">
            <a:schemeClr val="lt1"/>
          </a:fillRef>
          <a:effectRef idx="0">
            <a:schemeClr val="accent6"/>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nl-BE" sz="3200" dirty="0">
                <a:solidFill>
                  <a:schemeClr val="tx1"/>
                </a:solidFill>
                <a:latin typeface="Barlow Condensed" panose="00000506000000000000" pitchFamily="2" charset="0"/>
              </a:rPr>
              <a:t>MAC staat niet in de </a:t>
            </a:r>
            <a:r>
              <a:rPr lang="nl-BE" sz="3200" dirty="0" err="1">
                <a:solidFill>
                  <a:schemeClr val="tx1"/>
                </a:solidFill>
                <a:latin typeface="Barlow Condensed" panose="00000506000000000000" pitchFamily="2" charset="0"/>
              </a:rPr>
              <a:t>mappinglijst</a:t>
            </a:r>
            <a:endParaRPr lang="nl-BE" sz="3200" dirty="0">
              <a:solidFill>
                <a:schemeClr val="tx1"/>
              </a:solidFill>
              <a:latin typeface="Barlow Condensed" panose="00000506000000000000" pitchFamily="2" charset="0"/>
            </a:endParaRPr>
          </a:p>
        </p:txBody>
      </p:sp>
      <p:sp>
        <p:nvSpPr>
          <p:cNvPr id="33" name="PIJL-OMLAAG 5">
            <a:extLst>
              <a:ext uri="{FF2B5EF4-FFF2-40B4-BE49-F238E27FC236}">
                <a16:creationId xmlns:a16="http://schemas.microsoft.com/office/drawing/2014/main" id="{0869777B-1904-D156-6F13-5D4E9586A3AB}"/>
              </a:ext>
            </a:extLst>
          </p:cNvPr>
          <p:cNvSpPr/>
          <p:nvPr/>
        </p:nvSpPr>
        <p:spPr>
          <a:xfrm rot="5400000">
            <a:off x="7002956" y="3140228"/>
            <a:ext cx="216024" cy="360040"/>
          </a:xfrm>
          <a:prstGeom prst="downArrow">
            <a:avLst/>
          </a:prstGeom>
        </p:spPr>
        <p:style>
          <a:lnRef idx="1">
            <a:schemeClr val="accent4"/>
          </a:lnRef>
          <a:fillRef idx="3">
            <a:schemeClr val="accent4"/>
          </a:fillRef>
          <a:effectRef idx="2">
            <a:schemeClr val="accent4"/>
          </a:effectRef>
          <a:fontRef idx="minor">
            <a:schemeClr val="lt1"/>
          </a:fontRef>
        </p:style>
        <p:txBody>
          <a:bodyPr rtlCol="0" anchor="ctr"/>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nl-BE">
              <a:latin typeface="Trebuchet MS" panose="020B0603020202020204" pitchFamily="34" charset="0"/>
            </a:endParaRPr>
          </a:p>
        </p:txBody>
      </p:sp>
      <p:sp>
        <p:nvSpPr>
          <p:cNvPr id="34" name="PIJL-OMLAAG 19">
            <a:extLst>
              <a:ext uri="{FF2B5EF4-FFF2-40B4-BE49-F238E27FC236}">
                <a16:creationId xmlns:a16="http://schemas.microsoft.com/office/drawing/2014/main" id="{CB93A5D0-B95E-863D-9239-075E86D96BEC}"/>
              </a:ext>
            </a:extLst>
          </p:cNvPr>
          <p:cNvSpPr/>
          <p:nvPr/>
        </p:nvSpPr>
        <p:spPr>
          <a:xfrm rot="5400000">
            <a:off x="4043948" y="3174400"/>
            <a:ext cx="216024" cy="360040"/>
          </a:xfrm>
          <a:prstGeom prst="downArrow">
            <a:avLst/>
          </a:prstGeom>
        </p:spPr>
        <p:style>
          <a:lnRef idx="1">
            <a:schemeClr val="accent4"/>
          </a:lnRef>
          <a:fillRef idx="3">
            <a:schemeClr val="accent4"/>
          </a:fillRef>
          <a:effectRef idx="2">
            <a:schemeClr val="accent4"/>
          </a:effectRef>
          <a:fontRef idx="minor">
            <a:schemeClr val="lt1"/>
          </a:fontRef>
        </p:style>
        <p:txBody>
          <a:bodyPr rtlCol="0" anchor="ctr"/>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nl-BE">
              <a:latin typeface="Trebuchet MS" panose="020B0603020202020204" pitchFamily="34" charset="0"/>
            </a:endParaRPr>
          </a:p>
        </p:txBody>
      </p:sp>
      <p:sp>
        <p:nvSpPr>
          <p:cNvPr id="35" name="PIJL-OMLAAG 21">
            <a:extLst>
              <a:ext uri="{FF2B5EF4-FFF2-40B4-BE49-F238E27FC236}">
                <a16:creationId xmlns:a16="http://schemas.microsoft.com/office/drawing/2014/main" id="{7554789C-DCAB-3631-DA39-78A2BA992DA0}"/>
              </a:ext>
            </a:extLst>
          </p:cNvPr>
          <p:cNvSpPr/>
          <p:nvPr/>
        </p:nvSpPr>
        <p:spPr>
          <a:xfrm rot="10800000">
            <a:off x="5729333" y="2648633"/>
            <a:ext cx="216024" cy="360040"/>
          </a:xfrm>
          <a:prstGeom prst="downArrow">
            <a:avLst/>
          </a:prstGeom>
        </p:spPr>
        <p:style>
          <a:lnRef idx="1">
            <a:schemeClr val="accent4"/>
          </a:lnRef>
          <a:fillRef idx="3">
            <a:schemeClr val="accent4"/>
          </a:fillRef>
          <a:effectRef idx="2">
            <a:schemeClr val="accent4"/>
          </a:effectRef>
          <a:fontRef idx="minor">
            <a:schemeClr val="lt1"/>
          </a:fontRef>
        </p:style>
        <p:txBody>
          <a:bodyPr rtlCol="0" anchor="ctr"/>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nl-BE">
              <a:latin typeface="Trebuchet MS" panose="020B0603020202020204" pitchFamily="34" charset="0"/>
            </a:endParaRPr>
          </a:p>
        </p:txBody>
      </p:sp>
      <p:sp>
        <p:nvSpPr>
          <p:cNvPr id="36" name="PIJL-OMLAAG 23">
            <a:extLst>
              <a:ext uri="{FF2B5EF4-FFF2-40B4-BE49-F238E27FC236}">
                <a16:creationId xmlns:a16="http://schemas.microsoft.com/office/drawing/2014/main" id="{018ABF69-2A5D-A949-B2A1-E40C852DDDFC}"/>
              </a:ext>
            </a:extLst>
          </p:cNvPr>
          <p:cNvSpPr/>
          <p:nvPr/>
        </p:nvSpPr>
        <p:spPr>
          <a:xfrm rot="18991510">
            <a:off x="6536631" y="3979566"/>
            <a:ext cx="216024" cy="360040"/>
          </a:xfrm>
          <a:prstGeom prst="downArrow">
            <a:avLst/>
          </a:prstGeom>
        </p:spPr>
        <p:style>
          <a:lnRef idx="1">
            <a:schemeClr val="accent4"/>
          </a:lnRef>
          <a:fillRef idx="3">
            <a:schemeClr val="accent4"/>
          </a:fillRef>
          <a:effectRef idx="2">
            <a:schemeClr val="accent4"/>
          </a:effectRef>
          <a:fontRef idx="minor">
            <a:schemeClr val="lt1"/>
          </a:fontRef>
        </p:style>
        <p:txBody>
          <a:bodyPr rtlCol="0" anchor="ctr"/>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nl-BE">
              <a:latin typeface="Trebuchet MS" panose="020B0603020202020204" pitchFamily="34" charset="0"/>
            </a:endParaRPr>
          </a:p>
        </p:txBody>
      </p:sp>
      <p:sp>
        <p:nvSpPr>
          <p:cNvPr id="37" name="PIJL-OMLAAG 25">
            <a:extLst>
              <a:ext uri="{FF2B5EF4-FFF2-40B4-BE49-F238E27FC236}">
                <a16:creationId xmlns:a16="http://schemas.microsoft.com/office/drawing/2014/main" id="{7AB56C88-6238-0D36-FB58-9A7842CCE462}"/>
              </a:ext>
            </a:extLst>
          </p:cNvPr>
          <p:cNvSpPr/>
          <p:nvPr/>
        </p:nvSpPr>
        <p:spPr>
          <a:xfrm rot="1750425">
            <a:off x="4841680" y="4270267"/>
            <a:ext cx="216024" cy="360040"/>
          </a:xfrm>
          <a:prstGeom prst="downArrow">
            <a:avLst/>
          </a:prstGeom>
        </p:spPr>
        <p:style>
          <a:lnRef idx="1">
            <a:schemeClr val="accent4"/>
          </a:lnRef>
          <a:fillRef idx="3">
            <a:schemeClr val="accent4"/>
          </a:fillRef>
          <a:effectRef idx="2">
            <a:schemeClr val="accent4"/>
          </a:effectRef>
          <a:fontRef idx="minor">
            <a:schemeClr val="lt1"/>
          </a:fontRef>
        </p:style>
        <p:txBody>
          <a:bodyPr rtlCol="0" anchor="ctr"/>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nl-BE">
              <a:latin typeface="Trebuchet MS" panose="020B0603020202020204" pitchFamily="34" charset="0"/>
            </a:endParaRPr>
          </a:p>
        </p:txBody>
      </p:sp>
      <p:sp>
        <p:nvSpPr>
          <p:cNvPr id="38" name="Ovaal bijschrift 3">
            <a:extLst>
              <a:ext uri="{FF2B5EF4-FFF2-40B4-BE49-F238E27FC236}">
                <a16:creationId xmlns:a16="http://schemas.microsoft.com/office/drawing/2014/main" id="{6F027DD8-C3A0-6796-696F-EF0E5F131A0C}"/>
              </a:ext>
            </a:extLst>
          </p:cNvPr>
          <p:cNvSpPr/>
          <p:nvPr/>
        </p:nvSpPr>
        <p:spPr>
          <a:xfrm>
            <a:off x="6807872" y="771786"/>
            <a:ext cx="2757513" cy="1801587"/>
          </a:xfrm>
          <a:prstGeom prst="wedgeEllipseCallout">
            <a:avLst>
              <a:gd name="adj1" fmla="val 4450"/>
              <a:gd name="adj2" fmla="val 70514"/>
            </a:avLst>
          </a:prstGeom>
        </p:spPr>
        <p:style>
          <a:lnRef idx="2">
            <a:schemeClr val="accent6"/>
          </a:lnRef>
          <a:fillRef idx="1">
            <a:schemeClr val="lt1"/>
          </a:fillRef>
          <a:effectRef idx="0">
            <a:schemeClr val="accent6"/>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nl-BE" sz="3200" dirty="0">
                <a:latin typeface="Barlow Condensed" panose="00000506000000000000" pitchFamily="2" charset="0"/>
              </a:rPr>
              <a:t>Wie heeft dit IP-adres?</a:t>
            </a:r>
          </a:p>
        </p:txBody>
      </p:sp>
    </p:spTree>
    <p:extLst>
      <p:ext uri="{BB962C8B-B14F-4D97-AF65-F5344CB8AC3E}">
        <p14:creationId xmlns:p14="http://schemas.microsoft.com/office/powerpoint/2010/main" val="375548158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D1B26-F8C3-C12F-1482-EA900C2AB8BD}"/>
              </a:ext>
            </a:extLst>
          </p:cNvPr>
          <p:cNvSpPr>
            <a:spLocks noGrp="1"/>
          </p:cNvSpPr>
          <p:nvPr>
            <p:ph type="title"/>
          </p:nvPr>
        </p:nvSpPr>
        <p:spPr/>
        <p:txBody>
          <a:bodyPr/>
          <a:lstStyle/>
          <a:p>
            <a:r>
              <a:rPr lang="en-US" dirty="0"/>
              <a:t>ARP-request</a:t>
            </a:r>
            <a:endParaRPr lang="LID4096" dirty="0"/>
          </a:p>
        </p:txBody>
      </p:sp>
      <p:sp>
        <p:nvSpPr>
          <p:cNvPr id="4" name="Ovaal 13">
            <a:extLst>
              <a:ext uri="{FF2B5EF4-FFF2-40B4-BE49-F238E27FC236}">
                <a16:creationId xmlns:a16="http://schemas.microsoft.com/office/drawing/2014/main" id="{0203E6B8-E3C1-261D-F4FF-EC5A1C1F42B2}"/>
              </a:ext>
            </a:extLst>
          </p:cNvPr>
          <p:cNvSpPr/>
          <p:nvPr/>
        </p:nvSpPr>
        <p:spPr>
          <a:xfrm>
            <a:off x="8886112" y="3416372"/>
            <a:ext cx="715422" cy="709858"/>
          </a:xfrm>
          <a:prstGeom prst="ellipse">
            <a:avLst/>
          </a:prstGeom>
        </p:spPr>
        <p:style>
          <a:lnRef idx="0">
            <a:schemeClr val="accent4"/>
          </a:lnRef>
          <a:fillRef idx="3">
            <a:schemeClr val="accent4"/>
          </a:fillRef>
          <a:effectRef idx="3">
            <a:schemeClr val="accent4"/>
          </a:effectRef>
          <a:fontRef idx="minor">
            <a:schemeClr val="lt1"/>
          </a:fontRef>
        </p:style>
        <p:txBody>
          <a:bodyPr rtlCol="0" anchor="ctr"/>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nl-BE" sz="3600" dirty="0">
                <a:latin typeface="Barlow Condensed" panose="00000506000000000000" pitchFamily="2" charset="0"/>
              </a:rPr>
              <a:t>A</a:t>
            </a:r>
          </a:p>
        </p:txBody>
      </p:sp>
      <p:sp>
        <p:nvSpPr>
          <p:cNvPr id="5" name="Ovaal 14">
            <a:extLst>
              <a:ext uri="{FF2B5EF4-FFF2-40B4-BE49-F238E27FC236}">
                <a16:creationId xmlns:a16="http://schemas.microsoft.com/office/drawing/2014/main" id="{598495D7-6754-79E6-003A-E0C9E3610ABD}"/>
              </a:ext>
            </a:extLst>
          </p:cNvPr>
          <p:cNvSpPr/>
          <p:nvPr/>
        </p:nvSpPr>
        <p:spPr>
          <a:xfrm>
            <a:off x="1464382" y="3387968"/>
            <a:ext cx="715422" cy="709858"/>
          </a:xfrm>
          <a:prstGeom prst="ellipse">
            <a:avLst/>
          </a:prstGeom>
        </p:spPr>
        <p:style>
          <a:lnRef idx="0">
            <a:schemeClr val="accent4"/>
          </a:lnRef>
          <a:fillRef idx="3">
            <a:schemeClr val="accent4"/>
          </a:fillRef>
          <a:effectRef idx="3">
            <a:schemeClr val="accent4"/>
          </a:effectRef>
          <a:fontRef idx="minor">
            <a:schemeClr val="lt1"/>
          </a:fontRef>
        </p:style>
        <p:txBody>
          <a:bodyPr rtlCol="0" anchor="ctr"/>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nl-BE" sz="3600" dirty="0">
                <a:latin typeface="Barlow Condensed" panose="00000506000000000000" pitchFamily="2" charset="0"/>
              </a:rPr>
              <a:t>B</a:t>
            </a:r>
          </a:p>
        </p:txBody>
      </p:sp>
      <p:pic>
        <p:nvPicPr>
          <p:cNvPr id="6" name="Afbeelding 18">
            <a:extLst>
              <a:ext uri="{FF2B5EF4-FFF2-40B4-BE49-F238E27FC236}">
                <a16:creationId xmlns:a16="http://schemas.microsoft.com/office/drawing/2014/main" id="{0A881C5F-0E43-D9F1-663F-1C4FF71F7C48}"/>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62278" y="3471680"/>
            <a:ext cx="1033705" cy="1041960"/>
          </a:xfrm>
          <a:prstGeom prst="rect">
            <a:avLst/>
          </a:prstGeom>
          <a:noFill/>
          <a:ln>
            <a:noFill/>
          </a:ln>
        </p:spPr>
      </p:pic>
      <p:pic>
        <p:nvPicPr>
          <p:cNvPr id="7" name="Afbeelding 19">
            <a:extLst>
              <a:ext uri="{FF2B5EF4-FFF2-40B4-BE49-F238E27FC236}">
                <a16:creationId xmlns:a16="http://schemas.microsoft.com/office/drawing/2014/main" id="{32B8FB4B-36E7-A3AC-BD07-AD008618DC60}"/>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62295" y="1938335"/>
            <a:ext cx="1033705" cy="1041960"/>
          </a:xfrm>
          <a:prstGeom prst="rect">
            <a:avLst/>
          </a:prstGeom>
          <a:noFill/>
          <a:ln>
            <a:noFill/>
          </a:ln>
        </p:spPr>
      </p:pic>
      <p:pic>
        <p:nvPicPr>
          <p:cNvPr id="8" name="Afbeelding 20">
            <a:extLst>
              <a:ext uri="{FF2B5EF4-FFF2-40B4-BE49-F238E27FC236}">
                <a16:creationId xmlns:a16="http://schemas.microsoft.com/office/drawing/2014/main" id="{1CB2CA76-1B00-3929-76D5-A42D733F9FFF}"/>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69933" y="3576846"/>
            <a:ext cx="1033705" cy="1041960"/>
          </a:xfrm>
          <a:prstGeom prst="rect">
            <a:avLst/>
          </a:prstGeom>
          <a:noFill/>
          <a:ln>
            <a:noFill/>
          </a:ln>
        </p:spPr>
      </p:pic>
      <p:pic>
        <p:nvPicPr>
          <p:cNvPr id="9" name="Afbeelding 21">
            <a:extLst>
              <a:ext uri="{FF2B5EF4-FFF2-40B4-BE49-F238E27FC236}">
                <a16:creationId xmlns:a16="http://schemas.microsoft.com/office/drawing/2014/main" id="{C9E1CC0B-F243-FC57-8BF0-08EF3EB1173E}"/>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83649" y="5458107"/>
            <a:ext cx="1033705" cy="1041960"/>
          </a:xfrm>
          <a:prstGeom prst="rect">
            <a:avLst/>
          </a:prstGeom>
          <a:noFill/>
          <a:ln>
            <a:noFill/>
          </a:ln>
        </p:spPr>
      </p:pic>
      <p:pic>
        <p:nvPicPr>
          <p:cNvPr id="10" name="Afbeelding 22">
            <a:extLst>
              <a:ext uri="{FF2B5EF4-FFF2-40B4-BE49-F238E27FC236}">
                <a16:creationId xmlns:a16="http://schemas.microsoft.com/office/drawing/2014/main" id="{D2491160-5D98-DF73-2B77-07E3C20DF9F3}"/>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71457" y="5458107"/>
            <a:ext cx="1033705" cy="1041960"/>
          </a:xfrm>
          <a:prstGeom prst="rect">
            <a:avLst/>
          </a:prstGeom>
          <a:noFill/>
          <a:ln>
            <a:noFill/>
          </a:ln>
        </p:spPr>
      </p:pic>
      <p:cxnSp>
        <p:nvCxnSpPr>
          <p:cNvPr id="11" name="Rechte verbindingslijn 23">
            <a:extLst>
              <a:ext uri="{FF2B5EF4-FFF2-40B4-BE49-F238E27FC236}">
                <a16:creationId xmlns:a16="http://schemas.microsoft.com/office/drawing/2014/main" id="{36F30812-EE99-BB3F-3788-3ACE3818FD4B}"/>
              </a:ext>
            </a:extLst>
          </p:cNvPr>
          <p:cNvCxnSpPr/>
          <p:nvPr/>
        </p:nvCxnSpPr>
        <p:spPr>
          <a:xfrm flipV="1">
            <a:off x="5645752" y="2977786"/>
            <a:ext cx="0" cy="877478"/>
          </a:xfrm>
          <a:prstGeom prst="line">
            <a:avLst/>
          </a:prstGeom>
          <a:ln w="38100">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2" name="Rechte verbindingslijn 24">
            <a:extLst>
              <a:ext uri="{FF2B5EF4-FFF2-40B4-BE49-F238E27FC236}">
                <a16:creationId xmlns:a16="http://schemas.microsoft.com/office/drawing/2014/main" id="{B7D9B7BD-82C2-EED5-4A1C-4E0C1DBA4938}"/>
              </a:ext>
            </a:extLst>
          </p:cNvPr>
          <p:cNvCxnSpPr/>
          <p:nvPr/>
        </p:nvCxnSpPr>
        <p:spPr>
          <a:xfrm flipV="1">
            <a:off x="6149990" y="4145228"/>
            <a:ext cx="1753611" cy="35154"/>
          </a:xfrm>
          <a:prstGeom prst="line">
            <a:avLst/>
          </a:prstGeom>
          <a:ln w="38100">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3" name="Rechte verbindingslijn 25">
            <a:extLst>
              <a:ext uri="{FF2B5EF4-FFF2-40B4-BE49-F238E27FC236}">
                <a16:creationId xmlns:a16="http://schemas.microsoft.com/office/drawing/2014/main" id="{E9069BB2-930F-73D1-116F-618C7D24A52D}"/>
              </a:ext>
            </a:extLst>
          </p:cNvPr>
          <p:cNvCxnSpPr/>
          <p:nvPr/>
        </p:nvCxnSpPr>
        <p:spPr>
          <a:xfrm flipH="1">
            <a:off x="4532433" y="4464092"/>
            <a:ext cx="529862" cy="994015"/>
          </a:xfrm>
          <a:prstGeom prst="line">
            <a:avLst/>
          </a:prstGeom>
          <a:ln w="38100">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4" name="Rechte verbindingslijn 26">
            <a:extLst>
              <a:ext uri="{FF2B5EF4-FFF2-40B4-BE49-F238E27FC236}">
                <a16:creationId xmlns:a16="http://schemas.microsoft.com/office/drawing/2014/main" id="{21AB7639-3BDC-25AC-A0D7-33E3AC804B91}"/>
              </a:ext>
            </a:extLst>
          </p:cNvPr>
          <p:cNvCxnSpPr/>
          <p:nvPr/>
        </p:nvCxnSpPr>
        <p:spPr>
          <a:xfrm>
            <a:off x="6096000" y="4444097"/>
            <a:ext cx="978404" cy="1122002"/>
          </a:xfrm>
          <a:prstGeom prst="line">
            <a:avLst/>
          </a:prstGeom>
          <a:ln w="38100">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pic>
        <p:nvPicPr>
          <p:cNvPr id="15" name="Afbeelding 27">
            <a:extLst>
              <a:ext uri="{FF2B5EF4-FFF2-40B4-BE49-F238E27FC236}">
                <a16:creationId xmlns:a16="http://schemas.microsoft.com/office/drawing/2014/main" id="{15748577-9324-1A49-9936-D7805D5986DF}"/>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170274" y="3948170"/>
            <a:ext cx="925726" cy="488560"/>
          </a:xfrm>
          <a:prstGeom prst="rect">
            <a:avLst/>
          </a:prstGeom>
          <a:noFill/>
          <a:ln>
            <a:noFill/>
          </a:ln>
        </p:spPr>
      </p:pic>
      <p:cxnSp>
        <p:nvCxnSpPr>
          <p:cNvPr id="16" name="Rechte verbindingslijn 28">
            <a:extLst>
              <a:ext uri="{FF2B5EF4-FFF2-40B4-BE49-F238E27FC236}">
                <a16:creationId xmlns:a16="http://schemas.microsoft.com/office/drawing/2014/main" id="{0E420605-EB75-B42F-DBAA-5FB0E9175EF8}"/>
              </a:ext>
            </a:extLst>
          </p:cNvPr>
          <p:cNvCxnSpPr/>
          <p:nvPr/>
        </p:nvCxnSpPr>
        <p:spPr>
          <a:xfrm>
            <a:off x="3256323" y="4180382"/>
            <a:ext cx="1809585" cy="19726"/>
          </a:xfrm>
          <a:prstGeom prst="line">
            <a:avLst/>
          </a:prstGeom>
          <a:ln w="38100">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17" name="Rechthoekige toelichting 5">
            <a:extLst>
              <a:ext uri="{FF2B5EF4-FFF2-40B4-BE49-F238E27FC236}">
                <a16:creationId xmlns:a16="http://schemas.microsoft.com/office/drawing/2014/main" id="{B454F9DE-54D6-76BD-93FA-EE90AFF450A2}"/>
              </a:ext>
            </a:extLst>
          </p:cNvPr>
          <p:cNvSpPr/>
          <p:nvPr/>
        </p:nvSpPr>
        <p:spPr>
          <a:xfrm>
            <a:off x="7969933" y="5343971"/>
            <a:ext cx="2775471" cy="1367354"/>
          </a:xfrm>
          <a:prstGeom prst="wedgeRectCallout">
            <a:avLst>
              <a:gd name="adj1" fmla="val -21761"/>
              <a:gd name="adj2" fmla="val -99427"/>
            </a:avLst>
          </a:prstGeom>
          <a:ln w="38100">
            <a:noFill/>
          </a:ln>
        </p:spPr>
        <p:style>
          <a:lnRef idx="2">
            <a:schemeClr val="accent4"/>
          </a:lnRef>
          <a:fillRef idx="1">
            <a:schemeClr val="lt1"/>
          </a:fillRef>
          <a:effectRef idx="0">
            <a:schemeClr val="accent4"/>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nl-BE" sz="3200" dirty="0">
                <a:solidFill>
                  <a:schemeClr val="tx1"/>
                </a:solidFill>
                <a:latin typeface="Barlow Condensed" panose="00000506000000000000" pitchFamily="2" charset="0"/>
              </a:rPr>
              <a:t>MAC staat niet in de </a:t>
            </a:r>
            <a:r>
              <a:rPr lang="nl-BE" sz="3200" dirty="0" err="1">
                <a:solidFill>
                  <a:schemeClr val="tx1"/>
                </a:solidFill>
                <a:latin typeface="Barlow Condensed" panose="00000506000000000000" pitchFamily="2" charset="0"/>
              </a:rPr>
              <a:t>mappinglijst</a:t>
            </a:r>
            <a:endParaRPr lang="nl-BE" sz="3200" dirty="0">
              <a:solidFill>
                <a:schemeClr val="tx1"/>
              </a:solidFill>
              <a:latin typeface="Barlow Condensed" panose="00000506000000000000" pitchFamily="2" charset="0"/>
            </a:endParaRPr>
          </a:p>
        </p:txBody>
      </p:sp>
      <p:sp>
        <p:nvSpPr>
          <p:cNvPr id="18" name="PIJL-OMLAAG 5">
            <a:extLst>
              <a:ext uri="{FF2B5EF4-FFF2-40B4-BE49-F238E27FC236}">
                <a16:creationId xmlns:a16="http://schemas.microsoft.com/office/drawing/2014/main" id="{99DCA62B-5822-6190-B9C7-A1A1B0DBA078}"/>
              </a:ext>
            </a:extLst>
          </p:cNvPr>
          <p:cNvSpPr/>
          <p:nvPr/>
        </p:nvSpPr>
        <p:spPr>
          <a:xfrm rot="16200000">
            <a:off x="4125745" y="3799948"/>
            <a:ext cx="216024" cy="360040"/>
          </a:xfrm>
          <a:prstGeom prst="downArrow">
            <a:avLst/>
          </a:prstGeom>
        </p:spPr>
        <p:style>
          <a:lnRef idx="1">
            <a:schemeClr val="accent4"/>
          </a:lnRef>
          <a:fillRef idx="3">
            <a:schemeClr val="accent4"/>
          </a:fillRef>
          <a:effectRef idx="2">
            <a:schemeClr val="accent4"/>
          </a:effectRef>
          <a:fontRef idx="minor">
            <a:schemeClr val="lt1"/>
          </a:fontRef>
        </p:style>
        <p:txBody>
          <a:bodyPr rtlCol="0" anchor="ctr"/>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nl-BE">
              <a:latin typeface="Trebuchet MS" panose="020B0603020202020204" pitchFamily="34" charset="0"/>
            </a:endParaRPr>
          </a:p>
        </p:txBody>
      </p:sp>
      <p:sp>
        <p:nvSpPr>
          <p:cNvPr id="19" name="PIJL-OMLAAG 21">
            <a:extLst>
              <a:ext uri="{FF2B5EF4-FFF2-40B4-BE49-F238E27FC236}">
                <a16:creationId xmlns:a16="http://schemas.microsoft.com/office/drawing/2014/main" id="{3B5D3A09-31ED-3AB7-1F16-87672279AFBF}"/>
              </a:ext>
            </a:extLst>
          </p:cNvPr>
          <p:cNvSpPr/>
          <p:nvPr/>
        </p:nvSpPr>
        <p:spPr>
          <a:xfrm rot="16200000">
            <a:off x="6952039" y="3779204"/>
            <a:ext cx="216024" cy="360040"/>
          </a:xfrm>
          <a:prstGeom prst="downArrow">
            <a:avLst/>
          </a:prstGeom>
        </p:spPr>
        <p:style>
          <a:lnRef idx="1">
            <a:schemeClr val="accent4"/>
          </a:lnRef>
          <a:fillRef idx="3">
            <a:schemeClr val="accent4"/>
          </a:fillRef>
          <a:effectRef idx="2">
            <a:schemeClr val="accent4"/>
          </a:effectRef>
          <a:fontRef idx="minor">
            <a:schemeClr val="lt1"/>
          </a:fontRef>
        </p:style>
        <p:txBody>
          <a:bodyPr rtlCol="0" anchor="ctr"/>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nl-BE">
              <a:latin typeface="Trebuchet MS" panose="020B0603020202020204" pitchFamily="34" charset="0"/>
            </a:endParaRPr>
          </a:p>
        </p:txBody>
      </p:sp>
      <p:sp>
        <p:nvSpPr>
          <p:cNvPr id="20" name="Ovaal bijschrift 37">
            <a:extLst>
              <a:ext uri="{FF2B5EF4-FFF2-40B4-BE49-F238E27FC236}">
                <a16:creationId xmlns:a16="http://schemas.microsoft.com/office/drawing/2014/main" id="{04BA7D8E-9B12-8F76-549C-70AB593585EC}"/>
              </a:ext>
            </a:extLst>
          </p:cNvPr>
          <p:cNvSpPr/>
          <p:nvPr/>
        </p:nvSpPr>
        <p:spPr>
          <a:xfrm>
            <a:off x="1170315" y="1350246"/>
            <a:ext cx="2470155" cy="1801587"/>
          </a:xfrm>
          <a:prstGeom prst="wedgeEllipseCallout">
            <a:avLst>
              <a:gd name="adj1" fmla="val 3297"/>
              <a:gd name="adj2" fmla="val 71851"/>
            </a:avLst>
          </a:prstGeom>
        </p:spPr>
        <p:style>
          <a:lnRef idx="2">
            <a:schemeClr val="accent6"/>
          </a:lnRef>
          <a:fillRef idx="1">
            <a:schemeClr val="lt1"/>
          </a:fillRef>
          <a:effectRef idx="0">
            <a:schemeClr val="accent6"/>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nl-BE" sz="3200" dirty="0">
                <a:latin typeface="Barlow Condensed" panose="00000506000000000000" pitchFamily="2" charset="0"/>
              </a:rPr>
              <a:t>Ik! Hier is mijn MAC-adres!</a:t>
            </a:r>
          </a:p>
        </p:txBody>
      </p:sp>
      <p:sp>
        <p:nvSpPr>
          <p:cNvPr id="22" name="Rechthoekige toelichting 5">
            <a:extLst>
              <a:ext uri="{FF2B5EF4-FFF2-40B4-BE49-F238E27FC236}">
                <a16:creationId xmlns:a16="http://schemas.microsoft.com/office/drawing/2014/main" id="{B36D7C2B-8352-36DE-CFCF-1D1502B6B7C7}"/>
              </a:ext>
            </a:extLst>
          </p:cNvPr>
          <p:cNvSpPr/>
          <p:nvPr/>
        </p:nvSpPr>
        <p:spPr>
          <a:xfrm>
            <a:off x="7856087" y="5213416"/>
            <a:ext cx="2775471" cy="1367354"/>
          </a:xfrm>
          <a:prstGeom prst="wedgeRectCallout">
            <a:avLst>
              <a:gd name="adj1" fmla="val -21761"/>
              <a:gd name="adj2" fmla="val -99427"/>
            </a:avLst>
          </a:prstGeom>
          <a:ln/>
        </p:spPr>
        <p:style>
          <a:lnRef idx="2">
            <a:schemeClr val="accent6"/>
          </a:lnRef>
          <a:fillRef idx="1">
            <a:schemeClr val="lt1"/>
          </a:fillRef>
          <a:effectRef idx="0">
            <a:schemeClr val="accent6"/>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nl-BE" sz="3200" dirty="0">
                <a:solidFill>
                  <a:schemeClr val="tx1"/>
                </a:solidFill>
                <a:latin typeface="Barlow Condensed" panose="00000506000000000000" pitchFamily="2" charset="0"/>
              </a:rPr>
              <a:t>MAC staat niet in de </a:t>
            </a:r>
            <a:r>
              <a:rPr lang="nl-BE" sz="3200" dirty="0" err="1">
                <a:solidFill>
                  <a:schemeClr val="tx1"/>
                </a:solidFill>
                <a:latin typeface="Barlow Condensed" panose="00000506000000000000" pitchFamily="2" charset="0"/>
              </a:rPr>
              <a:t>mappinglijst</a:t>
            </a:r>
            <a:endParaRPr lang="nl-BE" sz="3200" dirty="0">
              <a:solidFill>
                <a:schemeClr val="tx1"/>
              </a:solidFill>
              <a:latin typeface="Barlow Condensed" panose="00000506000000000000" pitchFamily="2" charset="0"/>
            </a:endParaRPr>
          </a:p>
        </p:txBody>
      </p:sp>
    </p:spTree>
    <p:extLst>
      <p:ext uri="{BB962C8B-B14F-4D97-AF65-F5344CB8AC3E}">
        <p14:creationId xmlns:p14="http://schemas.microsoft.com/office/powerpoint/2010/main" val="106956572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578D74-CFCA-7075-4FB1-F43DE457526B}"/>
              </a:ext>
            </a:extLst>
          </p:cNvPr>
          <p:cNvSpPr>
            <a:spLocks noGrp="1"/>
          </p:cNvSpPr>
          <p:nvPr>
            <p:ph type="title"/>
          </p:nvPr>
        </p:nvSpPr>
        <p:spPr/>
        <p:txBody>
          <a:bodyPr/>
          <a:lstStyle/>
          <a:p>
            <a:r>
              <a:rPr lang="en-US" dirty="0"/>
              <a:t>ARP-request</a:t>
            </a:r>
            <a:endParaRPr lang="LID4096" dirty="0"/>
          </a:p>
        </p:txBody>
      </p:sp>
      <p:sp>
        <p:nvSpPr>
          <p:cNvPr id="4" name="Ovaal 13">
            <a:extLst>
              <a:ext uri="{FF2B5EF4-FFF2-40B4-BE49-F238E27FC236}">
                <a16:creationId xmlns:a16="http://schemas.microsoft.com/office/drawing/2014/main" id="{2DDF427D-0AAF-A394-ADFA-B091111CFFCC}"/>
              </a:ext>
            </a:extLst>
          </p:cNvPr>
          <p:cNvSpPr/>
          <p:nvPr/>
        </p:nvSpPr>
        <p:spPr>
          <a:xfrm>
            <a:off x="8886112" y="2997281"/>
            <a:ext cx="715422" cy="709858"/>
          </a:xfrm>
          <a:prstGeom prst="ellipse">
            <a:avLst/>
          </a:prstGeom>
        </p:spPr>
        <p:style>
          <a:lnRef idx="0">
            <a:schemeClr val="accent4"/>
          </a:lnRef>
          <a:fillRef idx="3">
            <a:schemeClr val="accent4"/>
          </a:fillRef>
          <a:effectRef idx="3">
            <a:schemeClr val="accent4"/>
          </a:effectRef>
          <a:fontRef idx="minor">
            <a:schemeClr val="lt1"/>
          </a:fontRef>
        </p:style>
        <p:txBody>
          <a:bodyPr rtlCol="0" anchor="ctr"/>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nl-BE" sz="3600" dirty="0">
                <a:latin typeface="Barlow Condensed" panose="00000506000000000000" pitchFamily="2" charset="0"/>
              </a:rPr>
              <a:t>A</a:t>
            </a:r>
          </a:p>
        </p:txBody>
      </p:sp>
      <p:sp>
        <p:nvSpPr>
          <p:cNvPr id="5" name="Ovaal 14">
            <a:extLst>
              <a:ext uri="{FF2B5EF4-FFF2-40B4-BE49-F238E27FC236}">
                <a16:creationId xmlns:a16="http://schemas.microsoft.com/office/drawing/2014/main" id="{C42AD39B-7C74-5CAF-25BC-27F77D8499EF}"/>
              </a:ext>
            </a:extLst>
          </p:cNvPr>
          <p:cNvSpPr/>
          <p:nvPr/>
        </p:nvSpPr>
        <p:spPr>
          <a:xfrm>
            <a:off x="1464382" y="2968877"/>
            <a:ext cx="715422" cy="709858"/>
          </a:xfrm>
          <a:prstGeom prst="ellipse">
            <a:avLst/>
          </a:prstGeom>
        </p:spPr>
        <p:style>
          <a:lnRef idx="0">
            <a:schemeClr val="accent4"/>
          </a:lnRef>
          <a:fillRef idx="3">
            <a:schemeClr val="accent4"/>
          </a:fillRef>
          <a:effectRef idx="3">
            <a:schemeClr val="accent4"/>
          </a:effectRef>
          <a:fontRef idx="minor">
            <a:schemeClr val="lt1"/>
          </a:fontRef>
        </p:style>
        <p:txBody>
          <a:bodyPr rtlCol="0" anchor="ctr"/>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nl-BE" sz="3600" dirty="0">
                <a:latin typeface="Barlow Condensed" panose="00000506000000000000" pitchFamily="2" charset="0"/>
              </a:rPr>
              <a:t>B</a:t>
            </a:r>
          </a:p>
        </p:txBody>
      </p:sp>
      <p:pic>
        <p:nvPicPr>
          <p:cNvPr id="6" name="Afbeelding 18">
            <a:extLst>
              <a:ext uri="{FF2B5EF4-FFF2-40B4-BE49-F238E27FC236}">
                <a16:creationId xmlns:a16="http://schemas.microsoft.com/office/drawing/2014/main" id="{1E31B840-AEFC-CEF7-6FB4-320CD85EE3C1}"/>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62278" y="3052589"/>
            <a:ext cx="1033705" cy="1041960"/>
          </a:xfrm>
          <a:prstGeom prst="rect">
            <a:avLst/>
          </a:prstGeom>
          <a:noFill/>
          <a:ln>
            <a:noFill/>
          </a:ln>
        </p:spPr>
      </p:pic>
      <p:pic>
        <p:nvPicPr>
          <p:cNvPr id="7" name="Afbeelding 19">
            <a:extLst>
              <a:ext uri="{FF2B5EF4-FFF2-40B4-BE49-F238E27FC236}">
                <a16:creationId xmlns:a16="http://schemas.microsoft.com/office/drawing/2014/main" id="{C5FBA18E-3E24-F6A4-935B-A4C2E601408D}"/>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62295" y="1519244"/>
            <a:ext cx="1033705" cy="1041960"/>
          </a:xfrm>
          <a:prstGeom prst="rect">
            <a:avLst/>
          </a:prstGeom>
          <a:noFill/>
          <a:ln>
            <a:noFill/>
          </a:ln>
        </p:spPr>
      </p:pic>
      <p:pic>
        <p:nvPicPr>
          <p:cNvPr id="8" name="Afbeelding 20">
            <a:extLst>
              <a:ext uri="{FF2B5EF4-FFF2-40B4-BE49-F238E27FC236}">
                <a16:creationId xmlns:a16="http://schemas.microsoft.com/office/drawing/2014/main" id="{FD983A82-69E0-05E6-0A45-EBD953413E4C}"/>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69933" y="3157755"/>
            <a:ext cx="1033705" cy="1041960"/>
          </a:xfrm>
          <a:prstGeom prst="rect">
            <a:avLst/>
          </a:prstGeom>
          <a:noFill/>
          <a:ln>
            <a:noFill/>
          </a:ln>
        </p:spPr>
      </p:pic>
      <p:pic>
        <p:nvPicPr>
          <p:cNvPr id="9" name="Afbeelding 21">
            <a:extLst>
              <a:ext uri="{FF2B5EF4-FFF2-40B4-BE49-F238E27FC236}">
                <a16:creationId xmlns:a16="http://schemas.microsoft.com/office/drawing/2014/main" id="{DB662632-ED81-EEBB-E665-A64177FCDD6D}"/>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83649" y="5039016"/>
            <a:ext cx="1033705" cy="1041960"/>
          </a:xfrm>
          <a:prstGeom prst="rect">
            <a:avLst/>
          </a:prstGeom>
          <a:noFill/>
          <a:ln>
            <a:noFill/>
          </a:ln>
        </p:spPr>
      </p:pic>
      <p:pic>
        <p:nvPicPr>
          <p:cNvPr id="10" name="Afbeelding 22">
            <a:extLst>
              <a:ext uri="{FF2B5EF4-FFF2-40B4-BE49-F238E27FC236}">
                <a16:creationId xmlns:a16="http://schemas.microsoft.com/office/drawing/2014/main" id="{61B28742-6FC9-9CCD-01D4-3E6CDC8D7DAC}"/>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71457" y="5039016"/>
            <a:ext cx="1033705" cy="1041960"/>
          </a:xfrm>
          <a:prstGeom prst="rect">
            <a:avLst/>
          </a:prstGeom>
          <a:noFill/>
          <a:ln>
            <a:noFill/>
          </a:ln>
        </p:spPr>
      </p:pic>
      <p:cxnSp>
        <p:nvCxnSpPr>
          <p:cNvPr id="11" name="Rechte verbindingslijn 23">
            <a:extLst>
              <a:ext uri="{FF2B5EF4-FFF2-40B4-BE49-F238E27FC236}">
                <a16:creationId xmlns:a16="http://schemas.microsoft.com/office/drawing/2014/main" id="{D299E86E-81B2-2242-4664-D765EC7A5723}"/>
              </a:ext>
            </a:extLst>
          </p:cNvPr>
          <p:cNvCxnSpPr/>
          <p:nvPr/>
        </p:nvCxnSpPr>
        <p:spPr>
          <a:xfrm flipV="1">
            <a:off x="5645752" y="2558695"/>
            <a:ext cx="0" cy="877478"/>
          </a:xfrm>
          <a:prstGeom prst="line">
            <a:avLst/>
          </a:prstGeom>
          <a:ln w="38100">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2" name="Rechte verbindingslijn 24">
            <a:extLst>
              <a:ext uri="{FF2B5EF4-FFF2-40B4-BE49-F238E27FC236}">
                <a16:creationId xmlns:a16="http://schemas.microsoft.com/office/drawing/2014/main" id="{CD152904-A7F4-2076-AFEF-D7762ED4C002}"/>
              </a:ext>
            </a:extLst>
          </p:cNvPr>
          <p:cNvCxnSpPr/>
          <p:nvPr/>
        </p:nvCxnSpPr>
        <p:spPr>
          <a:xfrm flipV="1">
            <a:off x="6149990" y="3726137"/>
            <a:ext cx="1753611" cy="35154"/>
          </a:xfrm>
          <a:prstGeom prst="line">
            <a:avLst/>
          </a:prstGeom>
          <a:ln w="38100">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3" name="Rechte verbindingslijn 25">
            <a:extLst>
              <a:ext uri="{FF2B5EF4-FFF2-40B4-BE49-F238E27FC236}">
                <a16:creationId xmlns:a16="http://schemas.microsoft.com/office/drawing/2014/main" id="{6CF6840D-B899-95DD-0B6E-AE113F683328}"/>
              </a:ext>
            </a:extLst>
          </p:cNvPr>
          <p:cNvCxnSpPr/>
          <p:nvPr/>
        </p:nvCxnSpPr>
        <p:spPr>
          <a:xfrm flipH="1">
            <a:off x="4532433" y="4045001"/>
            <a:ext cx="529862" cy="994015"/>
          </a:xfrm>
          <a:prstGeom prst="line">
            <a:avLst/>
          </a:prstGeom>
          <a:ln w="38100">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4" name="Rechte verbindingslijn 26">
            <a:extLst>
              <a:ext uri="{FF2B5EF4-FFF2-40B4-BE49-F238E27FC236}">
                <a16:creationId xmlns:a16="http://schemas.microsoft.com/office/drawing/2014/main" id="{B9D46822-8C3C-40CF-3655-AD0C7D7D0A9B}"/>
              </a:ext>
            </a:extLst>
          </p:cNvPr>
          <p:cNvCxnSpPr/>
          <p:nvPr/>
        </p:nvCxnSpPr>
        <p:spPr>
          <a:xfrm>
            <a:off x="6096000" y="4025006"/>
            <a:ext cx="978404" cy="1122002"/>
          </a:xfrm>
          <a:prstGeom prst="line">
            <a:avLst/>
          </a:prstGeom>
          <a:ln w="38100">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pic>
        <p:nvPicPr>
          <p:cNvPr id="15" name="Afbeelding 27">
            <a:extLst>
              <a:ext uri="{FF2B5EF4-FFF2-40B4-BE49-F238E27FC236}">
                <a16:creationId xmlns:a16="http://schemas.microsoft.com/office/drawing/2014/main" id="{1FE73850-E382-E635-50D8-6F7E87DB8377}"/>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170274" y="3529079"/>
            <a:ext cx="925726" cy="488560"/>
          </a:xfrm>
          <a:prstGeom prst="rect">
            <a:avLst/>
          </a:prstGeom>
          <a:noFill/>
          <a:ln>
            <a:noFill/>
          </a:ln>
        </p:spPr>
      </p:pic>
      <p:cxnSp>
        <p:nvCxnSpPr>
          <p:cNvPr id="16" name="Rechte verbindingslijn 28">
            <a:extLst>
              <a:ext uri="{FF2B5EF4-FFF2-40B4-BE49-F238E27FC236}">
                <a16:creationId xmlns:a16="http://schemas.microsoft.com/office/drawing/2014/main" id="{D5EE4E0F-5167-C197-FD9C-98CBF7C8354B}"/>
              </a:ext>
            </a:extLst>
          </p:cNvPr>
          <p:cNvCxnSpPr/>
          <p:nvPr/>
        </p:nvCxnSpPr>
        <p:spPr>
          <a:xfrm>
            <a:off x="3256323" y="3761291"/>
            <a:ext cx="1809585" cy="19726"/>
          </a:xfrm>
          <a:prstGeom prst="line">
            <a:avLst/>
          </a:prstGeom>
          <a:ln w="38100">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17" name="Rechthoekige toelichting 5">
            <a:extLst>
              <a:ext uri="{FF2B5EF4-FFF2-40B4-BE49-F238E27FC236}">
                <a16:creationId xmlns:a16="http://schemas.microsoft.com/office/drawing/2014/main" id="{6F8D3B61-D77D-1C2F-F223-F16AB63E5275}"/>
              </a:ext>
            </a:extLst>
          </p:cNvPr>
          <p:cNvSpPr/>
          <p:nvPr/>
        </p:nvSpPr>
        <p:spPr>
          <a:xfrm>
            <a:off x="7969933" y="4924880"/>
            <a:ext cx="2775471" cy="1367354"/>
          </a:xfrm>
          <a:prstGeom prst="wedgeRectCallout">
            <a:avLst>
              <a:gd name="adj1" fmla="val -21761"/>
              <a:gd name="adj2" fmla="val -99427"/>
            </a:avLst>
          </a:prstGeom>
          <a:ln w="38100">
            <a:noFill/>
          </a:ln>
        </p:spPr>
        <p:style>
          <a:lnRef idx="2">
            <a:schemeClr val="accent4"/>
          </a:lnRef>
          <a:fillRef idx="1">
            <a:schemeClr val="lt1"/>
          </a:fillRef>
          <a:effectRef idx="0">
            <a:schemeClr val="accent4"/>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nl-BE" sz="3200" dirty="0">
                <a:solidFill>
                  <a:schemeClr val="tx1"/>
                </a:solidFill>
                <a:latin typeface="Barlow Condensed" panose="00000506000000000000" pitchFamily="2" charset="0"/>
              </a:rPr>
              <a:t>MAC opgeslagen in de </a:t>
            </a:r>
            <a:r>
              <a:rPr lang="nl-BE" sz="3200" dirty="0" err="1">
                <a:solidFill>
                  <a:schemeClr val="tx1"/>
                </a:solidFill>
                <a:latin typeface="Barlow Condensed" panose="00000506000000000000" pitchFamily="2" charset="0"/>
              </a:rPr>
              <a:t>mappinglijst</a:t>
            </a:r>
            <a:endParaRPr lang="nl-BE" sz="3200" dirty="0">
              <a:solidFill>
                <a:schemeClr val="tx1"/>
              </a:solidFill>
              <a:latin typeface="Barlow Condensed" panose="00000506000000000000" pitchFamily="2" charset="0"/>
            </a:endParaRPr>
          </a:p>
        </p:txBody>
      </p:sp>
      <p:sp>
        <p:nvSpPr>
          <p:cNvPr id="18" name="Rechthoekige toelichting 5">
            <a:extLst>
              <a:ext uri="{FF2B5EF4-FFF2-40B4-BE49-F238E27FC236}">
                <a16:creationId xmlns:a16="http://schemas.microsoft.com/office/drawing/2014/main" id="{2E81E77F-7AF9-3F17-1A1B-2DCEF905BBD9}"/>
              </a:ext>
            </a:extLst>
          </p:cNvPr>
          <p:cNvSpPr/>
          <p:nvPr/>
        </p:nvSpPr>
        <p:spPr>
          <a:xfrm>
            <a:off x="7969932" y="4876319"/>
            <a:ext cx="2775471" cy="1367354"/>
          </a:xfrm>
          <a:prstGeom prst="wedgeRectCallout">
            <a:avLst>
              <a:gd name="adj1" fmla="val -21761"/>
              <a:gd name="adj2" fmla="val -99427"/>
            </a:avLst>
          </a:prstGeom>
          <a:ln/>
        </p:spPr>
        <p:style>
          <a:lnRef idx="2">
            <a:schemeClr val="accent6"/>
          </a:lnRef>
          <a:fillRef idx="1">
            <a:schemeClr val="lt1"/>
          </a:fillRef>
          <a:effectRef idx="0">
            <a:schemeClr val="accent6"/>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nl-BE" sz="3200" dirty="0">
                <a:solidFill>
                  <a:schemeClr val="tx1"/>
                </a:solidFill>
                <a:latin typeface="Barlow Condensed" panose="00000506000000000000" pitchFamily="2" charset="0"/>
              </a:rPr>
              <a:t>MAC opgeslagen in de mappinglijst</a:t>
            </a:r>
          </a:p>
        </p:txBody>
      </p:sp>
    </p:spTree>
    <p:extLst>
      <p:ext uri="{BB962C8B-B14F-4D97-AF65-F5344CB8AC3E}">
        <p14:creationId xmlns:p14="http://schemas.microsoft.com/office/powerpoint/2010/main" val="329497108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hthoek 10">
            <a:extLst>
              <a:ext uri="{FF2B5EF4-FFF2-40B4-BE49-F238E27FC236}">
                <a16:creationId xmlns:a16="http://schemas.microsoft.com/office/drawing/2014/main" id="{189363E1-EE30-7C21-096D-C2E86A78A090}"/>
              </a:ext>
            </a:extLst>
          </p:cNvPr>
          <p:cNvSpPr/>
          <p:nvPr/>
        </p:nvSpPr>
        <p:spPr>
          <a:xfrm>
            <a:off x="1133475" y="1249413"/>
            <a:ext cx="4629151" cy="2770456"/>
          </a:xfrm>
          <a:prstGeom prst="rect">
            <a:avLst/>
          </a:prstGeom>
        </p:spPr>
        <p:style>
          <a:lnRef idx="2">
            <a:schemeClr val="dk1"/>
          </a:lnRef>
          <a:fillRef idx="1">
            <a:schemeClr val="lt1"/>
          </a:fillRef>
          <a:effectRef idx="0">
            <a:schemeClr val="dk1"/>
          </a:effectRef>
          <a:fontRef idx="minor">
            <a:schemeClr val="dk1"/>
          </a:fontRef>
        </p:style>
        <p:txBody>
          <a:bodyPr rtlCol="0" anchor="ctr"/>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nl-BE" sz="5400" dirty="0">
                <a:solidFill>
                  <a:schemeClr val="tx1"/>
                </a:solidFill>
                <a:latin typeface="Barlow Condensed" panose="00000506000000000000" pitchFamily="2" charset="0"/>
              </a:rPr>
              <a:t>statische </a:t>
            </a:r>
            <a:br>
              <a:rPr lang="nl-BE" sz="5400" dirty="0">
                <a:solidFill>
                  <a:schemeClr val="tx1"/>
                </a:solidFill>
                <a:latin typeface="Barlow Condensed" panose="00000506000000000000" pitchFamily="2" charset="0"/>
              </a:rPr>
            </a:br>
            <a:r>
              <a:rPr lang="nl-BE" sz="5400" dirty="0">
                <a:solidFill>
                  <a:schemeClr val="tx1"/>
                </a:solidFill>
                <a:latin typeface="Barlow Condensed" panose="00000506000000000000" pitchFamily="2" charset="0"/>
              </a:rPr>
              <a:t>entries</a:t>
            </a:r>
          </a:p>
        </p:txBody>
      </p:sp>
      <p:sp>
        <p:nvSpPr>
          <p:cNvPr id="5" name="Rechthoek 11">
            <a:extLst>
              <a:ext uri="{FF2B5EF4-FFF2-40B4-BE49-F238E27FC236}">
                <a16:creationId xmlns:a16="http://schemas.microsoft.com/office/drawing/2014/main" id="{AA45231F-A1EE-25C1-01E2-014681E79984}"/>
              </a:ext>
            </a:extLst>
          </p:cNvPr>
          <p:cNvSpPr/>
          <p:nvPr/>
        </p:nvSpPr>
        <p:spPr>
          <a:xfrm>
            <a:off x="6429374" y="1249413"/>
            <a:ext cx="4629151" cy="2770456"/>
          </a:xfrm>
          <a:prstGeom prst="rect">
            <a:avLst/>
          </a:prstGeom>
        </p:spPr>
        <p:style>
          <a:lnRef idx="2">
            <a:schemeClr val="dk1"/>
          </a:lnRef>
          <a:fillRef idx="1">
            <a:schemeClr val="lt1"/>
          </a:fillRef>
          <a:effectRef idx="0">
            <a:schemeClr val="dk1"/>
          </a:effectRef>
          <a:fontRef idx="minor">
            <a:schemeClr val="dk1"/>
          </a:fontRef>
        </p:style>
        <p:txBody>
          <a:bodyPr rtlCol="0" anchor="ctr"/>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nl-BE" sz="5400" dirty="0">
                <a:solidFill>
                  <a:schemeClr val="tx1"/>
                </a:solidFill>
                <a:latin typeface="Barlow Condensed" panose="00000506000000000000" pitchFamily="2" charset="0"/>
              </a:rPr>
              <a:t>dynamische entries</a:t>
            </a:r>
          </a:p>
        </p:txBody>
      </p:sp>
      <p:sp>
        <p:nvSpPr>
          <p:cNvPr id="6" name="Tekstvak 15">
            <a:extLst>
              <a:ext uri="{FF2B5EF4-FFF2-40B4-BE49-F238E27FC236}">
                <a16:creationId xmlns:a16="http://schemas.microsoft.com/office/drawing/2014/main" id="{AF5174DA-88E5-2B28-2632-817ED7931D6E}"/>
              </a:ext>
            </a:extLst>
          </p:cNvPr>
          <p:cNvSpPr txBox="1"/>
          <p:nvPr/>
        </p:nvSpPr>
        <p:spPr>
          <a:xfrm>
            <a:off x="1786383" y="4019869"/>
            <a:ext cx="3323334" cy="156966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nl-BE" sz="4800" dirty="0">
                <a:latin typeface="Barlow Condensed" panose="00000506000000000000" pitchFamily="2" charset="0"/>
              </a:rPr>
              <a:t>permanent bewaard</a:t>
            </a:r>
            <a:endParaRPr lang="nl-BE" sz="3600" dirty="0">
              <a:latin typeface="Barlow Condensed" panose="00000506000000000000" pitchFamily="2" charset="0"/>
            </a:endParaRPr>
          </a:p>
        </p:txBody>
      </p:sp>
      <p:sp>
        <p:nvSpPr>
          <p:cNvPr id="7" name="Tekstvak 16">
            <a:extLst>
              <a:ext uri="{FF2B5EF4-FFF2-40B4-BE49-F238E27FC236}">
                <a16:creationId xmlns:a16="http://schemas.microsoft.com/office/drawing/2014/main" id="{936310F0-340D-4F54-CAC4-784D03E46E19}"/>
              </a:ext>
            </a:extLst>
          </p:cNvPr>
          <p:cNvSpPr txBox="1"/>
          <p:nvPr/>
        </p:nvSpPr>
        <p:spPr>
          <a:xfrm>
            <a:off x="6772371" y="4038927"/>
            <a:ext cx="3943156" cy="156966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nl-BE" sz="4800" dirty="0">
                <a:latin typeface="Barlow Condensed" panose="00000506000000000000" pitchFamily="2" charset="0"/>
              </a:rPr>
              <a:t>tijdelijk bewaard na ARP-</a:t>
            </a:r>
            <a:r>
              <a:rPr lang="nl-BE" sz="4800" dirty="0" err="1">
                <a:latin typeface="Barlow Condensed" panose="00000506000000000000" pitchFamily="2" charset="0"/>
              </a:rPr>
              <a:t>request</a:t>
            </a:r>
            <a:endParaRPr lang="nl-BE" sz="4800" dirty="0">
              <a:latin typeface="Barlow Condensed" panose="00000506000000000000" pitchFamily="2" charset="0"/>
            </a:endParaRPr>
          </a:p>
        </p:txBody>
      </p:sp>
    </p:spTree>
    <p:extLst>
      <p:ext uri="{BB962C8B-B14F-4D97-AF65-F5344CB8AC3E}">
        <p14:creationId xmlns:p14="http://schemas.microsoft.com/office/powerpoint/2010/main" val="150892972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hthoek 7">
            <a:extLst>
              <a:ext uri="{FF2B5EF4-FFF2-40B4-BE49-F238E27FC236}">
                <a16:creationId xmlns:a16="http://schemas.microsoft.com/office/drawing/2014/main" id="{1B5334AA-F40B-F79A-2A56-D499010EDFCC}"/>
              </a:ext>
            </a:extLst>
          </p:cNvPr>
          <p:cNvSpPr/>
          <p:nvPr/>
        </p:nvSpPr>
        <p:spPr>
          <a:xfrm>
            <a:off x="1133475" y="1295262"/>
            <a:ext cx="4629151" cy="2401036"/>
          </a:xfrm>
          <a:prstGeom prst="rect">
            <a:avLst/>
          </a:prstGeom>
        </p:spPr>
        <p:style>
          <a:lnRef idx="2">
            <a:schemeClr val="dk1"/>
          </a:lnRef>
          <a:fillRef idx="1">
            <a:schemeClr val="lt1"/>
          </a:fillRef>
          <a:effectRef idx="0">
            <a:schemeClr val="dk1"/>
          </a:effectRef>
          <a:fontRef idx="minor">
            <a:schemeClr val="dk1"/>
          </a:fontRef>
        </p:style>
        <p:txBody>
          <a:bodyPr rtlCol="0" anchor="ctr"/>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nl-BE" sz="11500" dirty="0">
                <a:solidFill>
                  <a:schemeClr val="tx1"/>
                </a:solidFill>
                <a:latin typeface="Barlow Condensed" panose="00000506000000000000" pitchFamily="2" charset="0"/>
              </a:rPr>
              <a:t>IPv4</a:t>
            </a:r>
          </a:p>
        </p:txBody>
      </p:sp>
      <p:sp>
        <p:nvSpPr>
          <p:cNvPr id="5" name="Rechthoek 8">
            <a:extLst>
              <a:ext uri="{FF2B5EF4-FFF2-40B4-BE49-F238E27FC236}">
                <a16:creationId xmlns:a16="http://schemas.microsoft.com/office/drawing/2014/main" id="{3FEED2A1-52B9-E199-2D9B-DE86373F0D0F}"/>
              </a:ext>
            </a:extLst>
          </p:cNvPr>
          <p:cNvSpPr/>
          <p:nvPr/>
        </p:nvSpPr>
        <p:spPr>
          <a:xfrm>
            <a:off x="6429374" y="1295262"/>
            <a:ext cx="4629151" cy="2401036"/>
          </a:xfrm>
          <a:prstGeom prst="rect">
            <a:avLst/>
          </a:prstGeom>
        </p:spPr>
        <p:style>
          <a:lnRef idx="2">
            <a:schemeClr val="dk1"/>
          </a:lnRef>
          <a:fillRef idx="1">
            <a:schemeClr val="lt1"/>
          </a:fillRef>
          <a:effectRef idx="0">
            <a:schemeClr val="dk1"/>
          </a:effectRef>
          <a:fontRef idx="minor">
            <a:schemeClr val="dk1"/>
          </a:fontRef>
        </p:style>
        <p:txBody>
          <a:bodyPr rtlCol="0" anchor="ctr"/>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nl-BE" sz="11500" dirty="0">
                <a:solidFill>
                  <a:schemeClr val="tx1"/>
                </a:solidFill>
                <a:latin typeface="Barlow Condensed" panose="00000506000000000000" pitchFamily="2" charset="0"/>
              </a:rPr>
              <a:t>IPv6</a:t>
            </a:r>
          </a:p>
        </p:txBody>
      </p:sp>
      <p:sp>
        <p:nvSpPr>
          <p:cNvPr id="6" name="Tekstvak 10">
            <a:extLst>
              <a:ext uri="{FF2B5EF4-FFF2-40B4-BE49-F238E27FC236}">
                <a16:creationId xmlns:a16="http://schemas.microsoft.com/office/drawing/2014/main" id="{98E4F44B-6B75-9C8D-56D6-179E645C04E7}"/>
              </a:ext>
            </a:extLst>
          </p:cNvPr>
          <p:cNvSpPr txBox="1"/>
          <p:nvPr/>
        </p:nvSpPr>
        <p:spPr>
          <a:xfrm>
            <a:off x="1942794" y="3788992"/>
            <a:ext cx="3323334" cy="83099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nl-BE" sz="4800" dirty="0">
                <a:latin typeface="Barlow Condensed" panose="00000506000000000000" pitchFamily="2" charset="0"/>
              </a:rPr>
              <a:t>32 bits</a:t>
            </a:r>
            <a:endParaRPr lang="nl-BE" sz="3600" dirty="0">
              <a:latin typeface="Barlow Condensed" panose="00000506000000000000" pitchFamily="2" charset="0"/>
            </a:endParaRPr>
          </a:p>
        </p:txBody>
      </p:sp>
      <p:sp>
        <p:nvSpPr>
          <p:cNvPr id="7" name="Tekstvak 11">
            <a:extLst>
              <a:ext uri="{FF2B5EF4-FFF2-40B4-BE49-F238E27FC236}">
                <a16:creationId xmlns:a16="http://schemas.microsoft.com/office/drawing/2014/main" id="{2A74DB79-3D5F-0D2A-529C-90B0CF5FBAA8}"/>
              </a:ext>
            </a:extLst>
          </p:cNvPr>
          <p:cNvSpPr txBox="1"/>
          <p:nvPr/>
        </p:nvSpPr>
        <p:spPr>
          <a:xfrm>
            <a:off x="6928782" y="3808050"/>
            <a:ext cx="3943156" cy="83099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nl-BE" sz="4800" dirty="0">
                <a:latin typeface="Barlow Condensed" panose="00000506000000000000" pitchFamily="2" charset="0"/>
              </a:rPr>
              <a:t>128 bits</a:t>
            </a:r>
          </a:p>
        </p:txBody>
      </p:sp>
      <p:sp>
        <p:nvSpPr>
          <p:cNvPr id="8" name="Tekstvak 12">
            <a:extLst>
              <a:ext uri="{FF2B5EF4-FFF2-40B4-BE49-F238E27FC236}">
                <a16:creationId xmlns:a16="http://schemas.microsoft.com/office/drawing/2014/main" id="{3D94986C-882E-488E-1794-FAF7BBC24B87}"/>
              </a:ext>
            </a:extLst>
          </p:cNvPr>
          <p:cNvSpPr txBox="1"/>
          <p:nvPr/>
        </p:nvSpPr>
        <p:spPr>
          <a:xfrm>
            <a:off x="1942794" y="4712683"/>
            <a:ext cx="3323334" cy="83099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nl-BE" sz="4800" dirty="0">
                <a:latin typeface="Barlow Condensed" panose="00000506000000000000" pitchFamily="2" charset="0"/>
              </a:rPr>
              <a:t>2</a:t>
            </a:r>
            <a:r>
              <a:rPr lang="nl-BE" sz="4800" baseline="30000" dirty="0">
                <a:latin typeface="Barlow Condensed" panose="00000506000000000000" pitchFamily="2" charset="0"/>
              </a:rPr>
              <a:t>32</a:t>
            </a:r>
            <a:r>
              <a:rPr lang="nl-BE" sz="4800" dirty="0">
                <a:latin typeface="Barlow Condensed" panose="00000506000000000000" pitchFamily="2" charset="0"/>
              </a:rPr>
              <a:t> adressen</a:t>
            </a:r>
            <a:endParaRPr lang="nl-BE" sz="3600" dirty="0">
              <a:latin typeface="Barlow Condensed" panose="00000506000000000000" pitchFamily="2" charset="0"/>
            </a:endParaRPr>
          </a:p>
        </p:txBody>
      </p:sp>
      <p:sp>
        <p:nvSpPr>
          <p:cNvPr id="9" name="Tekstvak 13">
            <a:extLst>
              <a:ext uri="{FF2B5EF4-FFF2-40B4-BE49-F238E27FC236}">
                <a16:creationId xmlns:a16="http://schemas.microsoft.com/office/drawing/2014/main" id="{CEBAE495-3F52-A325-2575-A35597B11CCD}"/>
              </a:ext>
            </a:extLst>
          </p:cNvPr>
          <p:cNvSpPr txBox="1"/>
          <p:nvPr/>
        </p:nvSpPr>
        <p:spPr>
          <a:xfrm>
            <a:off x="6928782" y="4731741"/>
            <a:ext cx="3943156" cy="83099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nl-BE" sz="4800" dirty="0">
                <a:latin typeface="Barlow Condensed" panose="00000506000000000000" pitchFamily="2" charset="0"/>
              </a:rPr>
              <a:t>2</a:t>
            </a:r>
            <a:r>
              <a:rPr lang="nl-BE" sz="4800" baseline="30000" dirty="0">
                <a:latin typeface="Barlow Condensed" panose="00000506000000000000" pitchFamily="2" charset="0"/>
              </a:rPr>
              <a:t>128</a:t>
            </a:r>
            <a:r>
              <a:rPr lang="nl-BE" sz="4800" dirty="0">
                <a:latin typeface="Barlow Condensed" panose="00000506000000000000" pitchFamily="2" charset="0"/>
              </a:rPr>
              <a:t> adressen</a:t>
            </a:r>
          </a:p>
        </p:txBody>
      </p:sp>
    </p:spTree>
    <p:extLst>
      <p:ext uri="{BB962C8B-B14F-4D97-AF65-F5344CB8AC3E}">
        <p14:creationId xmlns:p14="http://schemas.microsoft.com/office/powerpoint/2010/main" val="43815291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hthoek 3">
            <a:extLst>
              <a:ext uri="{FF2B5EF4-FFF2-40B4-BE49-F238E27FC236}">
                <a16:creationId xmlns:a16="http://schemas.microsoft.com/office/drawing/2014/main" id="{400B0E02-F76B-1901-49FE-1ED3B391DDC5}"/>
              </a:ext>
            </a:extLst>
          </p:cNvPr>
          <p:cNvSpPr/>
          <p:nvPr/>
        </p:nvSpPr>
        <p:spPr>
          <a:xfrm>
            <a:off x="987871" y="1143692"/>
            <a:ext cx="10216259" cy="923330"/>
          </a:xfrm>
          <a:prstGeom prst="rect">
            <a:avLst/>
          </a:prstGeom>
        </p:spPr>
        <p:txBody>
          <a:bodyPr wrap="none">
            <a:spAutoFit/>
          </a:bodyPr>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nl-BE" sz="5400" dirty="0">
                <a:latin typeface="Barlow Condensed" panose="00000506000000000000" pitchFamily="2" charset="0"/>
              </a:rPr>
              <a:t>fe80:bdb2:0000:d165:0001:3090:a55c:9c47</a:t>
            </a:r>
          </a:p>
        </p:txBody>
      </p:sp>
      <p:cxnSp>
        <p:nvCxnSpPr>
          <p:cNvPr id="5" name="Rechte verbindingslijn 14">
            <a:extLst>
              <a:ext uri="{FF2B5EF4-FFF2-40B4-BE49-F238E27FC236}">
                <a16:creationId xmlns:a16="http://schemas.microsoft.com/office/drawing/2014/main" id="{874D9E30-E0B7-61CD-7B0F-0FDEB54B7FB2}"/>
              </a:ext>
            </a:extLst>
          </p:cNvPr>
          <p:cNvCxnSpPr/>
          <p:nvPr/>
        </p:nvCxnSpPr>
        <p:spPr>
          <a:xfrm>
            <a:off x="1165266" y="2067022"/>
            <a:ext cx="1145005" cy="0"/>
          </a:xfrm>
          <a:prstGeom prst="line">
            <a:avLst/>
          </a:prstGeom>
          <a:ln w="76200">
            <a:solidFill>
              <a:schemeClr val="bg2"/>
            </a:solidFill>
          </a:ln>
        </p:spPr>
        <p:style>
          <a:lnRef idx="1">
            <a:schemeClr val="accent1"/>
          </a:lnRef>
          <a:fillRef idx="0">
            <a:schemeClr val="accent1"/>
          </a:fillRef>
          <a:effectRef idx="0">
            <a:schemeClr val="accent1"/>
          </a:effectRef>
          <a:fontRef idx="minor">
            <a:schemeClr val="tx1"/>
          </a:fontRef>
        </p:style>
      </p:cxnSp>
      <p:sp>
        <p:nvSpPr>
          <p:cNvPr id="6" name="Rechthoek 15">
            <a:extLst>
              <a:ext uri="{FF2B5EF4-FFF2-40B4-BE49-F238E27FC236}">
                <a16:creationId xmlns:a16="http://schemas.microsoft.com/office/drawing/2014/main" id="{A0020188-F34A-6C6B-11C6-4921589654E3}"/>
              </a:ext>
            </a:extLst>
          </p:cNvPr>
          <p:cNvSpPr/>
          <p:nvPr/>
        </p:nvSpPr>
        <p:spPr>
          <a:xfrm>
            <a:off x="1600551" y="2072430"/>
            <a:ext cx="274434" cy="523220"/>
          </a:xfrm>
          <a:prstGeom prst="rect">
            <a:avLst/>
          </a:prstGeom>
        </p:spPr>
        <p:txBody>
          <a:bodyPr wrap="none">
            <a:spAutoFit/>
          </a:bodyPr>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nl-BE" sz="2800" dirty="0">
                <a:latin typeface="Barlow Condensed" panose="00000506000000000000" pitchFamily="2" charset="0"/>
              </a:rPr>
              <a:t>1</a:t>
            </a:r>
          </a:p>
        </p:txBody>
      </p:sp>
      <p:cxnSp>
        <p:nvCxnSpPr>
          <p:cNvPr id="7" name="Rechte verbindingslijn 16">
            <a:extLst>
              <a:ext uri="{FF2B5EF4-FFF2-40B4-BE49-F238E27FC236}">
                <a16:creationId xmlns:a16="http://schemas.microsoft.com/office/drawing/2014/main" id="{808454ED-CB72-A0A9-A66C-58AD1ECBAC94}"/>
              </a:ext>
            </a:extLst>
          </p:cNvPr>
          <p:cNvCxnSpPr/>
          <p:nvPr/>
        </p:nvCxnSpPr>
        <p:spPr>
          <a:xfrm>
            <a:off x="2446041" y="2067022"/>
            <a:ext cx="1145005" cy="0"/>
          </a:xfrm>
          <a:prstGeom prst="line">
            <a:avLst/>
          </a:prstGeom>
          <a:ln w="76200">
            <a:solidFill>
              <a:schemeClr val="bg2"/>
            </a:solidFill>
          </a:ln>
        </p:spPr>
        <p:style>
          <a:lnRef idx="1">
            <a:schemeClr val="accent1"/>
          </a:lnRef>
          <a:fillRef idx="0">
            <a:schemeClr val="accent1"/>
          </a:fillRef>
          <a:effectRef idx="0">
            <a:schemeClr val="accent1"/>
          </a:effectRef>
          <a:fontRef idx="minor">
            <a:schemeClr val="tx1"/>
          </a:fontRef>
        </p:style>
      </p:cxnSp>
      <p:sp>
        <p:nvSpPr>
          <p:cNvPr id="8" name="Rechthoek 17">
            <a:extLst>
              <a:ext uri="{FF2B5EF4-FFF2-40B4-BE49-F238E27FC236}">
                <a16:creationId xmlns:a16="http://schemas.microsoft.com/office/drawing/2014/main" id="{49F6CEFC-B13A-C2F8-2E98-69FF82550B11}"/>
              </a:ext>
            </a:extLst>
          </p:cNvPr>
          <p:cNvSpPr/>
          <p:nvPr/>
        </p:nvSpPr>
        <p:spPr>
          <a:xfrm>
            <a:off x="2854075" y="2072430"/>
            <a:ext cx="328936" cy="523220"/>
          </a:xfrm>
          <a:prstGeom prst="rect">
            <a:avLst/>
          </a:prstGeom>
        </p:spPr>
        <p:txBody>
          <a:bodyPr wrap="none">
            <a:spAutoFit/>
          </a:bodyPr>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nl-BE" sz="2800" dirty="0">
                <a:latin typeface="Barlow Condensed" panose="00000506000000000000" pitchFamily="2" charset="0"/>
              </a:rPr>
              <a:t>2</a:t>
            </a:r>
          </a:p>
        </p:txBody>
      </p:sp>
      <p:cxnSp>
        <p:nvCxnSpPr>
          <p:cNvPr id="9" name="Rechte verbindingslijn 18">
            <a:extLst>
              <a:ext uri="{FF2B5EF4-FFF2-40B4-BE49-F238E27FC236}">
                <a16:creationId xmlns:a16="http://schemas.microsoft.com/office/drawing/2014/main" id="{BFDDF600-9404-8D6D-E875-0699DA04CEA8}"/>
              </a:ext>
            </a:extLst>
          </p:cNvPr>
          <p:cNvCxnSpPr/>
          <p:nvPr/>
        </p:nvCxnSpPr>
        <p:spPr>
          <a:xfrm>
            <a:off x="3726816" y="2067022"/>
            <a:ext cx="1145005" cy="0"/>
          </a:xfrm>
          <a:prstGeom prst="line">
            <a:avLst/>
          </a:prstGeom>
          <a:ln w="76200">
            <a:solidFill>
              <a:schemeClr val="bg2"/>
            </a:solidFill>
          </a:ln>
        </p:spPr>
        <p:style>
          <a:lnRef idx="1">
            <a:schemeClr val="accent1"/>
          </a:lnRef>
          <a:fillRef idx="0">
            <a:schemeClr val="accent1"/>
          </a:fillRef>
          <a:effectRef idx="0">
            <a:schemeClr val="accent1"/>
          </a:effectRef>
          <a:fontRef idx="minor">
            <a:schemeClr val="tx1"/>
          </a:fontRef>
        </p:style>
      </p:cxnSp>
      <p:sp>
        <p:nvSpPr>
          <p:cNvPr id="10" name="Rechthoek 19">
            <a:extLst>
              <a:ext uri="{FF2B5EF4-FFF2-40B4-BE49-F238E27FC236}">
                <a16:creationId xmlns:a16="http://schemas.microsoft.com/office/drawing/2014/main" id="{ED67AB48-7431-08E5-4CBE-7B3B7980D976}"/>
              </a:ext>
            </a:extLst>
          </p:cNvPr>
          <p:cNvSpPr/>
          <p:nvPr/>
        </p:nvSpPr>
        <p:spPr>
          <a:xfrm>
            <a:off x="4129239" y="2072430"/>
            <a:ext cx="340158" cy="523220"/>
          </a:xfrm>
          <a:prstGeom prst="rect">
            <a:avLst/>
          </a:prstGeom>
        </p:spPr>
        <p:txBody>
          <a:bodyPr wrap="none">
            <a:spAutoFit/>
          </a:bodyPr>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nl-BE" sz="2800" dirty="0">
                <a:latin typeface="Barlow Condensed" panose="00000506000000000000" pitchFamily="2" charset="0"/>
              </a:rPr>
              <a:t>3</a:t>
            </a:r>
          </a:p>
        </p:txBody>
      </p:sp>
      <p:cxnSp>
        <p:nvCxnSpPr>
          <p:cNvPr id="11" name="Rechte verbindingslijn 20">
            <a:extLst>
              <a:ext uri="{FF2B5EF4-FFF2-40B4-BE49-F238E27FC236}">
                <a16:creationId xmlns:a16="http://schemas.microsoft.com/office/drawing/2014/main" id="{69283F2F-798F-34A3-07C9-EEF9D42472B2}"/>
              </a:ext>
            </a:extLst>
          </p:cNvPr>
          <p:cNvCxnSpPr/>
          <p:nvPr/>
        </p:nvCxnSpPr>
        <p:spPr>
          <a:xfrm flipV="1">
            <a:off x="4995327" y="2061614"/>
            <a:ext cx="960513" cy="5408"/>
          </a:xfrm>
          <a:prstGeom prst="line">
            <a:avLst/>
          </a:prstGeom>
          <a:ln w="76200">
            <a:solidFill>
              <a:schemeClr val="bg2"/>
            </a:solidFill>
          </a:ln>
        </p:spPr>
        <p:style>
          <a:lnRef idx="1">
            <a:schemeClr val="accent1"/>
          </a:lnRef>
          <a:fillRef idx="0">
            <a:schemeClr val="accent1"/>
          </a:fillRef>
          <a:effectRef idx="0">
            <a:schemeClr val="accent1"/>
          </a:effectRef>
          <a:fontRef idx="minor">
            <a:schemeClr val="tx1"/>
          </a:fontRef>
        </p:style>
      </p:cxnSp>
      <p:sp>
        <p:nvSpPr>
          <p:cNvPr id="12" name="Rechthoek 21">
            <a:extLst>
              <a:ext uri="{FF2B5EF4-FFF2-40B4-BE49-F238E27FC236}">
                <a16:creationId xmlns:a16="http://schemas.microsoft.com/office/drawing/2014/main" id="{F5657B9F-89BB-76FA-F4FF-9450613E0E9C}"/>
              </a:ext>
            </a:extLst>
          </p:cNvPr>
          <p:cNvSpPr/>
          <p:nvPr/>
        </p:nvSpPr>
        <p:spPr>
          <a:xfrm>
            <a:off x="5377900" y="2076405"/>
            <a:ext cx="333746" cy="523220"/>
          </a:xfrm>
          <a:prstGeom prst="rect">
            <a:avLst/>
          </a:prstGeom>
        </p:spPr>
        <p:txBody>
          <a:bodyPr wrap="none">
            <a:spAutoFit/>
          </a:bodyPr>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nl-BE" sz="2800" dirty="0">
                <a:latin typeface="Barlow Condensed" panose="00000506000000000000" pitchFamily="2" charset="0"/>
              </a:rPr>
              <a:t>4</a:t>
            </a:r>
          </a:p>
        </p:txBody>
      </p:sp>
      <p:cxnSp>
        <p:nvCxnSpPr>
          <p:cNvPr id="13" name="Rechte verbindingslijn 22">
            <a:extLst>
              <a:ext uri="{FF2B5EF4-FFF2-40B4-BE49-F238E27FC236}">
                <a16:creationId xmlns:a16="http://schemas.microsoft.com/office/drawing/2014/main" id="{EA0EC841-F5C5-E06A-E6C6-6407EE93B857}"/>
              </a:ext>
            </a:extLst>
          </p:cNvPr>
          <p:cNvCxnSpPr/>
          <p:nvPr/>
        </p:nvCxnSpPr>
        <p:spPr>
          <a:xfrm>
            <a:off x="6078960" y="2061614"/>
            <a:ext cx="1145005" cy="0"/>
          </a:xfrm>
          <a:prstGeom prst="line">
            <a:avLst/>
          </a:prstGeom>
          <a:ln w="76200">
            <a:solidFill>
              <a:schemeClr val="bg2"/>
            </a:solidFill>
          </a:ln>
        </p:spPr>
        <p:style>
          <a:lnRef idx="1">
            <a:schemeClr val="accent1"/>
          </a:lnRef>
          <a:fillRef idx="0">
            <a:schemeClr val="accent1"/>
          </a:fillRef>
          <a:effectRef idx="0">
            <a:schemeClr val="accent1"/>
          </a:effectRef>
          <a:fontRef idx="minor">
            <a:schemeClr val="tx1"/>
          </a:fontRef>
        </p:style>
      </p:cxnSp>
      <p:sp>
        <p:nvSpPr>
          <p:cNvPr id="14" name="Rechthoek 23">
            <a:extLst>
              <a:ext uri="{FF2B5EF4-FFF2-40B4-BE49-F238E27FC236}">
                <a16:creationId xmlns:a16="http://schemas.microsoft.com/office/drawing/2014/main" id="{67229899-139C-75E9-1907-BBC9F572156C}"/>
              </a:ext>
            </a:extLst>
          </p:cNvPr>
          <p:cNvSpPr/>
          <p:nvPr/>
        </p:nvSpPr>
        <p:spPr>
          <a:xfrm>
            <a:off x="6501708" y="2061614"/>
            <a:ext cx="332143" cy="523220"/>
          </a:xfrm>
          <a:prstGeom prst="rect">
            <a:avLst/>
          </a:prstGeom>
        </p:spPr>
        <p:txBody>
          <a:bodyPr wrap="none">
            <a:spAutoFit/>
          </a:bodyPr>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nl-BE" sz="2800" dirty="0">
                <a:latin typeface="Barlow Condensed" panose="00000506000000000000" pitchFamily="2" charset="0"/>
              </a:rPr>
              <a:t>5</a:t>
            </a:r>
          </a:p>
        </p:txBody>
      </p:sp>
      <p:cxnSp>
        <p:nvCxnSpPr>
          <p:cNvPr id="15" name="Rechte verbindingslijn 26">
            <a:extLst>
              <a:ext uri="{FF2B5EF4-FFF2-40B4-BE49-F238E27FC236}">
                <a16:creationId xmlns:a16="http://schemas.microsoft.com/office/drawing/2014/main" id="{D719A3A4-AC5A-E3BD-2796-1EFEAE54CB7A}"/>
              </a:ext>
            </a:extLst>
          </p:cNvPr>
          <p:cNvCxnSpPr/>
          <p:nvPr/>
        </p:nvCxnSpPr>
        <p:spPr>
          <a:xfrm>
            <a:off x="7318732" y="2072430"/>
            <a:ext cx="1145005" cy="0"/>
          </a:xfrm>
          <a:prstGeom prst="line">
            <a:avLst/>
          </a:prstGeom>
          <a:ln w="76200">
            <a:solidFill>
              <a:schemeClr val="bg2"/>
            </a:solidFill>
          </a:ln>
        </p:spPr>
        <p:style>
          <a:lnRef idx="1">
            <a:schemeClr val="accent1"/>
          </a:lnRef>
          <a:fillRef idx="0">
            <a:schemeClr val="accent1"/>
          </a:fillRef>
          <a:effectRef idx="0">
            <a:schemeClr val="accent1"/>
          </a:effectRef>
          <a:fontRef idx="minor">
            <a:schemeClr val="tx1"/>
          </a:fontRef>
        </p:style>
      </p:cxnSp>
      <p:sp>
        <p:nvSpPr>
          <p:cNvPr id="16" name="Rechthoek 27">
            <a:extLst>
              <a:ext uri="{FF2B5EF4-FFF2-40B4-BE49-F238E27FC236}">
                <a16:creationId xmlns:a16="http://schemas.microsoft.com/office/drawing/2014/main" id="{C825E314-DBFD-2EDB-D3C6-C2040986D5CA}"/>
              </a:ext>
            </a:extLst>
          </p:cNvPr>
          <p:cNvSpPr/>
          <p:nvPr/>
        </p:nvSpPr>
        <p:spPr>
          <a:xfrm>
            <a:off x="7741480" y="2072430"/>
            <a:ext cx="332143" cy="523220"/>
          </a:xfrm>
          <a:prstGeom prst="rect">
            <a:avLst/>
          </a:prstGeom>
        </p:spPr>
        <p:txBody>
          <a:bodyPr wrap="none">
            <a:spAutoFit/>
          </a:bodyPr>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nl-BE" sz="2800" dirty="0">
                <a:latin typeface="Barlow Condensed" panose="00000506000000000000" pitchFamily="2" charset="0"/>
              </a:rPr>
              <a:t>6</a:t>
            </a:r>
          </a:p>
        </p:txBody>
      </p:sp>
      <p:cxnSp>
        <p:nvCxnSpPr>
          <p:cNvPr id="17" name="Rechte verbindingslijn 28">
            <a:extLst>
              <a:ext uri="{FF2B5EF4-FFF2-40B4-BE49-F238E27FC236}">
                <a16:creationId xmlns:a16="http://schemas.microsoft.com/office/drawing/2014/main" id="{4F6A7A55-6D73-60D7-38DD-C78EA14D3879}"/>
              </a:ext>
            </a:extLst>
          </p:cNvPr>
          <p:cNvCxnSpPr/>
          <p:nvPr/>
        </p:nvCxnSpPr>
        <p:spPr>
          <a:xfrm>
            <a:off x="8617124" y="2061614"/>
            <a:ext cx="1145005" cy="0"/>
          </a:xfrm>
          <a:prstGeom prst="line">
            <a:avLst/>
          </a:prstGeom>
          <a:ln w="76200">
            <a:solidFill>
              <a:schemeClr val="bg2"/>
            </a:solidFill>
          </a:ln>
        </p:spPr>
        <p:style>
          <a:lnRef idx="1">
            <a:schemeClr val="accent1"/>
          </a:lnRef>
          <a:fillRef idx="0">
            <a:schemeClr val="accent1"/>
          </a:fillRef>
          <a:effectRef idx="0">
            <a:schemeClr val="accent1"/>
          </a:effectRef>
          <a:fontRef idx="minor">
            <a:schemeClr val="tx1"/>
          </a:fontRef>
        </p:style>
      </p:cxnSp>
      <p:sp>
        <p:nvSpPr>
          <p:cNvPr id="18" name="Rechthoek 29">
            <a:extLst>
              <a:ext uri="{FF2B5EF4-FFF2-40B4-BE49-F238E27FC236}">
                <a16:creationId xmlns:a16="http://schemas.microsoft.com/office/drawing/2014/main" id="{00499283-2F7A-E0F9-4163-6D9B67BE9EA8}"/>
              </a:ext>
            </a:extLst>
          </p:cNvPr>
          <p:cNvSpPr/>
          <p:nvPr/>
        </p:nvSpPr>
        <p:spPr>
          <a:xfrm>
            <a:off x="9047887" y="2061614"/>
            <a:ext cx="316112" cy="523220"/>
          </a:xfrm>
          <a:prstGeom prst="rect">
            <a:avLst/>
          </a:prstGeom>
        </p:spPr>
        <p:txBody>
          <a:bodyPr wrap="none">
            <a:spAutoFit/>
          </a:bodyPr>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nl-BE" sz="2800" dirty="0">
                <a:latin typeface="Barlow Condensed" panose="00000506000000000000" pitchFamily="2" charset="0"/>
              </a:rPr>
              <a:t>7</a:t>
            </a:r>
          </a:p>
        </p:txBody>
      </p:sp>
      <p:cxnSp>
        <p:nvCxnSpPr>
          <p:cNvPr id="19" name="Rechte verbindingslijn 30">
            <a:extLst>
              <a:ext uri="{FF2B5EF4-FFF2-40B4-BE49-F238E27FC236}">
                <a16:creationId xmlns:a16="http://schemas.microsoft.com/office/drawing/2014/main" id="{3186242B-999C-DB43-51D7-C74FF93D1AA7}"/>
              </a:ext>
            </a:extLst>
          </p:cNvPr>
          <p:cNvCxnSpPr/>
          <p:nvPr/>
        </p:nvCxnSpPr>
        <p:spPr>
          <a:xfrm>
            <a:off x="9849097" y="2072430"/>
            <a:ext cx="1145005" cy="0"/>
          </a:xfrm>
          <a:prstGeom prst="line">
            <a:avLst/>
          </a:prstGeom>
          <a:ln w="76200">
            <a:solidFill>
              <a:schemeClr val="bg2"/>
            </a:solidFill>
          </a:ln>
        </p:spPr>
        <p:style>
          <a:lnRef idx="1">
            <a:schemeClr val="accent1"/>
          </a:lnRef>
          <a:fillRef idx="0">
            <a:schemeClr val="accent1"/>
          </a:fillRef>
          <a:effectRef idx="0">
            <a:schemeClr val="accent1"/>
          </a:effectRef>
          <a:fontRef idx="minor">
            <a:schemeClr val="tx1"/>
          </a:fontRef>
        </p:style>
      </p:cxnSp>
      <p:sp>
        <p:nvSpPr>
          <p:cNvPr id="20" name="Rechthoek 31">
            <a:extLst>
              <a:ext uri="{FF2B5EF4-FFF2-40B4-BE49-F238E27FC236}">
                <a16:creationId xmlns:a16="http://schemas.microsoft.com/office/drawing/2014/main" id="{3EDC1AB2-4F63-C5FC-7C22-B1FD5C52A1A3}"/>
              </a:ext>
            </a:extLst>
          </p:cNvPr>
          <p:cNvSpPr/>
          <p:nvPr/>
        </p:nvSpPr>
        <p:spPr>
          <a:xfrm>
            <a:off x="10269440" y="2072430"/>
            <a:ext cx="336952" cy="523220"/>
          </a:xfrm>
          <a:prstGeom prst="rect">
            <a:avLst/>
          </a:prstGeom>
        </p:spPr>
        <p:txBody>
          <a:bodyPr wrap="none">
            <a:spAutoFit/>
          </a:bodyPr>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nl-BE" sz="2800" dirty="0">
                <a:latin typeface="Barlow Condensed" panose="00000506000000000000" pitchFamily="2" charset="0"/>
              </a:rPr>
              <a:t>8</a:t>
            </a:r>
          </a:p>
        </p:txBody>
      </p:sp>
      <p:sp>
        <p:nvSpPr>
          <p:cNvPr id="21" name="Tekstvak 32">
            <a:extLst>
              <a:ext uri="{FF2B5EF4-FFF2-40B4-BE49-F238E27FC236}">
                <a16:creationId xmlns:a16="http://schemas.microsoft.com/office/drawing/2014/main" id="{DC4304D9-3C2B-C04F-9F97-CFE654978350}"/>
              </a:ext>
            </a:extLst>
          </p:cNvPr>
          <p:cNvSpPr txBox="1"/>
          <p:nvPr/>
        </p:nvSpPr>
        <p:spPr>
          <a:xfrm>
            <a:off x="2772666" y="3325970"/>
            <a:ext cx="6989463" cy="830997"/>
          </a:xfrm>
          <a:prstGeom prst="rect">
            <a:avLst/>
          </a:prstGeom>
          <a:noFill/>
        </p:spPr>
        <p:txBody>
          <a:bodyPr wrap="square" rtlCol="0">
            <a:spAutoFit/>
          </a:bodyPr>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nl-BE" sz="4800" dirty="0">
                <a:latin typeface="Barlow Condensed" panose="00000506000000000000" pitchFamily="2" charset="0"/>
              </a:rPr>
              <a:t>8 groepjes van 16 bits</a:t>
            </a:r>
            <a:endParaRPr lang="nl-BE" sz="3600" dirty="0">
              <a:latin typeface="Barlow Condensed" panose="00000506000000000000" pitchFamily="2" charset="0"/>
            </a:endParaRPr>
          </a:p>
        </p:txBody>
      </p:sp>
      <p:sp>
        <p:nvSpPr>
          <p:cNvPr id="22" name="Tekstvak 33">
            <a:extLst>
              <a:ext uri="{FF2B5EF4-FFF2-40B4-BE49-F238E27FC236}">
                <a16:creationId xmlns:a16="http://schemas.microsoft.com/office/drawing/2014/main" id="{503D9723-569C-6DFA-F845-B9A03894D60C}"/>
              </a:ext>
            </a:extLst>
          </p:cNvPr>
          <p:cNvSpPr txBox="1"/>
          <p:nvPr/>
        </p:nvSpPr>
        <p:spPr>
          <a:xfrm>
            <a:off x="2772665" y="4883312"/>
            <a:ext cx="6989463" cy="830997"/>
          </a:xfrm>
          <a:prstGeom prst="rect">
            <a:avLst/>
          </a:prstGeom>
          <a:noFill/>
        </p:spPr>
        <p:txBody>
          <a:bodyPr wrap="square" rtlCol="0">
            <a:spAutoFit/>
          </a:bodyPr>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nl-BE" sz="4800" dirty="0">
                <a:latin typeface="Barlow Condensed" panose="00000506000000000000" pitchFamily="2" charset="0"/>
              </a:rPr>
              <a:t>hexadecimaal genoteerd</a:t>
            </a:r>
            <a:endParaRPr lang="nl-BE" sz="3600" dirty="0">
              <a:latin typeface="Barlow Condensed" panose="00000506000000000000" pitchFamily="2" charset="0"/>
            </a:endParaRPr>
          </a:p>
        </p:txBody>
      </p:sp>
    </p:spTree>
    <p:extLst>
      <p:ext uri="{BB962C8B-B14F-4D97-AF65-F5344CB8AC3E}">
        <p14:creationId xmlns:p14="http://schemas.microsoft.com/office/powerpoint/2010/main" val="333456371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al 39">
            <a:extLst>
              <a:ext uri="{FF2B5EF4-FFF2-40B4-BE49-F238E27FC236}">
                <a16:creationId xmlns:a16="http://schemas.microsoft.com/office/drawing/2014/main" id="{3BCC5DE7-D102-58C1-70CF-5908F392DF4D}"/>
              </a:ext>
            </a:extLst>
          </p:cNvPr>
          <p:cNvSpPr/>
          <p:nvPr/>
        </p:nvSpPr>
        <p:spPr>
          <a:xfrm>
            <a:off x="3601156" y="4688440"/>
            <a:ext cx="1380123" cy="1357876"/>
          </a:xfrm>
          <a:prstGeom prst="ellipse">
            <a:avLst/>
          </a:prstGeom>
        </p:spPr>
        <p:style>
          <a:lnRef idx="2">
            <a:schemeClr val="accent5"/>
          </a:lnRef>
          <a:fillRef idx="1">
            <a:schemeClr val="lt1"/>
          </a:fillRef>
          <a:effectRef idx="0">
            <a:schemeClr val="accent5"/>
          </a:effectRef>
          <a:fontRef idx="minor">
            <a:schemeClr val="dk1"/>
          </a:fontRef>
        </p:style>
        <p:txBody>
          <a:bodyPr rtlCol="0" anchor="ctr"/>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nl-BE">
              <a:solidFill>
                <a:schemeClr val="tx1"/>
              </a:solidFill>
            </a:endParaRPr>
          </a:p>
        </p:txBody>
      </p:sp>
      <p:sp>
        <p:nvSpPr>
          <p:cNvPr id="5" name="Pijl-omhoog 40">
            <a:extLst>
              <a:ext uri="{FF2B5EF4-FFF2-40B4-BE49-F238E27FC236}">
                <a16:creationId xmlns:a16="http://schemas.microsoft.com/office/drawing/2014/main" id="{8FC97AA7-6B12-3FE8-9D59-16BEA2ECF92A}"/>
              </a:ext>
            </a:extLst>
          </p:cNvPr>
          <p:cNvSpPr/>
          <p:nvPr/>
        </p:nvSpPr>
        <p:spPr>
          <a:xfrm rot="10800000">
            <a:off x="4076254" y="4248722"/>
            <a:ext cx="429925" cy="344801"/>
          </a:xfrm>
          <a:prstGeom prst="upArrow">
            <a:avLst/>
          </a:prstGeom>
        </p:spPr>
        <p:style>
          <a:lnRef idx="2">
            <a:schemeClr val="accent5"/>
          </a:lnRef>
          <a:fillRef idx="1">
            <a:schemeClr val="lt1"/>
          </a:fillRef>
          <a:effectRef idx="0">
            <a:schemeClr val="accent5"/>
          </a:effectRef>
          <a:fontRef idx="minor">
            <a:schemeClr val="dk1"/>
          </a:fontRef>
        </p:style>
        <p:txBody>
          <a:bodyPr rtlCol="0" anchor="ctr"/>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nl-BE">
              <a:solidFill>
                <a:schemeClr val="tx1"/>
              </a:solidFill>
            </a:endParaRPr>
          </a:p>
        </p:txBody>
      </p:sp>
      <p:sp>
        <p:nvSpPr>
          <p:cNvPr id="6" name="Ovaal 38">
            <a:extLst>
              <a:ext uri="{FF2B5EF4-FFF2-40B4-BE49-F238E27FC236}">
                <a16:creationId xmlns:a16="http://schemas.microsoft.com/office/drawing/2014/main" id="{EF066EEE-163A-1022-D875-65ACBA2CA259}"/>
              </a:ext>
            </a:extLst>
          </p:cNvPr>
          <p:cNvSpPr/>
          <p:nvPr/>
        </p:nvSpPr>
        <p:spPr>
          <a:xfrm>
            <a:off x="3601156" y="2753489"/>
            <a:ext cx="1380123" cy="1357876"/>
          </a:xfrm>
          <a:prstGeom prst="ellipse">
            <a:avLst/>
          </a:prstGeom>
        </p:spPr>
        <p:style>
          <a:lnRef idx="2">
            <a:schemeClr val="accent5"/>
          </a:lnRef>
          <a:fillRef idx="1">
            <a:schemeClr val="lt1"/>
          </a:fillRef>
          <a:effectRef idx="0">
            <a:schemeClr val="accent5"/>
          </a:effectRef>
          <a:fontRef idx="minor">
            <a:schemeClr val="dk1"/>
          </a:fontRef>
        </p:style>
        <p:txBody>
          <a:bodyPr rtlCol="0" anchor="ctr"/>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nl-BE">
              <a:solidFill>
                <a:schemeClr val="tx1"/>
              </a:solidFill>
            </a:endParaRPr>
          </a:p>
        </p:txBody>
      </p:sp>
      <p:sp>
        <p:nvSpPr>
          <p:cNvPr id="7" name="Ovaal 36">
            <a:extLst>
              <a:ext uri="{FF2B5EF4-FFF2-40B4-BE49-F238E27FC236}">
                <a16:creationId xmlns:a16="http://schemas.microsoft.com/office/drawing/2014/main" id="{BEB62358-8C4E-F163-2C7D-1892B0E8BBA7}"/>
              </a:ext>
            </a:extLst>
          </p:cNvPr>
          <p:cNvSpPr/>
          <p:nvPr/>
        </p:nvSpPr>
        <p:spPr>
          <a:xfrm>
            <a:off x="3601158" y="811684"/>
            <a:ext cx="1380123" cy="1357876"/>
          </a:xfrm>
          <a:prstGeom prst="ellipse">
            <a:avLst/>
          </a:prstGeom>
        </p:spPr>
        <p:style>
          <a:lnRef idx="2">
            <a:schemeClr val="accent5"/>
          </a:lnRef>
          <a:fillRef idx="1">
            <a:schemeClr val="lt1"/>
          </a:fillRef>
          <a:effectRef idx="0">
            <a:schemeClr val="accent5"/>
          </a:effectRef>
          <a:fontRef idx="minor">
            <a:schemeClr val="dk1"/>
          </a:fontRef>
        </p:style>
        <p:txBody>
          <a:bodyPr rtlCol="0" anchor="ctr"/>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nl-BE">
              <a:solidFill>
                <a:schemeClr val="tx1"/>
              </a:solidFill>
            </a:endParaRPr>
          </a:p>
        </p:txBody>
      </p:sp>
      <p:sp>
        <p:nvSpPr>
          <p:cNvPr id="8" name="Rechthoek 3">
            <a:extLst>
              <a:ext uri="{FF2B5EF4-FFF2-40B4-BE49-F238E27FC236}">
                <a16:creationId xmlns:a16="http://schemas.microsoft.com/office/drawing/2014/main" id="{65D74615-74AA-131B-3699-5E339BBCB2F4}"/>
              </a:ext>
            </a:extLst>
          </p:cNvPr>
          <p:cNvSpPr/>
          <p:nvPr/>
        </p:nvSpPr>
        <p:spPr>
          <a:xfrm>
            <a:off x="987871" y="1020961"/>
            <a:ext cx="10216259" cy="923330"/>
          </a:xfrm>
          <a:prstGeom prst="rect">
            <a:avLst/>
          </a:prstGeom>
        </p:spPr>
        <p:txBody>
          <a:bodyPr wrap="none">
            <a:spAutoFit/>
          </a:bodyPr>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nl-BE" sz="5400" dirty="0">
                <a:latin typeface="Barlow Condensed" panose="00000506000000000000" pitchFamily="2" charset="0"/>
              </a:rPr>
              <a:t>fe80:bdb2:0000:d165:0001:3090:a55c:9c47</a:t>
            </a:r>
          </a:p>
        </p:txBody>
      </p:sp>
      <p:sp>
        <p:nvSpPr>
          <p:cNvPr id="9" name="Rechthoek 34">
            <a:extLst>
              <a:ext uri="{FF2B5EF4-FFF2-40B4-BE49-F238E27FC236}">
                <a16:creationId xmlns:a16="http://schemas.microsoft.com/office/drawing/2014/main" id="{69ECF150-689E-4198-ADD1-26D7F16CF1B0}"/>
              </a:ext>
            </a:extLst>
          </p:cNvPr>
          <p:cNvSpPr/>
          <p:nvPr/>
        </p:nvSpPr>
        <p:spPr>
          <a:xfrm>
            <a:off x="1449536" y="2897700"/>
            <a:ext cx="9292929" cy="923330"/>
          </a:xfrm>
          <a:prstGeom prst="rect">
            <a:avLst/>
          </a:prstGeom>
        </p:spPr>
        <p:txBody>
          <a:bodyPr wrap="none">
            <a:spAutoFit/>
          </a:bodyPr>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nl-BE" sz="5400" dirty="0">
                <a:latin typeface="Barlow Condensed" panose="00000506000000000000" pitchFamily="2" charset="0"/>
              </a:rPr>
              <a:t>fe80:bdb2:0:d165:0001:3090:a55c:9c47</a:t>
            </a:r>
          </a:p>
        </p:txBody>
      </p:sp>
      <p:sp>
        <p:nvSpPr>
          <p:cNvPr id="10" name="Rechthoek 35">
            <a:extLst>
              <a:ext uri="{FF2B5EF4-FFF2-40B4-BE49-F238E27FC236}">
                <a16:creationId xmlns:a16="http://schemas.microsoft.com/office/drawing/2014/main" id="{C3AF13B8-EB45-6165-00AC-B961844F3B3B}"/>
              </a:ext>
            </a:extLst>
          </p:cNvPr>
          <p:cNvSpPr/>
          <p:nvPr/>
        </p:nvSpPr>
        <p:spPr>
          <a:xfrm>
            <a:off x="1529686" y="4774439"/>
            <a:ext cx="9132628" cy="923330"/>
          </a:xfrm>
          <a:prstGeom prst="rect">
            <a:avLst/>
          </a:prstGeom>
        </p:spPr>
        <p:txBody>
          <a:bodyPr wrap="none">
            <a:spAutoFit/>
          </a:bodyPr>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nl-BE" sz="5400" dirty="0">
                <a:latin typeface="Barlow Condensed" panose="00000506000000000000" pitchFamily="2" charset="0"/>
              </a:rPr>
              <a:t>fe80:bdb2::d165:0001:3090:a55c:9c47</a:t>
            </a:r>
          </a:p>
        </p:txBody>
      </p:sp>
      <p:sp>
        <p:nvSpPr>
          <p:cNvPr id="11" name="Pijl-omhoog 37">
            <a:extLst>
              <a:ext uri="{FF2B5EF4-FFF2-40B4-BE49-F238E27FC236}">
                <a16:creationId xmlns:a16="http://schemas.microsoft.com/office/drawing/2014/main" id="{839A54A0-8DC7-3738-EFD2-342C263C60B4}"/>
              </a:ext>
            </a:extLst>
          </p:cNvPr>
          <p:cNvSpPr/>
          <p:nvPr/>
        </p:nvSpPr>
        <p:spPr>
          <a:xfrm rot="10800000">
            <a:off x="4076254" y="2313771"/>
            <a:ext cx="429925" cy="344801"/>
          </a:xfrm>
          <a:prstGeom prst="upArrow">
            <a:avLst/>
          </a:prstGeom>
        </p:spPr>
        <p:style>
          <a:lnRef idx="2">
            <a:schemeClr val="accent5"/>
          </a:lnRef>
          <a:fillRef idx="1">
            <a:schemeClr val="lt1"/>
          </a:fillRef>
          <a:effectRef idx="0">
            <a:schemeClr val="accent5"/>
          </a:effectRef>
          <a:fontRef idx="minor">
            <a:schemeClr val="dk1"/>
          </a:fontRef>
        </p:style>
        <p:txBody>
          <a:bodyPr rtlCol="0" anchor="ctr"/>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nl-BE">
              <a:solidFill>
                <a:schemeClr val="tx1"/>
              </a:solidFill>
            </a:endParaRPr>
          </a:p>
        </p:txBody>
      </p:sp>
    </p:spTree>
    <p:extLst>
      <p:ext uri="{BB962C8B-B14F-4D97-AF65-F5344CB8AC3E}">
        <p14:creationId xmlns:p14="http://schemas.microsoft.com/office/powerpoint/2010/main" val="107535143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ree World globe earth map 19053744 PNG with Transparent Background">
            <a:extLst>
              <a:ext uri="{FF2B5EF4-FFF2-40B4-BE49-F238E27FC236}">
                <a16:creationId xmlns:a16="http://schemas.microsoft.com/office/drawing/2014/main" id="{B18647D8-DC62-FB91-9F25-C834F65FFBA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80716" y="1175630"/>
            <a:ext cx="2790826" cy="2790826"/>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 House Emoji">
            <a:extLst>
              <a:ext uri="{FF2B5EF4-FFF2-40B4-BE49-F238E27FC236}">
                <a16:creationId xmlns:a16="http://schemas.microsoft.com/office/drawing/2014/main" id="{A725BC31-C740-6C83-E9F2-176CF2124BF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8891" y="1027288"/>
            <a:ext cx="3087509" cy="3087510"/>
          </a:xfrm>
          <a:prstGeom prst="rect">
            <a:avLst/>
          </a:prstGeom>
          <a:noFill/>
          <a:extLst>
            <a:ext uri="{909E8E84-426E-40DD-AFC4-6F175D3DCCD1}">
              <a14:hiddenFill xmlns:a14="http://schemas.microsoft.com/office/drawing/2010/main">
                <a:solidFill>
                  <a:srgbClr val="FFFFFF"/>
                </a:solidFill>
              </a14:hiddenFill>
            </a:ext>
          </a:extLst>
        </p:spPr>
      </p:pic>
      <p:sp>
        <p:nvSpPr>
          <p:cNvPr id="6" name="Tekstvak 12">
            <a:extLst>
              <a:ext uri="{FF2B5EF4-FFF2-40B4-BE49-F238E27FC236}">
                <a16:creationId xmlns:a16="http://schemas.microsoft.com/office/drawing/2014/main" id="{1F828B0B-AD7B-C44B-39F3-5820AC75E36B}"/>
              </a:ext>
            </a:extLst>
          </p:cNvPr>
          <p:cNvSpPr txBox="1"/>
          <p:nvPr/>
        </p:nvSpPr>
        <p:spPr>
          <a:xfrm>
            <a:off x="1698891" y="4384162"/>
            <a:ext cx="3033962" cy="1446550"/>
          </a:xfrm>
          <a:prstGeom prst="rect">
            <a:avLst/>
          </a:prstGeom>
          <a:noFill/>
        </p:spPr>
        <p:txBody>
          <a:bodyPr wrap="square" rtlCol="0">
            <a:spAutoFit/>
          </a:bodyPr>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nl-BE" sz="8800" dirty="0">
                <a:latin typeface="Barlow Condensed" panose="00000506000000000000" pitchFamily="2" charset="0"/>
              </a:rPr>
              <a:t>IPv4</a:t>
            </a:r>
            <a:endParaRPr lang="nl-BE" sz="6600" dirty="0">
              <a:latin typeface="Barlow Condensed" panose="00000506000000000000" pitchFamily="2" charset="0"/>
            </a:endParaRPr>
          </a:p>
        </p:txBody>
      </p:sp>
      <p:sp>
        <p:nvSpPr>
          <p:cNvPr id="7" name="Tekstvak 10">
            <a:extLst>
              <a:ext uri="{FF2B5EF4-FFF2-40B4-BE49-F238E27FC236}">
                <a16:creationId xmlns:a16="http://schemas.microsoft.com/office/drawing/2014/main" id="{D254E0AB-AFF9-556C-181B-FDF5B459FE51}"/>
              </a:ext>
            </a:extLst>
          </p:cNvPr>
          <p:cNvSpPr txBox="1"/>
          <p:nvPr/>
        </p:nvSpPr>
        <p:spPr>
          <a:xfrm>
            <a:off x="7459148" y="4384161"/>
            <a:ext cx="3033962" cy="1446550"/>
          </a:xfrm>
          <a:prstGeom prst="rect">
            <a:avLst/>
          </a:prstGeom>
          <a:noFill/>
        </p:spPr>
        <p:txBody>
          <a:bodyPr wrap="square" rtlCol="0">
            <a:spAutoFit/>
          </a:bodyPr>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nl-BE" sz="8800" dirty="0">
                <a:latin typeface="Barlow Condensed" panose="00000506000000000000" pitchFamily="2" charset="0"/>
              </a:rPr>
              <a:t>IPv6</a:t>
            </a:r>
            <a:endParaRPr lang="nl-BE" sz="6600" dirty="0">
              <a:latin typeface="Barlow Condensed" panose="00000506000000000000" pitchFamily="2" charset="0"/>
            </a:endParaRPr>
          </a:p>
        </p:txBody>
      </p:sp>
    </p:spTree>
    <p:extLst>
      <p:ext uri="{BB962C8B-B14F-4D97-AF65-F5344CB8AC3E}">
        <p14:creationId xmlns:p14="http://schemas.microsoft.com/office/powerpoint/2010/main" val="259697679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hthoek 9">
            <a:extLst>
              <a:ext uri="{FF2B5EF4-FFF2-40B4-BE49-F238E27FC236}">
                <a16:creationId xmlns:a16="http://schemas.microsoft.com/office/drawing/2014/main" id="{2FF1788D-3F6A-23BF-32C4-D7F90195E8DB}"/>
              </a:ext>
            </a:extLst>
          </p:cNvPr>
          <p:cNvSpPr/>
          <p:nvPr/>
        </p:nvSpPr>
        <p:spPr>
          <a:xfrm>
            <a:off x="1133475" y="359735"/>
            <a:ext cx="9925050" cy="876300"/>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nl-BE" sz="3600" dirty="0">
                <a:solidFill>
                  <a:schemeClr val="tx1"/>
                </a:solidFill>
                <a:latin typeface="Barlow Condensed Medium" panose="00000606000000000000" pitchFamily="2" charset="0"/>
              </a:rPr>
              <a:t>UDP – user datagram protocol</a:t>
            </a:r>
          </a:p>
        </p:txBody>
      </p:sp>
      <p:pic>
        <p:nvPicPr>
          <p:cNvPr id="11" name="Afbeelding 12">
            <a:extLst>
              <a:ext uri="{FF2B5EF4-FFF2-40B4-BE49-F238E27FC236}">
                <a16:creationId xmlns:a16="http://schemas.microsoft.com/office/drawing/2014/main" id="{31802951-6AF8-4BE9-49BF-EB13D85EDDA1}"/>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664485" y="3733088"/>
            <a:ext cx="1769027" cy="1797177"/>
          </a:xfrm>
          <a:prstGeom prst="rect">
            <a:avLst/>
          </a:prstGeom>
          <a:noFill/>
          <a:ln>
            <a:noFill/>
          </a:ln>
        </p:spPr>
      </p:pic>
      <p:pic>
        <p:nvPicPr>
          <p:cNvPr id="12" name="Afbeelding 13">
            <a:extLst>
              <a:ext uri="{FF2B5EF4-FFF2-40B4-BE49-F238E27FC236}">
                <a16:creationId xmlns:a16="http://schemas.microsoft.com/office/drawing/2014/main" id="{633054D9-B199-A96B-5D1C-5ECB082C57D4}"/>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8781061" y="3733088"/>
            <a:ext cx="1769027" cy="1797177"/>
          </a:xfrm>
          <a:prstGeom prst="rect">
            <a:avLst/>
          </a:prstGeom>
          <a:noFill/>
          <a:ln>
            <a:noFill/>
          </a:ln>
        </p:spPr>
      </p:pic>
      <p:cxnSp>
        <p:nvCxnSpPr>
          <p:cNvPr id="13" name="Rechte verbindingslijn met pijl 14">
            <a:extLst>
              <a:ext uri="{FF2B5EF4-FFF2-40B4-BE49-F238E27FC236}">
                <a16:creationId xmlns:a16="http://schemas.microsoft.com/office/drawing/2014/main" id="{DAA4D38E-959C-E413-BDE2-D8A3D753C224}"/>
              </a:ext>
            </a:extLst>
          </p:cNvPr>
          <p:cNvCxnSpPr/>
          <p:nvPr/>
        </p:nvCxnSpPr>
        <p:spPr>
          <a:xfrm>
            <a:off x="3665621" y="4404394"/>
            <a:ext cx="4860758" cy="0"/>
          </a:xfrm>
          <a:prstGeom prst="straightConnector1">
            <a:avLst/>
          </a:prstGeom>
          <a:ln w="762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14" name="Ovaal bijschrift 15">
            <a:extLst>
              <a:ext uri="{FF2B5EF4-FFF2-40B4-BE49-F238E27FC236}">
                <a16:creationId xmlns:a16="http://schemas.microsoft.com/office/drawing/2014/main" id="{7DE4CF25-B38D-4653-DEB5-30D989378A51}"/>
              </a:ext>
            </a:extLst>
          </p:cNvPr>
          <p:cNvSpPr/>
          <p:nvPr/>
        </p:nvSpPr>
        <p:spPr>
          <a:xfrm>
            <a:off x="8023845" y="1464126"/>
            <a:ext cx="3034680" cy="2004268"/>
          </a:xfrm>
          <a:prstGeom prst="wedgeEllipseCallout">
            <a:avLst>
              <a:gd name="adj1" fmla="val 3297"/>
              <a:gd name="adj2" fmla="val 71851"/>
            </a:avLst>
          </a:prstGeom>
        </p:spPr>
        <p:style>
          <a:lnRef idx="2">
            <a:schemeClr val="accent6"/>
          </a:lnRef>
          <a:fillRef idx="1">
            <a:schemeClr val="lt1"/>
          </a:fillRef>
          <a:effectRef idx="0">
            <a:schemeClr val="accent6"/>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nl-BE" sz="3200" dirty="0">
                <a:latin typeface="Barlow Condensed" panose="00000506000000000000" pitchFamily="2" charset="0"/>
              </a:rPr>
              <a:t>Oeps! Hier ontbreekt een pakketje!</a:t>
            </a:r>
          </a:p>
        </p:txBody>
      </p:sp>
      <p:sp>
        <p:nvSpPr>
          <p:cNvPr id="15" name="Ovaal bijschrift 22">
            <a:extLst>
              <a:ext uri="{FF2B5EF4-FFF2-40B4-BE49-F238E27FC236}">
                <a16:creationId xmlns:a16="http://schemas.microsoft.com/office/drawing/2014/main" id="{9388B80C-FA65-AD75-6448-D98F91F0BDB0}"/>
              </a:ext>
            </a:extLst>
          </p:cNvPr>
          <p:cNvSpPr/>
          <p:nvPr/>
        </p:nvSpPr>
        <p:spPr>
          <a:xfrm>
            <a:off x="6422255" y="5015135"/>
            <a:ext cx="2104124" cy="1483129"/>
          </a:xfrm>
          <a:prstGeom prst="wedgeEllipseCallout">
            <a:avLst>
              <a:gd name="adj1" fmla="val 51901"/>
              <a:gd name="adj2" fmla="val -59568"/>
            </a:avLst>
          </a:prstGeom>
        </p:spPr>
        <p:style>
          <a:lnRef idx="2">
            <a:schemeClr val="accent6"/>
          </a:lnRef>
          <a:fillRef idx="1">
            <a:schemeClr val="lt1"/>
          </a:fillRef>
          <a:effectRef idx="0">
            <a:schemeClr val="accent6"/>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nl-BE" sz="3200" dirty="0">
                <a:latin typeface="Barlow Condensed" panose="00000506000000000000" pitchFamily="2" charset="0"/>
              </a:rPr>
              <a:t>Maakt niks uit…</a:t>
            </a:r>
          </a:p>
        </p:txBody>
      </p:sp>
    </p:spTree>
    <p:extLst>
      <p:ext uri="{BB962C8B-B14F-4D97-AF65-F5344CB8AC3E}">
        <p14:creationId xmlns:p14="http://schemas.microsoft.com/office/powerpoint/2010/main" val="300638038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829859-E76D-A331-7AC8-F6B755F57C3C}"/>
              </a:ext>
            </a:extLst>
          </p:cNvPr>
          <p:cNvSpPr>
            <a:spLocks noGrp="1"/>
          </p:cNvSpPr>
          <p:nvPr>
            <p:ph type="title"/>
          </p:nvPr>
        </p:nvSpPr>
        <p:spPr>
          <a:xfrm>
            <a:off x="838200" y="2766218"/>
            <a:ext cx="10515600" cy="1325563"/>
          </a:xfrm>
        </p:spPr>
        <p:txBody>
          <a:bodyPr>
            <a:normAutofit/>
          </a:bodyPr>
          <a:lstStyle/>
          <a:p>
            <a:pPr algn="ctr"/>
            <a:r>
              <a:rPr lang="en-US" sz="5400" dirty="0" err="1"/>
              <a:t>Toepassingsprotocollen</a:t>
            </a:r>
            <a:r>
              <a:rPr lang="en-US" sz="5400" dirty="0"/>
              <a:t> </a:t>
            </a:r>
            <a:endParaRPr lang="LID4096" sz="5400" dirty="0"/>
          </a:p>
        </p:txBody>
      </p:sp>
    </p:spTree>
    <p:extLst>
      <p:ext uri="{BB962C8B-B14F-4D97-AF65-F5344CB8AC3E}">
        <p14:creationId xmlns:p14="http://schemas.microsoft.com/office/powerpoint/2010/main" val="228746148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1B4875-9ED8-1059-E585-2AEF165AB024}"/>
              </a:ext>
            </a:extLst>
          </p:cNvPr>
          <p:cNvSpPr>
            <a:spLocks noGrp="1"/>
          </p:cNvSpPr>
          <p:nvPr>
            <p:ph type="title"/>
          </p:nvPr>
        </p:nvSpPr>
        <p:spPr/>
        <p:txBody>
          <a:bodyPr/>
          <a:lstStyle/>
          <a:p>
            <a:r>
              <a:rPr lang="en-US" dirty="0"/>
              <a:t>DHCP </a:t>
            </a:r>
            <a:endParaRPr lang="LID4096" dirty="0"/>
          </a:p>
        </p:txBody>
      </p:sp>
      <p:sp>
        <p:nvSpPr>
          <p:cNvPr id="3" name="Content Placeholder 2">
            <a:extLst>
              <a:ext uri="{FF2B5EF4-FFF2-40B4-BE49-F238E27FC236}">
                <a16:creationId xmlns:a16="http://schemas.microsoft.com/office/drawing/2014/main" id="{65EF51B5-3788-AFEA-6B3A-ACAB6F2F2D55}"/>
              </a:ext>
            </a:extLst>
          </p:cNvPr>
          <p:cNvSpPr>
            <a:spLocks noGrp="1"/>
          </p:cNvSpPr>
          <p:nvPr>
            <p:ph idx="1"/>
          </p:nvPr>
        </p:nvSpPr>
        <p:spPr/>
        <p:txBody>
          <a:bodyPr/>
          <a:lstStyle/>
          <a:p>
            <a:pPr marL="0" indent="0">
              <a:buNone/>
            </a:pPr>
            <a:r>
              <a:rPr lang="en-US" dirty="0"/>
              <a:t>Dynamic Host Configuration Protocol</a:t>
            </a:r>
          </a:p>
          <a:p>
            <a:pPr marL="0" indent="0">
              <a:buNone/>
            </a:pPr>
            <a:r>
              <a:rPr lang="en-US" dirty="0"/>
              <a:t> =&gt; </a:t>
            </a:r>
            <a:r>
              <a:rPr lang="en-US" dirty="0" err="1"/>
              <a:t>Toewijzing</a:t>
            </a:r>
            <a:r>
              <a:rPr lang="en-US" dirty="0"/>
              <a:t> van IP-</a:t>
            </a:r>
            <a:r>
              <a:rPr lang="en-US" dirty="0" err="1"/>
              <a:t>adressen</a:t>
            </a:r>
            <a:endParaRPr lang="LID4096" dirty="0"/>
          </a:p>
        </p:txBody>
      </p:sp>
      <p:sp>
        <p:nvSpPr>
          <p:cNvPr id="4" name="TextBox 3">
            <a:extLst>
              <a:ext uri="{FF2B5EF4-FFF2-40B4-BE49-F238E27FC236}">
                <a16:creationId xmlns:a16="http://schemas.microsoft.com/office/drawing/2014/main" id="{027F0B9C-0317-CB94-0645-C11019DFD78D}"/>
              </a:ext>
            </a:extLst>
          </p:cNvPr>
          <p:cNvSpPr txBox="1"/>
          <p:nvPr/>
        </p:nvSpPr>
        <p:spPr>
          <a:xfrm>
            <a:off x="838200" y="3513614"/>
            <a:ext cx="3916680" cy="2062103"/>
          </a:xfrm>
          <a:prstGeom prst="rect">
            <a:avLst/>
          </a:prstGeom>
          <a:noFill/>
        </p:spPr>
        <p:txBody>
          <a:bodyPr wrap="square" rtlCol="0">
            <a:spAutoFit/>
          </a:bodyPr>
          <a:lstStyle/>
          <a:p>
            <a:pPr marL="342900" indent="-342900">
              <a:buFont typeface="+mj-lt"/>
              <a:buAutoNum type="arabicPeriod"/>
            </a:pPr>
            <a:r>
              <a:rPr lang="fr-BE" sz="3200" dirty="0"/>
              <a:t>DHCP Discover</a:t>
            </a:r>
          </a:p>
          <a:p>
            <a:pPr marL="342900" indent="-342900">
              <a:buFont typeface="+mj-lt"/>
              <a:buAutoNum type="arabicPeriod"/>
            </a:pPr>
            <a:r>
              <a:rPr lang="fr-BE" sz="3200" dirty="0"/>
              <a:t>DHCP </a:t>
            </a:r>
            <a:r>
              <a:rPr lang="fr-BE" sz="3200" dirty="0" err="1"/>
              <a:t>Offer</a:t>
            </a:r>
            <a:endParaRPr lang="fr-BE" sz="3200" dirty="0"/>
          </a:p>
          <a:p>
            <a:pPr marL="342900" indent="-342900">
              <a:buFont typeface="+mj-lt"/>
              <a:buAutoNum type="arabicPeriod"/>
            </a:pPr>
            <a:r>
              <a:rPr lang="fr-BE" sz="3200" dirty="0"/>
              <a:t>DHCP </a:t>
            </a:r>
            <a:r>
              <a:rPr lang="fr-BE" sz="3200" dirty="0" err="1"/>
              <a:t>Request</a:t>
            </a:r>
            <a:endParaRPr lang="fr-BE" sz="3200" dirty="0"/>
          </a:p>
          <a:p>
            <a:pPr marL="342900" indent="-342900">
              <a:buFont typeface="+mj-lt"/>
              <a:buAutoNum type="arabicPeriod"/>
            </a:pPr>
            <a:r>
              <a:rPr lang="fr-BE" sz="3200" dirty="0"/>
              <a:t>DHCP ACK</a:t>
            </a:r>
            <a:endParaRPr lang="LID4096" sz="3200" dirty="0"/>
          </a:p>
        </p:txBody>
      </p:sp>
    </p:spTree>
    <p:extLst>
      <p:ext uri="{BB962C8B-B14F-4D97-AF65-F5344CB8AC3E}">
        <p14:creationId xmlns:p14="http://schemas.microsoft.com/office/powerpoint/2010/main" val="158080738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CFC1D0-AF07-6252-38FD-B8E938034054}"/>
              </a:ext>
            </a:extLst>
          </p:cNvPr>
          <p:cNvSpPr>
            <a:spLocks noGrp="1"/>
          </p:cNvSpPr>
          <p:nvPr>
            <p:ph type="title"/>
          </p:nvPr>
        </p:nvSpPr>
        <p:spPr/>
        <p:txBody>
          <a:bodyPr/>
          <a:lstStyle/>
          <a:p>
            <a:r>
              <a:rPr lang="fr-BE" dirty="0"/>
              <a:t>DHCP</a:t>
            </a:r>
            <a:endParaRPr lang="LID4096" dirty="0"/>
          </a:p>
        </p:txBody>
      </p:sp>
      <p:sp>
        <p:nvSpPr>
          <p:cNvPr id="3" name="Content Placeholder 2">
            <a:extLst>
              <a:ext uri="{FF2B5EF4-FFF2-40B4-BE49-F238E27FC236}">
                <a16:creationId xmlns:a16="http://schemas.microsoft.com/office/drawing/2014/main" id="{BEC85ED3-0D42-CE06-0090-A5CE98E3727D}"/>
              </a:ext>
            </a:extLst>
          </p:cNvPr>
          <p:cNvSpPr>
            <a:spLocks noGrp="1"/>
          </p:cNvSpPr>
          <p:nvPr>
            <p:ph idx="1"/>
          </p:nvPr>
        </p:nvSpPr>
        <p:spPr/>
        <p:txBody>
          <a:bodyPr/>
          <a:lstStyle/>
          <a:p>
            <a:r>
              <a:rPr lang="fr-BE" dirty="0" err="1"/>
              <a:t>Automatiseert</a:t>
            </a:r>
            <a:r>
              <a:rPr lang="fr-BE" dirty="0"/>
              <a:t> </a:t>
            </a:r>
            <a:r>
              <a:rPr lang="fr-BE" dirty="0" err="1"/>
              <a:t>netwerkbeheer</a:t>
            </a:r>
            <a:endParaRPr lang="fr-BE" dirty="0"/>
          </a:p>
          <a:p>
            <a:r>
              <a:rPr lang="fr-BE" dirty="0" err="1"/>
              <a:t>Voorkomt</a:t>
            </a:r>
            <a:r>
              <a:rPr lang="fr-BE" dirty="0"/>
              <a:t> IP-</a:t>
            </a:r>
            <a:r>
              <a:rPr lang="fr-BE" dirty="0" err="1"/>
              <a:t>conflicten</a:t>
            </a:r>
            <a:endParaRPr lang="fr-BE" dirty="0"/>
          </a:p>
          <a:p>
            <a:r>
              <a:rPr lang="fr-BE" dirty="0" err="1"/>
              <a:t>Bespaart</a:t>
            </a:r>
            <a:r>
              <a:rPr lang="fr-BE" dirty="0"/>
              <a:t> </a:t>
            </a:r>
            <a:r>
              <a:rPr lang="fr-BE" dirty="0" err="1"/>
              <a:t>tijd</a:t>
            </a:r>
            <a:endParaRPr lang="fr-BE" dirty="0"/>
          </a:p>
          <a:p>
            <a:r>
              <a:rPr lang="fr-BE" dirty="0" err="1"/>
              <a:t>Optimaliseert</a:t>
            </a:r>
            <a:r>
              <a:rPr lang="fr-BE" dirty="0"/>
              <a:t> IP-</a:t>
            </a:r>
            <a:r>
              <a:rPr lang="fr-BE" dirty="0" err="1"/>
              <a:t>adressen</a:t>
            </a:r>
            <a:r>
              <a:rPr lang="fr-BE" dirty="0"/>
              <a:t> (leasing)</a:t>
            </a:r>
            <a:endParaRPr lang="LID4096" dirty="0"/>
          </a:p>
        </p:txBody>
      </p:sp>
    </p:spTree>
    <p:extLst>
      <p:ext uri="{BB962C8B-B14F-4D97-AF65-F5344CB8AC3E}">
        <p14:creationId xmlns:p14="http://schemas.microsoft.com/office/powerpoint/2010/main" val="33926367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AC80C1-8E02-03EC-3D27-ACE3956AD318}"/>
              </a:ext>
            </a:extLst>
          </p:cNvPr>
          <p:cNvSpPr>
            <a:spLocks noGrp="1"/>
          </p:cNvSpPr>
          <p:nvPr>
            <p:ph type="title"/>
          </p:nvPr>
        </p:nvSpPr>
        <p:spPr/>
        <p:txBody>
          <a:bodyPr/>
          <a:lstStyle/>
          <a:p>
            <a:r>
              <a:rPr lang="fr-BE" dirty="0"/>
              <a:t>DNS</a:t>
            </a:r>
            <a:endParaRPr lang="LID4096" dirty="0"/>
          </a:p>
        </p:txBody>
      </p:sp>
      <p:sp>
        <p:nvSpPr>
          <p:cNvPr id="3" name="Content Placeholder 2">
            <a:extLst>
              <a:ext uri="{FF2B5EF4-FFF2-40B4-BE49-F238E27FC236}">
                <a16:creationId xmlns:a16="http://schemas.microsoft.com/office/drawing/2014/main" id="{0A12D80D-599F-486C-9087-D41465D38288}"/>
              </a:ext>
            </a:extLst>
          </p:cNvPr>
          <p:cNvSpPr>
            <a:spLocks noGrp="1"/>
          </p:cNvSpPr>
          <p:nvPr>
            <p:ph idx="1"/>
          </p:nvPr>
        </p:nvSpPr>
        <p:spPr/>
        <p:txBody>
          <a:bodyPr/>
          <a:lstStyle/>
          <a:p>
            <a:pPr marL="0" indent="0">
              <a:buNone/>
            </a:pPr>
            <a:r>
              <a:rPr lang="fr-BE" dirty="0"/>
              <a:t>Domain Name System</a:t>
            </a:r>
          </a:p>
          <a:p>
            <a:pPr marL="0" indent="0">
              <a:buNone/>
            </a:pPr>
            <a:r>
              <a:rPr lang="fr-BE" dirty="0"/>
              <a:t> =&gt; </a:t>
            </a:r>
            <a:r>
              <a:rPr lang="fr-BE" dirty="0" err="1"/>
              <a:t>Gebruiksvriendelijke</a:t>
            </a:r>
            <a:r>
              <a:rPr lang="fr-BE" dirty="0"/>
              <a:t> </a:t>
            </a:r>
            <a:r>
              <a:rPr lang="fr-BE" dirty="0" err="1"/>
              <a:t>domeinnamen</a:t>
            </a:r>
            <a:endParaRPr lang="fr-BE" dirty="0"/>
          </a:p>
          <a:p>
            <a:pPr marL="0" indent="0">
              <a:buNone/>
            </a:pPr>
            <a:endParaRPr lang="fr-BE" dirty="0"/>
          </a:p>
          <a:p>
            <a:pPr marL="0" indent="0">
              <a:buNone/>
            </a:pPr>
            <a:r>
              <a:rPr lang="fr-BE" dirty="0" err="1"/>
              <a:t>Werkt</a:t>
            </a:r>
            <a:r>
              <a:rPr lang="fr-BE" dirty="0"/>
              <a:t> </a:t>
            </a:r>
            <a:r>
              <a:rPr lang="fr-BE" dirty="0" err="1"/>
              <a:t>zoals</a:t>
            </a:r>
            <a:r>
              <a:rPr lang="fr-BE" dirty="0"/>
              <a:t> </a:t>
            </a:r>
            <a:r>
              <a:rPr lang="fr-BE" dirty="0" err="1"/>
              <a:t>een</a:t>
            </a:r>
            <a:r>
              <a:rPr lang="fr-BE" dirty="0"/>
              <a:t> </a:t>
            </a:r>
            <a:r>
              <a:rPr lang="fr-BE" dirty="0" err="1"/>
              <a:t>telefoonboek</a:t>
            </a:r>
            <a:r>
              <a:rPr lang="fr-BE" dirty="0"/>
              <a:t> </a:t>
            </a:r>
          </a:p>
          <a:p>
            <a:pPr marL="514350" indent="-514350">
              <a:buFont typeface="+mj-lt"/>
              <a:buAutoNum type="arabicPeriod"/>
            </a:pPr>
            <a:r>
              <a:rPr lang="fr-BE" dirty="0" err="1"/>
              <a:t>Domeinnaam</a:t>
            </a:r>
            <a:r>
              <a:rPr lang="fr-BE" dirty="0"/>
              <a:t> </a:t>
            </a:r>
            <a:r>
              <a:rPr lang="fr-BE" dirty="0" err="1"/>
              <a:t>ingeven</a:t>
            </a:r>
            <a:r>
              <a:rPr lang="fr-BE" dirty="0"/>
              <a:t> =&gt; example.com</a:t>
            </a:r>
          </a:p>
          <a:p>
            <a:pPr marL="514350" indent="-514350">
              <a:buFont typeface="+mj-lt"/>
              <a:buAutoNum type="arabicPeriod"/>
            </a:pPr>
            <a:r>
              <a:rPr lang="fr-BE" dirty="0"/>
              <a:t>DNS </a:t>
            </a:r>
            <a:r>
              <a:rPr lang="fr-BE" dirty="0" err="1"/>
              <a:t>Lookup</a:t>
            </a:r>
            <a:endParaRPr lang="fr-BE" dirty="0"/>
          </a:p>
          <a:p>
            <a:pPr marL="514350" indent="-514350">
              <a:buFont typeface="+mj-lt"/>
              <a:buAutoNum type="arabicPeriod"/>
            </a:pPr>
            <a:r>
              <a:rPr lang="fr-BE" dirty="0"/>
              <a:t>IP </a:t>
            </a:r>
            <a:r>
              <a:rPr lang="fr-BE" dirty="0" err="1"/>
              <a:t>address</a:t>
            </a:r>
            <a:r>
              <a:rPr lang="fr-BE" dirty="0"/>
              <a:t> return</a:t>
            </a:r>
            <a:endParaRPr lang="LID4096" dirty="0"/>
          </a:p>
        </p:txBody>
      </p:sp>
    </p:spTree>
    <p:extLst>
      <p:ext uri="{BB962C8B-B14F-4D97-AF65-F5344CB8AC3E}">
        <p14:creationId xmlns:p14="http://schemas.microsoft.com/office/powerpoint/2010/main" val="3802927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D54B8-795A-F1BF-80F4-E84142052519}"/>
              </a:ext>
            </a:extLst>
          </p:cNvPr>
          <p:cNvSpPr>
            <a:spLocks noGrp="1"/>
          </p:cNvSpPr>
          <p:nvPr>
            <p:ph type="title"/>
          </p:nvPr>
        </p:nvSpPr>
        <p:spPr/>
        <p:txBody>
          <a:bodyPr/>
          <a:lstStyle/>
          <a:p>
            <a:r>
              <a:rPr lang="en-US" dirty="0" err="1"/>
              <a:t>Poorten</a:t>
            </a:r>
            <a:endParaRPr lang="LID4096" dirty="0"/>
          </a:p>
        </p:txBody>
      </p:sp>
      <p:sp>
        <p:nvSpPr>
          <p:cNvPr id="4" name="Rechthoek 13">
            <a:extLst>
              <a:ext uri="{FF2B5EF4-FFF2-40B4-BE49-F238E27FC236}">
                <a16:creationId xmlns:a16="http://schemas.microsoft.com/office/drawing/2014/main" id="{19686064-40EE-DEBD-9C7F-EB104CCB0B77}"/>
              </a:ext>
            </a:extLst>
          </p:cNvPr>
          <p:cNvSpPr/>
          <p:nvPr/>
        </p:nvSpPr>
        <p:spPr>
          <a:xfrm>
            <a:off x="3140879" y="2962858"/>
            <a:ext cx="1878603" cy="752830"/>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nl-BE" sz="3600" dirty="0">
                <a:solidFill>
                  <a:schemeClr val="tx1"/>
                </a:solidFill>
                <a:latin typeface="Barlow Condensed" panose="00000506000000000000" pitchFamily="2" charset="0"/>
              </a:rPr>
              <a:t>poort 23</a:t>
            </a:r>
          </a:p>
        </p:txBody>
      </p:sp>
      <p:sp>
        <p:nvSpPr>
          <p:cNvPr id="5" name="Rechthoek 14">
            <a:extLst>
              <a:ext uri="{FF2B5EF4-FFF2-40B4-BE49-F238E27FC236}">
                <a16:creationId xmlns:a16="http://schemas.microsoft.com/office/drawing/2014/main" id="{24CFCC23-7C99-D3C2-3324-BB165A2F3E10}"/>
              </a:ext>
            </a:extLst>
          </p:cNvPr>
          <p:cNvSpPr/>
          <p:nvPr/>
        </p:nvSpPr>
        <p:spPr>
          <a:xfrm>
            <a:off x="7325347" y="2962858"/>
            <a:ext cx="1470211" cy="752830"/>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nl-BE" sz="3600" dirty="0">
                <a:solidFill>
                  <a:schemeClr val="tx1"/>
                </a:solidFill>
                <a:latin typeface="Barlow Condensed" panose="00000506000000000000" pitchFamily="2" charset="0"/>
              </a:rPr>
              <a:t>Telnet</a:t>
            </a:r>
          </a:p>
        </p:txBody>
      </p:sp>
      <p:sp>
        <p:nvSpPr>
          <p:cNvPr id="6" name="Rechthoek 15">
            <a:extLst>
              <a:ext uri="{FF2B5EF4-FFF2-40B4-BE49-F238E27FC236}">
                <a16:creationId xmlns:a16="http://schemas.microsoft.com/office/drawing/2014/main" id="{00A7B552-590C-77DA-8F35-A90C0A6B5C39}"/>
              </a:ext>
            </a:extLst>
          </p:cNvPr>
          <p:cNvSpPr/>
          <p:nvPr/>
        </p:nvSpPr>
        <p:spPr>
          <a:xfrm>
            <a:off x="3140879" y="3888078"/>
            <a:ext cx="1878603" cy="752830"/>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nl-BE" sz="3600" dirty="0">
                <a:solidFill>
                  <a:schemeClr val="tx1"/>
                </a:solidFill>
                <a:latin typeface="Barlow Condensed" panose="00000506000000000000" pitchFamily="2" charset="0"/>
              </a:rPr>
              <a:t>poort 25</a:t>
            </a:r>
          </a:p>
        </p:txBody>
      </p:sp>
      <p:sp>
        <p:nvSpPr>
          <p:cNvPr id="7" name="Rechthoek 21">
            <a:extLst>
              <a:ext uri="{FF2B5EF4-FFF2-40B4-BE49-F238E27FC236}">
                <a16:creationId xmlns:a16="http://schemas.microsoft.com/office/drawing/2014/main" id="{226A62A1-CED0-3020-1860-0510AD02E041}"/>
              </a:ext>
            </a:extLst>
          </p:cNvPr>
          <p:cNvSpPr/>
          <p:nvPr/>
        </p:nvSpPr>
        <p:spPr>
          <a:xfrm>
            <a:off x="7336128" y="3888078"/>
            <a:ext cx="1470211" cy="752830"/>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nl-BE" sz="3600" dirty="0">
                <a:solidFill>
                  <a:schemeClr val="tx1"/>
                </a:solidFill>
                <a:latin typeface="Barlow Condensed" panose="00000506000000000000" pitchFamily="2" charset="0"/>
              </a:rPr>
              <a:t>SMTP</a:t>
            </a:r>
          </a:p>
        </p:txBody>
      </p:sp>
      <p:sp>
        <p:nvSpPr>
          <p:cNvPr id="8" name="Rechthoek 22">
            <a:extLst>
              <a:ext uri="{FF2B5EF4-FFF2-40B4-BE49-F238E27FC236}">
                <a16:creationId xmlns:a16="http://schemas.microsoft.com/office/drawing/2014/main" id="{32E17F29-35AE-3ACD-E067-C16CBA5D880B}"/>
              </a:ext>
            </a:extLst>
          </p:cNvPr>
          <p:cNvSpPr/>
          <p:nvPr/>
        </p:nvSpPr>
        <p:spPr>
          <a:xfrm>
            <a:off x="3140878" y="4814825"/>
            <a:ext cx="1878603" cy="752830"/>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nl-BE" sz="3600" dirty="0">
                <a:solidFill>
                  <a:schemeClr val="tx1"/>
                </a:solidFill>
                <a:latin typeface="Barlow Condensed" panose="00000506000000000000" pitchFamily="2" charset="0"/>
              </a:rPr>
              <a:t>poort 80</a:t>
            </a:r>
          </a:p>
        </p:txBody>
      </p:sp>
      <p:sp>
        <p:nvSpPr>
          <p:cNvPr id="9" name="Rechthoek 25">
            <a:extLst>
              <a:ext uri="{FF2B5EF4-FFF2-40B4-BE49-F238E27FC236}">
                <a16:creationId xmlns:a16="http://schemas.microsoft.com/office/drawing/2014/main" id="{1909D5FB-B015-CD10-7A0A-79CE92752311}"/>
              </a:ext>
            </a:extLst>
          </p:cNvPr>
          <p:cNvSpPr/>
          <p:nvPr/>
        </p:nvSpPr>
        <p:spPr>
          <a:xfrm>
            <a:off x="7325346" y="4814825"/>
            <a:ext cx="1470211" cy="752830"/>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nl-BE" sz="3600" dirty="0">
                <a:solidFill>
                  <a:schemeClr val="tx1"/>
                </a:solidFill>
                <a:latin typeface="Barlow Condensed" panose="00000506000000000000" pitchFamily="2" charset="0"/>
              </a:rPr>
              <a:t>HTTP</a:t>
            </a:r>
          </a:p>
        </p:txBody>
      </p:sp>
      <p:sp>
        <p:nvSpPr>
          <p:cNvPr id="10" name="Rechthoek 26">
            <a:extLst>
              <a:ext uri="{FF2B5EF4-FFF2-40B4-BE49-F238E27FC236}">
                <a16:creationId xmlns:a16="http://schemas.microsoft.com/office/drawing/2014/main" id="{CF9EB20B-B710-53AC-5191-8A701F25DF9B}"/>
              </a:ext>
            </a:extLst>
          </p:cNvPr>
          <p:cNvSpPr/>
          <p:nvPr/>
        </p:nvSpPr>
        <p:spPr>
          <a:xfrm>
            <a:off x="3140878" y="5740045"/>
            <a:ext cx="1878603" cy="752830"/>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nl-BE" sz="3600" dirty="0">
                <a:solidFill>
                  <a:schemeClr val="tx1"/>
                </a:solidFill>
                <a:latin typeface="Barlow Condensed" panose="00000506000000000000" pitchFamily="2" charset="0"/>
              </a:rPr>
              <a:t>poort 161</a:t>
            </a:r>
          </a:p>
        </p:txBody>
      </p:sp>
      <p:sp>
        <p:nvSpPr>
          <p:cNvPr id="11" name="Rechthoek 27">
            <a:extLst>
              <a:ext uri="{FF2B5EF4-FFF2-40B4-BE49-F238E27FC236}">
                <a16:creationId xmlns:a16="http://schemas.microsoft.com/office/drawing/2014/main" id="{A3B9CD5B-880A-1046-E7A3-C0488D37659B}"/>
              </a:ext>
            </a:extLst>
          </p:cNvPr>
          <p:cNvSpPr/>
          <p:nvPr/>
        </p:nvSpPr>
        <p:spPr>
          <a:xfrm>
            <a:off x="7325345" y="5736184"/>
            <a:ext cx="1470211" cy="752830"/>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nl-BE" sz="3600" dirty="0">
                <a:solidFill>
                  <a:schemeClr val="tx1"/>
                </a:solidFill>
                <a:latin typeface="Barlow Condensed" panose="00000506000000000000" pitchFamily="2" charset="0"/>
              </a:rPr>
              <a:t>SNMP</a:t>
            </a:r>
          </a:p>
        </p:txBody>
      </p:sp>
      <p:sp>
        <p:nvSpPr>
          <p:cNvPr id="12" name="PIJL-OMLAAG 30">
            <a:extLst>
              <a:ext uri="{FF2B5EF4-FFF2-40B4-BE49-F238E27FC236}">
                <a16:creationId xmlns:a16="http://schemas.microsoft.com/office/drawing/2014/main" id="{BA19DFF7-B725-9089-A645-092953E6B2EC}"/>
              </a:ext>
            </a:extLst>
          </p:cNvPr>
          <p:cNvSpPr/>
          <p:nvPr/>
        </p:nvSpPr>
        <p:spPr>
          <a:xfrm rot="16200000">
            <a:off x="5935444" y="2397294"/>
            <a:ext cx="473941" cy="1862440"/>
          </a:xfrm>
          <a:prstGeom prst="downArrow">
            <a:avLst/>
          </a:prstGeom>
          <a:ln/>
        </p:spPr>
        <p:style>
          <a:lnRef idx="2">
            <a:schemeClr val="dk1"/>
          </a:lnRef>
          <a:fillRef idx="1">
            <a:schemeClr val="lt1"/>
          </a:fillRef>
          <a:effectRef idx="0">
            <a:schemeClr val="dk1"/>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nl-BE" sz="2800">
              <a:solidFill>
                <a:schemeClr val="tx1"/>
              </a:solidFill>
              <a:latin typeface="Barlow Condensed" panose="00000506000000000000" pitchFamily="2" charset="0"/>
            </a:endParaRPr>
          </a:p>
        </p:txBody>
      </p:sp>
      <p:sp>
        <p:nvSpPr>
          <p:cNvPr id="13" name="PIJL-OMLAAG 31">
            <a:extLst>
              <a:ext uri="{FF2B5EF4-FFF2-40B4-BE49-F238E27FC236}">
                <a16:creationId xmlns:a16="http://schemas.microsoft.com/office/drawing/2014/main" id="{53E84202-32C2-E68F-2FE5-291CE6A18EAA}"/>
              </a:ext>
            </a:extLst>
          </p:cNvPr>
          <p:cNvSpPr/>
          <p:nvPr/>
        </p:nvSpPr>
        <p:spPr>
          <a:xfrm rot="16200000">
            <a:off x="5954515" y="3329310"/>
            <a:ext cx="473941" cy="1824302"/>
          </a:xfrm>
          <a:prstGeom prst="downArrow">
            <a:avLst/>
          </a:prstGeom>
          <a:ln/>
        </p:spPr>
        <p:style>
          <a:lnRef idx="2">
            <a:schemeClr val="dk1"/>
          </a:lnRef>
          <a:fillRef idx="1">
            <a:schemeClr val="lt1"/>
          </a:fillRef>
          <a:effectRef idx="0">
            <a:schemeClr val="dk1"/>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nl-BE" sz="2800">
              <a:solidFill>
                <a:schemeClr val="tx1"/>
              </a:solidFill>
              <a:latin typeface="Barlow Condensed" panose="00000506000000000000" pitchFamily="2" charset="0"/>
            </a:endParaRPr>
          </a:p>
        </p:txBody>
      </p:sp>
      <p:sp>
        <p:nvSpPr>
          <p:cNvPr id="14" name="PIJL-OMLAAG 32">
            <a:extLst>
              <a:ext uri="{FF2B5EF4-FFF2-40B4-BE49-F238E27FC236}">
                <a16:creationId xmlns:a16="http://schemas.microsoft.com/office/drawing/2014/main" id="{97D2EAF5-C2C4-02CA-F0BD-D824F35F3CCB}"/>
              </a:ext>
            </a:extLst>
          </p:cNvPr>
          <p:cNvSpPr/>
          <p:nvPr/>
        </p:nvSpPr>
        <p:spPr>
          <a:xfrm rot="16200000">
            <a:off x="5954514" y="4279087"/>
            <a:ext cx="473941" cy="1824303"/>
          </a:xfrm>
          <a:prstGeom prst="downArrow">
            <a:avLst/>
          </a:prstGeom>
          <a:ln/>
        </p:spPr>
        <p:style>
          <a:lnRef idx="2">
            <a:schemeClr val="dk1"/>
          </a:lnRef>
          <a:fillRef idx="1">
            <a:schemeClr val="lt1"/>
          </a:fillRef>
          <a:effectRef idx="0">
            <a:schemeClr val="dk1"/>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nl-BE" sz="2800">
              <a:solidFill>
                <a:schemeClr val="tx1"/>
              </a:solidFill>
              <a:latin typeface="Barlow Condensed" panose="00000506000000000000" pitchFamily="2" charset="0"/>
            </a:endParaRPr>
          </a:p>
        </p:txBody>
      </p:sp>
      <p:sp>
        <p:nvSpPr>
          <p:cNvPr id="15" name="PIJL-OMLAAG 33">
            <a:extLst>
              <a:ext uri="{FF2B5EF4-FFF2-40B4-BE49-F238E27FC236}">
                <a16:creationId xmlns:a16="http://schemas.microsoft.com/office/drawing/2014/main" id="{D5B9982D-5DFC-31D7-E2BA-FFC92890A964}"/>
              </a:ext>
            </a:extLst>
          </p:cNvPr>
          <p:cNvSpPr/>
          <p:nvPr/>
        </p:nvSpPr>
        <p:spPr>
          <a:xfrm rot="16200000">
            <a:off x="5961355" y="5193591"/>
            <a:ext cx="473941" cy="1810622"/>
          </a:xfrm>
          <a:prstGeom prst="downArrow">
            <a:avLst/>
          </a:prstGeom>
          <a:ln/>
        </p:spPr>
        <p:style>
          <a:lnRef idx="2">
            <a:schemeClr val="dk1"/>
          </a:lnRef>
          <a:fillRef idx="1">
            <a:schemeClr val="lt1"/>
          </a:fillRef>
          <a:effectRef idx="0">
            <a:schemeClr val="dk1"/>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nl-BE" sz="2800">
              <a:solidFill>
                <a:schemeClr val="tx1"/>
              </a:solidFill>
              <a:latin typeface="Barlow Condensed" panose="00000506000000000000" pitchFamily="2" charset="0"/>
            </a:endParaRPr>
          </a:p>
        </p:txBody>
      </p:sp>
      <p:sp>
        <p:nvSpPr>
          <p:cNvPr id="16" name="Tekstvak 32">
            <a:extLst>
              <a:ext uri="{FF2B5EF4-FFF2-40B4-BE49-F238E27FC236}">
                <a16:creationId xmlns:a16="http://schemas.microsoft.com/office/drawing/2014/main" id="{D440D0DF-4274-9DF1-654D-E61842947A28}"/>
              </a:ext>
            </a:extLst>
          </p:cNvPr>
          <p:cNvSpPr txBox="1"/>
          <p:nvPr/>
        </p:nvSpPr>
        <p:spPr>
          <a:xfrm>
            <a:off x="987579" y="1459638"/>
            <a:ext cx="9951120" cy="923330"/>
          </a:xfrm>
          <a:prstGeom prst="rect">
            <a:avLst/>
          </a:prstGeom>
          <a:noFill/>
        </p:spPr>
        <p:txBody>
          <a:bodyPr wrap="square" rtlCol="0">
            <a:spAutoFit/>
          </a:bodyPr>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nl-BE" sz="5400" dirty="0">
                <a:latin typeface="Barlow Condensed" panose="00000506000000000000" pitchFamily="2" charset="0"/>
              </a:rPr>
              <a:t>poortnummers = protocoltype</a:t>
            </a:r>
            <a:endParaRPr lang="nl-BE" sz="4000" dirty="0">
              <a:latin typeface="Barlow Condensed" panose="00000506000000000000" pitchFamily="2" charset="0"/>
            </a:endParaRPr>
          </a:p>
        </p:txBody>
      </p:sp>
    </p:spTree>
    <p:extLst>
      <p:ext uri="{BB962C8B-B14F-4D97-AF65-F5344CB8AC3E}">
        <p14:creationId xmlns:p14="http://schemas.microsoft.com/office/powerpoint/2010/main" val="322964653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5A833-E3A0-256D-6138-7050697A87AC}"/>
              </a:ext>
            </a:extLst>
          </p:cNvPr>
          <p:cNvSpPr>
            <a:spLocks noGrp="1"/>
          </p:cNvSpPr>
          <p:nvPr>
            <p:ph type="title"/>
          </p:nvPr>
        </p:nvSpPr>
        <p:spPr/>
        <p:txBody>
          <a:bodyPr/>
          <a:lstStyle/>
          <a:p>
            <a:r>
              <a:rPr lang="en-US" dirty="0" err="1"/>
              <a:t>Poorten</a:t>
            </a:r>
            <a:endParaRPr lang="LID4096" dirty="0"/>
          </a:p>
        </p:txBody>
      </p:sp>
      <p:sp>
        <p:nvSpPr>
          <p:cNvPr id="4" name="Tekstvak 32">
            <a:extLst>
              <a:ext uri="{FF2B5EF4-FFF2-40B4-BE49-F238E27FC236}">
                <a16:creationId xmlns:a16="http://schemas.microsoft.com/office/drawing/2014/main" id="{0F526345-177B-3693-A397-C628086AA3F1}"/>
              </a:ext>
            </a:extLst>
          </p:cNvPr>
          <p:cNvSpPr txBox="1"/>
          <p:nvPr/>
        </p:nvSpPr>
        <p:spPr>
          <a:xfrm>
            <a:off x="1120440" y="2967335"/>
            <a:ext cx="9951120" cy="923330"/>
          </a:xfrm>
          <a:prstGeom prst="rect">
            <a:avLst/>
          </a:prstGeom>
          <a:noFill/>
        </p:spPr>
        <p:txBody>
          <a:bodyPr wrap="square" rtlCol="0">
            <a:spAutoFit/>
          </a:bodyPr>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nl-BE" sz="5400" dirty="0">
                <a:latin typeface="Barlow Condensed" panose="00000506000000000000" pitchFamily="2" charset="0"/>
              </a:rPr>
              <a:t>www.sleutelboek.eu:443</a:t>
            </a:r>
            <a:endParaRPr lang="nl-BE" sz="4000" dirty="0">
              <a:latin typeface="Barlow Condensed" panose="00000506000000000000" pitchFamily="2" charset="0"/>
            </a:endParaRPr>
          </a:p>
        </p:txBody>
      </p:sp>
    </p:spTree>
    <p:extLst>
      <p:ext uri="{BB962C8B-B14F-4D97-AF65-F5344CB8AC3E}">
        <p14:creationId xmlns:p14="http://schemas.microsoft.com/office/powerpoint/2010/main" val="129257332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57A5E-743F-5CC5-CB12-115FEC9EF32E}"/>
              </a:ext>
            </a:extLst>
          </p:cNvPr>
          <p:cNvSpPr>
            <a:spLocks noGrp="1"/>
          </p:cNvSpPr>
          <p:nvPr>
            <p:ph type="title"/>
          </p:nvPr>
        </p:nvSpPr>
        <p:spPr>
          <a:noFill/>
          <a:ln>
            <a:noFill/>
          </a:ln>
        </p:spPr>
        <p:style>
          <a:lnRef idx="0">
            <a:scrgbClr r="0" g="0" b="0"/>
          </a:lnRef>
          <a:fillRef idx="0">
            <a:scrgbClr r="0" g="0" b="0"/>
          </a:fillRef>
          <a:effectRef idx="0">
            <a:scrgbClr r="0" g="0" b="0"/>
          </a:effectRef>
          <a:fontRef idx="minor">
            <a:schemeClr val="dk1"/>
          </a:fontRef>
        </p:style>
        <p:txBody>
          <a:bodyPr/>
          <a:lstStyle/>
          <a:p>
            <a:r>
              <a:rPr lang="en-US" dirty="0" err="1"/>
              <a:t>Poorten</a:t>
            </a:r>
            <a:endParaRPr lang="LID4096" dirty="0"/>
          </a:p>
        </p:txBody>
      </p:sp>
      <p:sp>
        <p:nvSpPr>
          <p:cNvPr id="4" name="Stroomdiagram: Proces 16">
            <a:extLst>
              <a:ext uri="{FF2B5EF4-FFF2-40B4-BE49-F238E27FC236}">
                <a16:creationId xmlns:a16="http://schemas.microsoft.com/office/drawing/2014/main" id="{250938C6-BB8A-BE02-EC17-0B89BE69266D}"/>
              </a:ext>
            </a:extLst>
          </p:cNvPr>
          <p:cNvSpPr/>
          <p:nvPr/>
        </p:nvSpPr>
        <p:spPr>
          <a:xfrm>
            <a:off x="1133475" y="1379280"/>
            <a:ext cx="4778542" cy="4099441"/>
          </a:xfrm>
          <a:prstGeom prst="flowChartProcess">
            <a:avLst/>
          </a:prstGeom>
          <a:noFill/>
          <a:ln>
            <a:noFill/>
          </a:ln>
        </p:spPr>
        <p:style>
          <a:lnRef idx="0">
            <a:scrgbClr r="0" g="0" b="0"/>
          </a:lnRef>
          <a:fillRef idx="0">
            <a:scrgbClr r="0" g="0" b="0"/>
          </a:fillRef>
          <a:effectRef idx="0">
            <a:scrgbClr r="0" g="0" b="0"/>
          </a:effectRef>
          <a:fontRef idx="minor">
            <a:schemeClr val="dk1"/>
          </a:fontRef>
        </p:style>
        <p:txBody>
          <a:bodyPr rtlCol="0" anchor="b"/>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nl-BE" sz="3600" dirty="0">
                <a:solidFill>
                  <a:schemeClr val="tx1"/>
                </a:solidFill>
                <a:latin typeface="Barlow Condensed" panose="00000506000000000000" pitchFamily="2" charset="0"/>
              </a:rPr>
              <a:t>meerdere gelijktijdige verbindingen mogelijk</a:t>
            </a:r>
          </a:p>
        </p:txBody>
      </p:sp>
      <p:sp>
        <p:nvSpPr>
          <p:cNvPr id="5" name="Stroomdiagram: Proces 17">
            <a:extLst>
              <a:ext uri="{FF2B5EF4-FFF2-40B4-BE49-F238E27FC236}">
                <a16:creationId xmlns:a16="http://schemas.microsoft.com/office/drawing/2014/main" id="{EB7F7BC9-7763-F816-F57E-C6E950580841}"/>
              </a:ext>
            </a:extLst>
          </p:cNvPr>
          <p:cNvSpPr/>
          <p:nvPr/>
        </p:nvSpPr>
        <p:spPr>
          <a:xfrm>
            <a:off x="6279983" y="1379279"/>
            <a:ext cx="4778542" cy="4099441"/>
          </a:xfrm>
          <a:prstGeom prst="flowChartProcess">
            <a:avLst/>
          </a:prstGeom>
          <a:noFill/>
          <a:ln>
            <a:noFill/>
          </a:ln>
        </p:spPr>
        <p:style>
          <a:lnRef idx="0">
            <a:scrgbClr r="0" g="0" b="0"/>
          </a:lnRef>
          <a:fillRef idx="0">
            <a:scrgbClr r="0" g="0" b="0"/>
          </a:fillRef>
          <a:effectRef idx="0">
            <a:scrgbClr r="0" g="0" b="0"/>
          </a:effectRef>
          <a:fontRef idx="minor">
            <a:schemeClr val="dk1"/>
          </a:fontRef>
        </p:style>
        <p:txBody>
          <a:bodyPr rtlCol="0" anchor="b"/>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nl-BE" sz="3600" dirty="0">
                <a:solidFill>
                  <a:schemeClr val="tx1"/>
                </a:solidFill>
                <a:latin typeface="Barlow Condensed" panose="00000506000000000000" pitchFamily="2" charset="0"/>
              </a:rPr>
              <a:t>netwerkbeveiliging </a:t>
            </a:r>
            <a:br>
              <a:rPr lang="nl-BE" sz="3600" dirty="0">
                <a:solidFill>
                  <a:schemeClr val="tx1"/>
                </a:solidFill>
                <a:latin typeface="Barlow Condensed" panose="00000506000000000000" pitchFamily="2" charset="0"/>
              </a:rPr>
            </a:br>
            <a:r>
              <a:rPr lang="nl-BE" sz="3600" dirty="0">
                <a:solidFill>
                  <a:schemeClr val="tx1"/>
                </a:solidFill>
                <a:latin typeface="Barlow Condensed" panose="00000506000000000000" pitchFamily="2" charset="0"/>
              </a:rPr>
              <a:t>(Firewall)</a:t>
            </a:r>
          </a:p>
        </p:txBody>
      </p:sp>
      <p:pic>
        <p:nvPicPr>
          <p:cNvPr id="6" name="Afbeelding 18">
            <a:extLst>
              <a:ext uri="{FF2B5EF4-FFF2-40B4-BE49-F238E27FC236}">
                <a16:creationId xmlns:a16="http://schemas.microsoft.com/office/drawing/2014/main" id="{88AC5113-D28A-8EDA-E81E-14918AA2CE59}"/>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2638232" y="2035886"/>
            <a:ext cx="1769027" cy="1797177"/>
          </a:xfrm>
          <a:prstGeom prst="rect">
            <a:avLst/>
          </a:prstGeom>
          <a:noFill/>
          <a:ln>
            <a:noFill/>
          </a:ln>
        </p:spPr>
      </p:pic>
      <p:cxnSp>
        <p:nvCxnSpPr>
          <p:cNvPr id="7" name="Rechte verbindingslijn 6">
            <a:extLst>
              <a:ext uri="{FF2B5EF4-FFF2-40B4-BE49-F238E27FC236}">
                <a16:creationId xmlns:a16="http://schemas.microsoft.com/office/drawing/2014/main" id="{B5540118-740B-3AA3-A4B1-1C0305A427A5}"/>
              </a:ext>
            </a:extLst>
          </p:cNvPr>
          <p:cNvCxnSpPr/>
          <p:nvPr/>
        </p:nvCxnSpPr>
        <p:spPr>
          <a:xfrm>
            <a:off x="1472364" y="2360740"/>
            <a:ext cx="1058779" cy="300789"/>
          </a:xfrm>
          <a:prstGeom prst="line">
            <a:avLst/>
          </a:prstGeom>
          <a:ln w="762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8" name="Rechte verbindingslijn 20">
            <a:extLst>
              <a:ext uri="{FF2B5EF4-FFF2-40B4-BE49-F238E27FC236}">
                <a16:creationId xmlns:a16="http://schemas.microsoft.com/office/drawing/2014/main" id="{2A32D85E-AAD1-8119-EB36-6DEB7F6F0B07}"/>
              </a:ext>
            </a:extLst>
          </p:cNvPr>
          <p:cNvCxnSpPr/>
          <p:nvPr/>
        </p:nvCxnSpPr>
        <p:spPr>
          <a:xfrm>
            <a:off x="1356464" y="3034508"/>
            <a:ext cx="1174678" cy="17662"/>
          </a:xfrm>
          <a:prstGeom prst="line">
            <a:avLst/>
          </a:prstGeom>
          <a:ln w="762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Rechte verbindingslijn 21">
            <a:extLst>
              <a:ext uri="{FF2B5EF4-FFF2-40B4-BE49-F238E27FC236}">
                <a16:creationId xmlns:a16="http://schemas.microsoft.com/office/drawing/2014/main" id="{D1D0EE70-F454-6C53-79D1-F37C802B9B39}"/>
              </a:ext>
            </a:extLst>
          </p:cNvPr>
          <p:cNvCxnSpPr/>
          <p:nvPr/>
        </p:nvCxnSpPr>
        <p:spPr>
          <a:xfrm flipV="1">
            <a:off x="1496428" y="3425149"/>
            <a:ext cx="1034714" cy="323316"/>
          </a:xfrm>
          <a:prstGeom prst="line">
            <a:avLst/>
          </a:prstGeom>
          <a:ln w="762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0" name="Rechte verbindingslijn 25">
            <a:extLst>
              <a:ext uri="{FF2B5EF4-FFF2-40B4-BE49-F238E27FC236}">
                <a16:creationId xmlns:a16="http://schemas.microsoft.com/office/drawing/2014/main" id="{3D907686-E5C5-D966-A755-AA9C0830A959}"/>
              </a:ext>
            </a:extLst>
          </p:cNvPr>
          <p:cNvCxnSpPr/>
          <p:nvPr/>
        </p:nvCxnSpPr>
        <p:spPr>
          <a:xfrm flipV="1">
            <a:off x="4572299" y="2360740"/>
            <a:ext cx="1190527" cy="300789"/>
          </a:xfrm>
          <a:prstGeom prst="line">
            <a:avLst/>
          </a:prstGeom>
          <a:ln w="762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Rechte verbindingslijn 26">
            <a:extLst>
              <a:ext uri="{FF2B5EF4-FFF2-40B4-BE49-F238E27FC236}">
                <a16:creationId xmlns:a16="http://schemas.microsoft.com/office/drawing/2014/main" id="{78D3A618-8262-963E-68B5-34F4216B84B4}"/>
              </a:ext>
            </a:extLst>
          </p:cNvPr>
          <p:cNvCxnSpPr/>
          <p:nvPr/>
        </p:nvCxnSpPr>
        <p:spPr>
          <a:xfrm>
            <a:off x="4588148" y="2995597"/>
            <a:ext cx="1174678" cy="17662"/>
          </a:xfrm>
          <a:prstGeom prst="line">
            <a:avLst/>
          </a:prstGeom>
          <a:ln w="762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Rechte verbindingslijn 27">
            <a:extLst>
              <a:ext uri="{FF2B5EF4-FFF2-40B4-BE49-F238E27FC236}">
                <a16:creationId xmlns:a16="http://schemas.microsoft.com/office/drawing/2014/main" id="{5996FA72-BFAB-0AC5-FEB1-838172D525CE}"/>
              </a:ext>
            </a:extLst>
          </p:cNvPr>
          <p:cNvCxnSpPr/>
          <p:nvPr/>
        </p:nvCxnSpPr>
        <p:spPr>
          <a:xfrm>
            <a:off x="4588148" y="3308416"/>
            <a:ext cx="1174678" cy="411976"/>
          </a:xfrm>
          <a:prstGeom prst="line">
            <a:avLst/>
          </a:prstGeom>
          <a:ln w="76200">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3" name="Picture 12" descr="Firewall - Free technology icons">
            <a:extLst>
              <a:ext uri="{FF2B5EF4-FFF2-40B4-BE49-F238E27FC236}">
                <a16:creationId xmlns:a16="http://schemas.microsoft.com/office/drawing/2014/main" id="{DE39D2BB-AAD7-47ED-DCB2-7B94D223483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13079" y="1513996"/>
            <a:ext cx="2963200" cy="29632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732583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hthoek 22">
            <a:extLst>
              <a:ext uri="{FF2B5EF4-FFF2-40B4-BE49-F238E27FC236}">
                <a16:creationId xmlns:a16="http://schemas.microsoft.com/office/drawing/2014/main" id="{4DA554D9-7A51-9955-675F-31F8581DA3C6}"/>
              </a:ext>
            </a:extLst>
          </p:cNvPr>
          <p:cNvSpPr/>
          <p:nvPr/>
        </p:nvSpPr>
        <p:spPr>
          <a:xfrm>
            <a:off x="8260869" y="1047640"/>
            <a:ext cx="2585741" cy="1113018"/>
          </a:xfrm>
          <a:prstGeom prst="rect">
            <a:avLst/>
          </a:prstGeom>
        </p:spPr>
        <p:style>
          <a:lnRef idx="2">
            <a:schemeClr val="accent2"/>
          </a:lnRef>
          <a:fillRef idx="1">
            <a:schemeClr val="lt1"/>
          </a:fillRef>
          <a:effectRef idx="0">
            <a:schemeClr val="accent2"/>
          </a:effectRef>
          <a:fontRef idx="minor">
            <a:schemeClr val="dk1"/>
          </a:fontRef>
        </p:style>
        <p:txBody>
          <a:bodyPr rtlCol="0" anchor="t"/>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nl-BE" sz="5400" dirty="0">
                <a:solidFill>
                  <a:schemeClr val="accent2"/>
                </a:solidFill>
                <a:latin typeface="Barlow Condensed" panose="00000506000000000000" pitchFamily="2" charset="0"/>
              </a:rPr>
              <a:t>poort 80</a:t>
            </a:r>
          </a:p>
        </p:txBody>
      </p:sp>
      <p:pic>
        <p:nvPicPr>
          <p:cNvPr id="5" name="Picture 4" descr="Web server vector icon | Free SVG">
            <a:extLst>
              <a:ext uri="{FF2B5EF4-FFF2-40B4-BE49-F238E27FC236}">
                <a16:creationId xmlns:a16="http://schemas.microsoft.com/office/drawing/2014/main" id="{DC679F08-6429-8CDB-70E2-9AAED2A03276}"/>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colorTemperature colorTemp="4700"/>
                    </a14:imgEffect>
                  </a14:imgLayer>
                </a14:imgProps>
              </a:ext>
              <a:ext uri="{28A0092B-C50C-407E-A947-70E740481C1C}">
                <a14:useLocalDpi xmlns:a14="http://schemas.microsoft.com/office/drawing/2010/main" val="0"/>
              </a:ext>
            </a:extLst>
          </a:blip>
          <a:srcRect/>
          <a:stretch>
            <a:fillRect/>
          </a:stretch>
        </p:blipFill>
        <p:spPr bwMode="auto">
          <a:xfrm>
            <a:off x="8327090" y="3094465"/>
            <a:ext cx="2715895" cy="2715895"/>
          </a:xfrm>
          <a:prstGeom prst="rect">
            <a:avLst/>
          </a:prstGeom>
          <a:noFill/>
          <a:extLst>
            <a:ext uri="{909E8E84-426E-40DD-AFC4-6F175D3DCCD1}">
              <a14:hiddenFill xmlns:a14="http://schemas.microsoft.com/office/drawing/2010/main">
                <a:solidFill>
                  <a:srgbClr val="FFFFFF"/>
                </a:solidFill>
              </a14:hiddenFill>
            </a:ext>
          </a:extLst>
        </p:spPr>
      </p:pic>
      <p:pic>
        <p:nvPicPr>
          <p:cNvPr id="6" name="Afbeelding 23">
            <a:extLst>
              <a:ext uri="{FF2B5EF4-FFF2-40B4-BE49-F238E27FC236}">
                <a16:creationId xmlns:a16="http://schemas.microsoft.com/office/drawing/2014/main" id="{3728F1B8-19B8-F435-4F47-3E10F75802E7}"/>
              </a:ext>
            </a:extLst>
          </p:cNvPr>
          <p:cNvPicPr/>
          <p:nvPr/>
        </p:nvPicPr>
        <p:blipFill>
          <a:blip r:embed="rId5" cstate="print">
            <a:extLst>
              <a:ext uri="{BEBA8EAE-BF5A-486C-A8C5-ECC9F3942E4B}">
                <a14:imgProps xmlns:a14="http://schemas.microsoft.com/office/drawing/2010/main">
                  <a14:imgLayer r:embed="rId6">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420345" y="3353118"/>
            <a:ext cx="1918820" cy="2027322"/>
          </a:xfrm>
          <a:prstGeom prst="rect">
            <a:avLst/>
          </a:prstGeom>
          <a:noFill/>
          <a:ln>
            <a:noFill/>
          </a:ln>
        </p:spPr>
      </p:pic>
      <p:cxnSp>
        <p:nvCxnSpPr>
          <p:cNvPr id="7" name="Rechte verbindingslijn met pijl 24">
            <a:extLst>
              <a:ext uri="{FF2B5EF4-FFF2-40B4-BE49-F238E27FC236}">
                <a16:creationId xmlns:a16="http://schemas.microsoft.com/office/drawing/2014/main" id="{25F2CD72-1289-397C-5801-15A7CDF1521B}"/>
              </a:ext>
            </a:extLst>
          </p:cNvPr>
          <p:cNvCxnSpPr/>
          <p:nvPr/>
        </p:nvCxnSpPr>
        <p:spPr>
          <a:xfrm>
            <a:off x="3558641" y="4366779"/>
            <a:ext cx="4860758" cy="0"/>
          </a:xfrm>
          <a:prstGeom prst="straightConnector1">
            <a:avLst/>
          </a:prstGeom>
          <a:ln w="762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8" name="Tekstvak 33">
            <a:extLst>
              <a:ext uri="{FF2B5EF4-FFF2-40B4-BE49-F238E27FC236}">
                <a16:creationId xmlns:a16="http://schemas.microsoft.com/office/drawing/2014/main" id="{EA107D48-AD8D-5060-87C7-16AC98B60ACF}"/>
              </a:ext>
            </a:extLst>
          </p:cNvPr>
          <p:cNvSpPr txBox="1"/>
          <p:nvPr/>
        </p:nvSpPr>
        <p:spPr>
          <a:xfrm>
            <a:off x="-500031" y="1534978"/>
            <a:ext cx="9391050" cy="923330"/>
          </a:xfrm>
          <a:prstGeom prst="rect">
            <a:avLst/>
          </a:prstGeom>
          <a:noFill/>
        </p:spPr>
        <p:txBody>
          <a:bodyPr wrap="square" rtlCol="0">
            <a:spAutoFit/>
          </a:bodyPr>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nl-BE" sz="5400" dirty="0">
                <a:latin typeface="Barlow Condensed" panose="00000506000000000000" pitchFamily="2" charset="0"/>
              </a:rPr>
              <a:t>HTTP-</a:t>
            </a:r>
            <a:r>
              <a:rPr lang="nl-BE" sz="5400" dirty="0" err="1">
                <a:latin typeface="Barlow Condensed" panose="00000506000000000000" pitchFamily="2" charset="0"/>
              </a:rPr>
              <a:t>request</a:t>
            </a:r>
            <a:endParaRPr lang="nl-BE" sz="4000" dirty="0">
              <a:latin typeface="Barlow Condensed" panose="00000506000000000000" pitchFamily="2" charset="0"/>
            </a:endParaRPr>
          </a:p>
        </p:txBody>
      </p:sp>
    </p:spTree>
    <p:extLst>
      <p:ext uri="{BB962C8B-B14F-4D97-AF65-F5344CB8AC3E}">
        <p14:creationId xmlns:p14="http://schemas.microsoft.com/office/powerpoint/2010/main" val="44344760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Web server vector icon | Free SVG">
            <a:extLst>
              <a:ext uri="{FF2B5EF4-FFF2-40B4-BE49-F238E27FC236}">
                <a16:creationId xmlns:a16="http://schemas.microsoft.com/office/drawing/2014/main" id="{8E7B9578-37E8-048A-461B-833BCA9E235E}"/>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colorTemperature colorTemp="4700"/>
                    </a14:imgEffect>
                  </a14:imgLayer>
                </a14:imgProps>
              </a:ext>
              <a:ext uri="{28A0092B-C50C-407E-A947-70E740481C1C}">
                <a14:useLocalDpi xmlns:a14="http://schemas.microsoft.com/office/drawing/2010/main" val="0"/>
              </a:ext>
            </a:extLst>
          </a:blip>
          <a:srcRect/>
          <a:stretch>
            <a:fillRect/>
          </a:stretch>
        </p:blipFill>
        <p:spPr bwMode="auto">
          <a:xfrm>
            <a:off x="8327090" y="2853809"/>
            <a:ext cx="2715895" cy="2715895"/>
          </a:xfrm>
          <a:prstGeom prst="rect">
            <a:avLst/>
          </a:prstGeom>
          <a:noFill/>
          <a:extLst>
            <a:ext uri="{909E8E84-426E-40DD-AFC4-6F175D3DCCD1}">
              <a14:hiddenFill xmlns:a14="http://schemas.microsoft.com/office/drawing/2010/main">
                <a:solidFill>
                  <a:srgbClr val="FFFFFF"/>
                </a:solidFill>
              </a14:hiddenFill>
            </a:ext>
          </a:extLst>
        </p:spPr>
      </p:pic>
      <p:pic>
        <p:nvPicPr>
          <p:cNvPr id="5" name="Afbeelding 23">
            <a:extLst>
              <a:ext uri="{FF2B5EF4-FFF2-40B4-BE49-F238E27FC236}">
                <a16:creationId xmlns:a16="http://schemas.microsoft.com/office/drawing/2014/main" id="{DECE371D-4DFB-F29A-169D-2EB8FBA86D2A}"/>
              </a:ext>
            </a:extLst>
          </p:cNvPr>
          <p:cNvPicPr/>
          <p:nvPr/>
        </p:nvPicPr>
        <p:blipFill>
          <a:blip r:embed="rId5" cstate="print">
            <a:extLst>
              <a:ext uri="{BEBA8EAE-BF5A-486C-A8C5-ECC9F3942E4B}">
                <a14:imgProps xmlns:a14="http://schemas.microsoft.com/office/drawing/2010/main">
                  <a14:imgLayer r:embed="rId6">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420345" y="3112462"/>
            <a:ext cx="1918820" cy="2027322"/>
          </a:xfrm>
          <a:prstGeom prst="rect">
            <a:avLst/>
          </a:prstGeom>
          <a:noFill/>
          <a:ln>
            <a:noFill/>
          </a:ln>
        </p:spPr>
      </p:pic>
      <p:cxnSp>
        <p:nvCxnSpPr>
          <p:cNvPr id="6" name="Rechte verbindingslijn met pijl 24">
            <a:extLst>
              <a:ext uri="{FF2B5EF4-FFF2-40B4-BE49-F238E27FC236}">
                <a16:creationId xmlns:a16="http://schemas.microsoft.com/office/drawing/2014/main" id="{D0246F6D-73A1-F269-BC7B-396FD5437B8F}"/>
              </a:ext>
            </a:extLst>
          </p:cNvPr>
          <p:cNvCxnSpPr/>
          <p:nvPr/>
        </p:nvCxnSpPr>
        <p:spPr>
          <a:xfrm flipH="1">
            <a:off x="3558641" y="4126123"/>
            <a:ext cx="4860758" cy="0"/>
          </a:xfrm>
          <a:prstGeom prst="straightConnector1">
            <a:avLst/>
          </a:prstGeom>
          <a:ln w="762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7" name="Tekstvak 33">
            <a:extLst>
              <a:ext uri="{FF2B5EF4-FFF2-40B4-BE49-F238E27FC236}">
                <a16:creationId xmlns:a16="http://schemas.microsoft.com/office/drawing/2014/main" id="{E65A00AF-7406-F82E-AB4B-D9A362206021}"/>
              </a:ext>
            </a:extLst>
          </p:cNvPr>
          <p:cNvSpPr txBox="1"/>
          <p:nvPr/>
        </p:nvSpPr>
        <p:spPr>
          <a:xfrm>
            <a:off x="1149015" y="1288296"/>
            <a:ext cx="9391050" cy="923330"/>
          </a:xfrm>
          <a:prstGeom prst="rect">
            <a:avLst/>
          </a:prstGeom>
          <a:noFill/>
        </p:spPr>
        <p:txBody>
          <a:bodyPr wrap="square" rtlCol="0">
            <a:spAutoFit/>
          </a:bodyPr>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nl-BE" sz="5400" dirty="0">
                <a:latin typeface="Barlow Condensed" panose="00000506000000000000" pitchFamily="2" charset="0"/>
              </a:rPr>
              <a:t>HTTP-response</a:t>
            </a:r>
            <a:endParaRPr lang="nl-BE" sz="4000" dirty="0">
              <a:latin typeface="Barlow Condensed" panose="00000506000000000000" pitchFamily="2" charset="0"/>
            </a:endParaRPr>
          </a:p>
        </p:txBody>
      </p:sp>
    </p:spTree>
    <p:extLst>
      <p:ext uri="{BB962C8B-B14F-4D97-AF65-F5344CB8AC3E}">
        <p14:creationId xmlns:p14="http://schemas.microsoft.com/office/powerpoint/2010/main" val="275902861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hthoek 14">
            <a:extLst>
              <a:ext uri="{FF2B5EF4-FFF2-40B4-BE49-F238E27FC236}">
                <a16:creationId xmlns:a16="http://schemas.microsoft.com/office/drawing/2014/main" id="{972E34AC-7477-A07B-AFF7-3F90037DF3E1}"/>
              </a:ext>
            </a:extLst>
          </p:cNvPr>
          <p:cNvSpPr/>
          <p:nvPr/>
        </p:nvSpPr>
        <p:spPr>
          <a:xfrm>
            <a:off x="1180691" y="1690688"/>
            <a:ext cx="4667252" cy="975855"/>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nl-BE" sz="3200" dirty="0">
                <a:solidFill>
                  <a:schemeClr val="tx1"/>
                </a:solidFill>
                <a:latin typeface="Barlow Condensed" panose="00000506000000000000" pitchFamily="2" charset="0"/>
              </a:rPr>
              <a:t>403 </a:t>
            </a:r>
            <a:r>
              <a:rPr lang="nl-BE" sz="3200" dirty="0" err="1">
                <a:solidFill>
                  <a:schemeClr val="tx1"/>
                </a:solidFill>
                <a:latin typeface="Barlow Condensed" panose="00000506000000000000" pitchFamily="2" charset="0"/>
              </a:rPr>
              <a:t>Forbidden</a:t>
            </a:r>
            <a:endParaRPr lang="nl-BE" sz="3200" dirty="0">
              <a:solidFill>
                <a:schemeClr val="tx1"/>
              </a:solidFill>
              <a:latin typeface="Barlow Condensed" panose="00000506000000000000" pitchFamily="2" charset="0"/>
            </a:endParaRPr>
          </a:p>
        </p:txBody>
      </p:sp>
      <p:sp>
        <p:nvSpPr>
          <p:cNvPr id="5" name="Rechthoek 15">
            <a:extLst>
              <a:ext uri="{FF2B5EF4-FFF2-40B4-BE49-F238E27FC236}">
                <a16:creationId xmlns:a16="http://schemas.microsoft.com/office/drawing/2014/main" id="{2F96B475-4920-3E85-32CE-AAB07915E4E6}"/>
              </a:ext>
            </a:extLst>
          </p:cNvPr>
          <p:cNvSpPr/>
          <p:nvPr/>
        </p:nvSpPr>
        <p:spPr>
          <a:xfrm>
            <a:off x="1189168" y="2921558"/>
            <a:ext cx="4667252" cy="975855"/>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nl-BE" sz="3200" dirty="0">
                <a:solidFill>
                  <a:schemeClr val="tx1"/>
                </a:solidFill>
                <a:latin typeface="Barlow Condensed" panose="00000506000000000000" pitchFamily="2" charset="0"/>
              </a:rPr>
              <a:t>404 </a:t>
            </a:r>
            <a:r>
              <a:rPr lang="nl-BE" sz="3200" dirty="0" err="1">
                <a:solidFill>
                  <a:schemeClr val="tx1"/>
                </a:solidFill>
                <a:latin typeface="Barlow Condensed" panose="00000506000000000000" pitchFamily="2" charset="0"/>
              </a:rPr>
              <a:t>Not</a:t>
            </a:r>
            <a:r>
              <a:rPr lang="nl-BE" sz="3200" dirty="0">
                <a:solidFill>
                  <a:schemeClr val="tx1"/>
                </a:solidFill>
                <a:latin typeface="Barlow Condensed" panose="00000506000000000000" pitchFamily="2" charset="0"/>
              </a:rPr>
              <a:t> found</a:t>
            </a:r>
          </a:p>
        </p:txBody>
      </p:sp>
      <p:sp>
        <p:nvSpPr>
          <p:cNvPr id="6" name="Rechthoek 16">
            <a:extLst>
              <a:ext uri="{FF2B5EF4-FFF2-40B4-BE49-F238E27FC236}">
                <a16:creationId xmlns:a16="http://schemas.microsoft.com/office/drawing/2014/main" id="{7DF7C0B0-3D31-940C-972A-96874CC9197D}"/>
              </a:ext>
            </a:extLst>
          </p:cNvPr>
          <p:cNvSpPr/>
          <p:nvPr/>
        </p:nvSpPr>
        <p:spPr>
          <a:xfrm>
            <a:off x="1180692" y="4152428"/>
            <a:ext cx="4667252" cy="975855"/>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nl-BE" sz="3200" dirty="0">
                <a:solidFill>
                  <a:schemeClr val="tx1"/>
                </a:solidFill>
                <a:latin typeface="Barlow Condensed" panose="00000506000000000000" pitchFamily="2" charset="0"/>
              </a:rPr>
              <a:t>405 </a:t>
            </a:r>
            <a:r>
              <a:rPr lang="nl-BE" sz="3200" dirty="0" err="1">
                <a:solidFill>
                  <a:schemeClr val="tx1"/>
                </a:solidFill>
                <a:latin typeface="Barlow Condensed" panose="00000506000000000000" pitchFamily="2" charset="0"/>
              </a:rPr>
              <a:t>Not</a:t>
            </a:r>
            <a:r>
              <a:rPr lang="nl-BE" sz="3200" dirty="0">
                <a:solidFill>
                  <a:schemeClr val="tx1"/>
                </a:solidFill>
                <a:latin typeface="Barlow Condensed" panose="00000506000000000000" pitchFamily="2" charset="0"/>
              </a:rPr>
              <a:t> </a:t>
            </a:r>
            <a:r>
              <a:rPr lang="nl-BE" sz="3200" dirty="0" err="1">
                <a:solidFill>
                  <a:schemeClr val="tx1"/>
                </a:solidFill>
                <a:latin typeface="Barlow Condensed" panose="00000506000000000000" pitchFamily="2" charset="0"/>
              </a:rPr>
              <a:t>allowed</a:t>
            </a:r>
            <a:endParaRPr lang="nl-BE" sz="3200" dirty="0">
              <a:solidFill>
                <a:schemeClr val="tx1"/>
              </a:solidFill>
              <a:latin typeface="Barlow Condensed" panose="00000506000000000000" pitchFamily="2" charset="0"/>
            </a:endParaRPr>
          </a:p>
        </p:txBody>
      </p:sp>
      <p:sp>
        <p:nvSpPr>
          <p:cNvPr id="7" name="Rechthoek 17">
            <a:extLst>
              <a:ext uri="{FF2B5EF4-FFF2-40B4-BE49-F238E27FC236}">
                <a16:creationId xmlns:a16="http://schemas.microsoft.com/office/drawing/2014/main" id="{DF53AFC4-0BC4-ADBE-FDB9-2E488887DFFA}"/>
              </a:ext>
            </a:extLst>
          </p:cNvPr>
          <p:cNvSpPr/>
          <p:nvPr/>
        </p:nvSpPr>
        <p:spPr>
          <a:xfrm>
            <a:off x="1180692" y="5383298"/>
            <a:ext cx="4667251" cy="975747"/>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defPPr>
              <a:defRPr lang="nl-B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nl-BE" sz="3200" dirty="0">
                <a:solidFill>
                  <a:schemeClr val="tx1"/>
                </a:solidFill>
                <a:latin typeface="Barlow Condensed" panose="00000506000000000000" pitchFamily="2" charset="0"/>
              </a:rPr>
              <a:t>500 </a:t>
            </a:r>
            <a:r>
              <a:rPr lang="nl-BE" sz="3200" dirty="0" err="1">
                <a:solidFill>
                  <a:schemeClr val="tx1"/>
                </a:solidFill>
                <a:latin typeface="Barlow Condensed" panose="00000506000000000000" pitchFamily="2" charset="0"/>
              </a:rPr>
              <a:t>internal</a:t>
            </a:r>
            <a:r>
              <a:rPr lang="nl-BE" sz="3200" dirty="0">
                <a:solidFill>
                  <a:schemeClr val="tx1"/>
                </a:solidFill>
                <a:latin typeface="Barlow Condensed" panose="00000506000000000000" pitchFamily="2" charset="0"/>
              </a:rPr>
              <a:t> server error</a:t>
            </a:r>
          </a:p>
        </p:txBody>
      </p:sp>
      <p:sp>
        <p:nvSpPr>
          <p:cNvPr id="8" name="Rechthoek 18">
            <a:extLst>
              <a:ext uri="{FF2B5EF4-FFF2-40B4-BE49-F238E27FC236}">
                <a16:creationId xmlns:a16="http://schemas.microsoft.com/office/drawing/2014/main" id="{D21EF31B-A64D-38A8-2790-1F82ED1C6DC1}"/>
              </a:ext>
            </a:extLst>
          </p:cNvPr>
          <p:cNvSpPr/>
          <p:nvPr/>
        </p:nvSpPr>
        <p:spPr>
          <a:xfrm>
            <a:off x="4273124" y="1914739"/>
            <a:ext cx="6672599" cy="576064"/>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1793875"/>
            <a:r>
              <a:rPr lang="nl-BE" sz="3600" dirty="0">
                <a:solidFill>
                  <a:schemeClr val="tx1"/>
                </a:solidFill>
                <a:latin typeface="Barlow Condensed" panose="00000506000000000000" pitchFamily="2" charset="0"/>
              </a:rPr>
              <a:t>Map is niet publiek</a:t>
            </a:r>
          </a:p>
        </p:txBody>
      </p:sp>
      <p:sp>
        <p:nvSpPr>
          <p:cNvPr id="9" name="Rechthoek 19">
            <a:extLst>
              <a:ext uri="{FF2B5EF4-FFF2-40B4-BE49-F238E27FC236}">
                <a16:creationId xmlns:a16="http://schemas.microsoft.com/office/drawing/2014/main" id="{741B9EC3-DC95-6AE2-0ED1-8C346A52A698}"/>
              </a:ext>
            </a:extLst>
          </p:cNvPr>
          <p:cNvSpPr/>
          <p:nvPr/>
        </p:nvSpPr>
        <p:spPr>
          <a:xfrm>
            <a:off x="4273124" y="3139763"/>
            <a:ext cx="6672599" cy="576064"/>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1793875"/>
            <a:r>
              <a:rPr lang="nl-BE" sz="3600" dirty="0">
                <a:solidFill>
                  <a:schemeClr val="tx1"/>
                </a:solidFill>
                <a:latin typeface="Barlow Condensed" panose="00000506000000000000" pitchFamily="2" charset="0"/>
              </a:rPr>
              <a:t>Webpagina bestaat niet</a:t>
            </a:r>
          </a:p>
        </p:txBody>
      </p:sp>
      <p:sp>
        <p:nvSpPr>
          <p:cNvPr id="10" name="Rechthoek 20">
            <a:extLst>
              <a:ext uri="{FF2B5EF4-FFF2-40B4-BE49-F238E27FC236}">
                <a16:creationId xmlns:a16="http://schemas.microsoft.com/office/drawing/2014/main" id="{44A21844-573C-61AB-DF86-4DFF46889130}"/>
              </a:ext>
            </a:extLst>
          </p:cNvPr>
          <p:cNvSpPr/>
          <p:nvPr/>
        </p:nvSpPr>
        <p:spPr>
          <a:xfrm>
            <a:off x="4273124" y="4338264"/>
            <a:ext cx="6675664" cy="576064"/>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1793875"/>
            <a:r>
              <a:rPr lang="nl-BE" sz="3600" dirty="0">
                <a:solidFill>
                  <a:schemeClr val="tx1"/>
                </a:solidFill>
                <a:latin typeface="Barlow Condensed" panose="00000506000000000000" pitchFamily="2" charset="0"/>
              </a:rPr>
              <a:t>Geen autorisatie</a:t>
            </a:r>
          </a:p>
        </p:txBody>
      </p:sp>
      <p:sp>
        <p:nvSpPr>
          <p:cNvPr id="11" name="Rechthoek 21">
            <a:extLst>
              <a:ext uri="{FF2B5EF4-FFF2-40B4-BE49-F238E27FC236}">
                <a16:creationId xmlns:a16="http://schemas.microsoft.com/office/drawing/2014/main" id="{DC61C070-732C-7AE2-9553-8658795E9DFD}"/>
              </a:ext>
            </a:extLst>
          </p:cNvPr>
          <p:cNvSpPr/>
          <p:nvPr/>
        </p:nvSpPr>
        <p:spPr>
          <a:xfrm>
            <a:off x="4273124" y="5563288"/>
            <a:ext cx="6672599" cy="576064"/>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1793875"/>
            <a:r>
              <a:rPr lang="nl-BE" sz="3600" dirty="0">
                <a:solidFill>
                  <a:schemeClr val="tx1"/>
                </a:solidFill>
                <a:latin typeface="Barlow Condensed" panose="00000506000000000000" pitchFamily="2" charset="0"/>
              </a:rPr>
              <a:t>Fout in een script</a:t>
            </a:r>
          </a:p>
        </p:txBody>
      </p:sp>
      <p:sp>
        <p:nvSpPr>
          <p:cNvPr id="12" name="Title 1">
            <a:extLst>
              <a:ext uri="{FF2B5EF4-FFF2-40B4-BE49-F238E27FC236}">
                <a16:creationId xmlns:a16="http://schemas.microsoft.com/office/drawing/2014/main" id="{443FA6CC-8ED7-1061-2917-B07C1B4E27D7}"/>
              </a:ext>
            </a:extLst>
          </p:cNvPr>
          <p:cNvSpPr>
            <a:spLocks noGrp="1"/>
          </p:cNvSpPr>
          <p:nvPr>
            <p:ph type="title"/>
          </p:nvPr>
        </p:nvSpPr>
        <p:spPr>
          <a:xfrm>
            <a:off x="838200" y="365125"/>
            <a:ext cx="10515600" cy="1325563"/>
          </a:xfrm>
        </p:spPr>
        <p:txBody>
          <a:bodyPr/>
          <a:lstStyle/>
          <a:p>
            <a:r>
              <a:rPr lang="en-US" dirty="0"/>
              <a:t>Fout </a:t>
            </a:r>
            <a:r>
              <a:rPr lang="en-US" dirty="0" err="1"/>
              <a:t>responsecodes</a:t>
            </a:r>
            <a:endParaRPr lang="LID4096" dirty="0"/>
          </a:p>
        </p:txBody>
      </p:sp>
    </p:spTree>
    <p:extLst>
      <p:ext uri="{BB962C8B-B14F-4D97-AF65-F5344CB8AC3E}">
        <p14:creationId xmlns:p14="http://schemas.microsoft.com/office/powerpoint/2010/main" val="45363178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5AF1E-530E-FA21-C6EA-C82876F72FAD}"/>
              </a:ext>
            </a:extLst>
          </p:cNvPr>
          <p:cNvSpPr>
            <a:spLocks noGrp="1"/>
          </p:cNvSpPr>
          <p:nvPr>
            <p:ph type="title"/>
          </p:nvPr>
        </p:nvSpPr>
        <p:spPr/>
        <p:txBody>
          <a:bodyPr/>
          <a:lstStyle/>
          <a:p>
            <a:r>
              <a:rPr lang="en-US" dirty="0"/>
              <a:t>Https – Hypertext Transfer Protocol Secure</a:t>
            </a:r>
            <a:endParaRPr lang="LID4096" dirty="0"/>
          </a:p>
        </p:txBody>
      </p:sp>
      <p:pic>
        <p:nvPicPr>
          <p:cNvPr id="4" name="Picture 3" descr="Padlock - Free security icons">
            <a:extLst>
              <a:ext uri="{FF2B5EF4-FFF2-40B4-BE49-F238E27FC236}">
                <a16:creationId xmlns:a16="http://schemas.microsoft.com/office/drawing/2014/main" id="{E9EC7B13-8166-8FB3-ED7C-2800FE4BBA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7729" y="2193973"/>
            <a:ext cx="3673623" cy="3673624"/>
          </a:xfrm>
          <a:prstGeom prst="rect">
            <a:avLst/>
          </a:prstGeom>
          <a:noFill/>
          <a:extLst>
            <a:ext uri="{909E8E84-426E-40DD-AFC4-6F175D3DCCD1}">
              <a14:hiddenFill xmlns:a14="http://schemas.microsoft.com/office/drawing/2010/main">
                <a:solidFill>
                  <a:srgbClr val="FFFFFF"/>
                </a:solidFill>
              </a14:hiddenFill>
            </a:ext>
          </a:extLst>
        </p:spPr>
      </p:pic>
      <p:sp>
        <p:nvSpPr>
          <p:cNvPr id="5" name="Tekstvak 25">
            <a:extLst>
              <a:ext uri="{FF2B5EF4-FFF2-40B4-BE49-F238E27FC236}">
                <a16:creationId xmlns:a16="http://schemas.microsoft.com/office/drawing/2014/main" id="{00874CB9-D848-0C6D-233E-62DE2AF78C2B}"/>
              </a:ext>
            </a:extLst>
          </p:cNvPr>
          <p:cNvSpPr txBox="1"/>
          <p:nvPr/>
        </p:nvSpPr>
        <p:spPr>
          <a:xfrm>
            <a:off x="4595313" y="3135996"/>
            <a:ext cx="6278280" cy="2308324"/>
          </a:xfrm>
          <a:prstGeom prst="rect">
            <a:avLst/>
          </a:prstGeom>
          <a:noFill/>
        </p:spPr>
        <p:txBody>
          <a:bodyPr wrap="square" rtlCol="0">
            <a:spAutoFit/>
          </a:bodyPr>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nl-BE" sz="4800" dirty="0">
                <a:latin typeface="Barlow Condensed" panose="00000506000000000000" pitchFamily="2" charset="0"/>
              </a:rPr>
              <a:t>encryptie d.m.v.</a:t>
            </a:r>
          </a:p>
          <a:p>
            <a:pPr algn="ctr"/>
            <a:endParaRPr lang="nl-BE" sz="4800" dirty="0">
              <a:latin typeface="Barlow Condensed" panose="00000506000000000000" pitchFamily="2" charset="0"/>
            </a:endParaRPr>
          </a:p>
          <a:p>
            <a:pPr algn="ctr"/>
            <a:r>
              <a:rPr lang="nl-BE" sz="4800" dirty="0">
                <a:latin typeface="Barlow Condensed" panose="00000506000000000000" pitchFamily="2" charset="0"/>
              </a:rPr>
              <a:t>SSL – Secure Socket </a:t>
            </a:r>
            <a:r>
              <a:rPr lang="nl-BE" sz="4800" dirty="0" err="1">
                <a:latin typeface="Barlow Condensed" panose="00000506000000000000" pitchFamily="2" charset="0"/>
              </a:rPr>
              <a:t>Layer</a:t>
            </a:r>
            <a:endParaRPr lang="nl-BE" sz="3600" dirty="0">
              <a:latin typeface="Barlow Condensed" panose="00000506000000000000" pitchFamily="2" charset="0"/>
            </a:endParaRPr>
          </a:p>
        </p:txBody>
      </p:sp>
    </p:spTree>
    <p:extLst>
      <p:ext uri="{BB962C8B-B14F-4D97-AF65-F5344CB8AC3E}">
        <p14:creationId xmlns:p14="http://schemas.microsoft.com/office/powerpoint/2010/main" val="342570276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EC762-D654-BD0F-63BE-4F74BEE837B9}"/>
              </a:ext>
            </a:extLst>
          </p:cNvPr>
          <p:cNvSpPr>
            <a:spLocks noGrp="1"/>
          </p:cNvSpPr>
          <p:nvPr>
            <p:ph type="title"/>
          </p:nvPr>
        </p:nvSpPr>
        <p:spPr/>
        <p:txBody>
          <a:bodyPr/>
          <a:lstStyle/>
          <a:p>
            <a:r>
              <a:rPr lang="en-US" dirty="0"/>
              <a:t>SMTP – Simple Mail Transfer Protocol</a:t>
            </a:r>
            <a:endParaRPr lang="LID4096" dirty="0"/>
          </a:p>
        </p:txBody>
      </p:sp>
      <p:pic>
        <p:nvPicPr>
          <p:cNvPr id="5" name="Picture 4" descr="Download Email Server - Email Server Icon Png - Full Size PNG Image - PNGkit">
            <a:extLst>
              <a:ext uri="{FF2B5EF4-FFF2-40B4-BE49-F238E27FC236}">
                <a16:creationId xmlns:a16="http://schemas.microsoft.com/office/drawing/2014/main" id="{6DC92933-DB09-FF28-1EED-39D6D0549AB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943976" y="3354387"/>
            <a:ext cx="2003274" cy="2846570"/>
          </a:xfrm>
          <a:prstGeom prst="rect">
            <a:avLst/>
          </a:prstGeom>
          <a:noFill/>
          <a:extLst>
            <a:ext uri="{909E8E84-426E-40DD-AFC4-6F175D3DCCD1}">
              <a14:hiddenFill xmlns:a14="http://schemas.microsoft.com/office/drawing/2010/main">
                <a:solidFill>
                  <a:srgbClr val="FFFFFF"/>
                </a:solidFill>
              </a14:hiddenFill>
            </a:ext>
          </a:extLst>
        </p:spPr>
      </p:pic>
      <p:pic>
        <p:nvPicPr>
          <p:cNvPr id="6" name="Afbeelding 14">
            <a:extLst>
              <a:ext uri="{FF2B5EF4-FFF2-40B4-BE49-F238E27FC236}">
                <a16:creationId xmlns:a16="http://schemas.microsoft.com/office/drawing/2014/main" id="{39FF6B60-6794-8B28-F402-F4C4C5F64E78}"/>
              </a:ext>
            </a:extLst>
          </p:cNvPr>
          <p:cNvPicPr/>
          <p:nvPr/>
        </p:nvPicPr>
        <p:blipFill>
          <a:blip r:embed="rId4" cstate="print">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469104" y="3848005"/>
            <a:ext cx="1918820" cy="2027322"/>
          </a:xfrm>
          <a:prstGeom prst="rect">
            <a:avLst/>
          </a:prstGeom>
          <a:noFill/>
          <a:ln>
            <a:noFill/>
          </a:ln>
        </p:spPr>
      </p:pic>
      <p:cxnSp>
        <p:nvCxnSpPr>
          <p:cNvPr id="7" name="Rechte verbindingslijn met pijl 15">
            <a:extLst>
              <a:ext uri="{FF2B5EF4-FFF2-40B4-BE49-F238E27FC236}">
                <a16:creationId xmlns:a16="http://schemas.microsoft.com/office/drawing/2014/main" id="{4777DE71-E569-AAAD-BA12-1BEA3689EC6A}"/>
              </a:ext>
            </a:extLst>
          </p:cNvPr>
          <p:cNvCxnSpPr/>
          <p:nvPr/>
        </p:nvCxnSpPr>
        <p:spPr>
          <a:xfrm>
            <a:off x="3677051" y="4835197"/>
            <a:ext cx="4860758" cy="0"/>
          </a:xfrm>
          <a:prstGeom prst="straightConnector1">
            <a:avLst/>
          </a:prstGeom>
          <a:ln w="762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8" name="Rechthoek 17">
            <a:extLst>
              <a:ext uri="{FF2B5EF4-FFF2-40B4-BE49-F238E27FC236}">
                <a16:creationId xmlns:a16="http://schemas.microsoft.com/office/drawing/2014/main" id="{899D26E3-BD09-58BE-EDF0-28F68B42A606}"/>
              </a:ext>
            </a:extLst>
          </p:cNvPr>
          <p:cNvSpPr/>
          <p:nvPr/>
        </p:nvSpPr>
        <p:spPr>
          <a:xfrm>
            <a:off x="8367849" y="1717906"/>
            <a:ext cx="2585741" cy="1113018"/>
          </a:xfrm>
          <a:prstGeom prst="rect">
            <a:avLst/>
          </a:prstGeom>
        </p:spPr>
        <p:style>
          <a:lnRef idx="2">
            <a:schemeClr val="accent2"/>
          </a:lnRef>
          <a:fillRef idx="1">
            <a:schemeClr val="lt1"/>
          </a:fillRef>
          <a:effectRef idx="0">
            <a:schemeClr val="accent2"/>
          </a:effectRef>
          <a:fontRef idx="minor">
            <a:schemeClr val="dk1"/>
          </a:fontRef>
        </p:style>
        <p:txBody>
          <a:bodyPr rtlCol="0" anchor="t"/>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nl-BE" sz="5400" dirty="0">
                <a:solidFill>
                  <a:schemeClr val="accent2"/>
                </a:solidFill>
                <a:latin typeface="Barlow Condensed" panose="00000506000000000000" pitchFamily="2" charset="0"/>
              </a:rPr>
              <a:t>poort 25</a:t>
            </a:r>
          </a:p>
        </p:txBody>
      </p:sp>
      <p:pic>
        <p:nvPicPr>
          <p:cNvPr id="9" name="Picture 8" descr="E-mail - Autena">
            <a:extLst>
              <a:ext uri="{FF2B5EF4-FFF2-40B4-BE49-F238E27FC236}">
                <a16:creationId xmlns:a16="http://schemas.microsoft.com/office/drawing/2014/main" id="{71CA15A3-AA33-F1AC-7876-2B6C04C0B347}"/>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187846" y="3949509"/>
            <a:ext cx="1609091" cy="14160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0432553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8AF47-C21F-1B01-D4F5-C6C74A51B81F}"/>
              </a:ext>
            </a:extLst>
          </p:cNvPr>
          <p:cNvSpPr>
            <a:spLocks noGrp="1"/>
          </p:cNvSpPr>
          <p:nvPr>
            <p:ph type="title"/>
          </p:nvPr>
        </p:nvSpPr>
        <p:spPr/>
        <p:txBody>
          <a:bodyPr/>
          <a:lstStyle/>
          <a:p>
            <a:r>
              <a:rPr lang="en-US" dirty="0"/>
              <a:t>FTP – File Transfer Protocol</a:t>
            </a:r>
            <a:endParaRPr lang="LID4096" dirty="0"/>
          </a:p>
        </p:txBody>
      </p:sp>
      <p:pic>
        <p:nvPicPr>
          <p:cNvPr id="4" name="Afbeelding 14">
            <a:extLst>
              <a:ext uri="{FF2B5EF4-FFF2-40B4-BE49-F238E27FC236}">
                <a16:creationId xmlns:a16="http://schemas.microsoft.com/office/drawing/2014/main" id="{51F0B63B-1EF4-8D5A-19F9-5E76D9599552}"/>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221341" y="2619496"/>
            <a:ext cx="1918820" cy="2027322"/>
          </a:xfrm>
          <a:prstGeom prst="rect">
            <a:avLst/>
          </a:prstGeom>
          <a:noFill/>
          <a:ln>
            <a:noFill/>
          </a:ln>
        </p:spPr>
      </p:pic>
      <p:cxnSp>
        <p:nvCxnSpPr>
          <p:cNvPr id="5" name="Rechte verbindingslijn met pijl 15">
            <a:extLst>
              <a:ext uri="{FF2B5EF4-FFF2-40B4-BE49-F238E27FC236}">
                <a16:creationId xmlns:a16="http://schemas.microsoft.com/office/drawing/2014/main" id="{0B794DC1-0BE1-A0C4-2760-11734EA2C8A5}"/>
              </a:ext>
            </a:extLst>
          </p:cNvPr>
          <p:cNvCxnSpPr/>
          <p:nvPr/>
        </p:nvCxnSpPr>
        <p:spPr>
          <a:xfrm>
            <a:off x="3429288" y="3606688"/>
            <a:ext cx="4860758" cy="0"/>
          </a:xfrm>
          <a:prstGeom prst="straightConnector1">
            <a:avLst/>
          </a:prstGeom>
          <a:ln w="762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pic>
        <p:nvPicPr>
          <p:cNvPr id="6" name="Picture 5" descr="Application Server Icon #220860 - Free Icons Library">
            <a:extLst>
              <a:ext uri="{FF2B5EF4-FFF2-40B4-BE49-F238E27FC236}">
                <a16:creationId xmlns:a16="http://schemas.microsoft.com/office/drawing/2014/main" id="{ECF6BD7C-AD27-D2B0-DAD3-783A8887A464}"/>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579173" y="1958824"/>
            <a:ext cx="2391487" cy="2940353"/>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Filetype Docs Icon | Material Iconpack | zhoolego">
            <a:extLst>
              <a:ext uri="{FF2B5EF4-FFF2-40B4-BE49-F238E27FC236}">
                <a16:creationId xmlns:a16="http://schemas.microsoft.com/office/drawing/2014/main" id="{5FBFBC42-AB68-FBB7-4026-4DD3ECEDD7B7}"/>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106062" y="2990592"/>
            <a:ext cx="1098233" cy="1098233"/>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Filetype Docs Icon | Material Iconpack | zhoolego">
            <a:extLst>
              <a:ext uri="{FF2B5EF4-FFF2-40B4-BE49-F238E27FC236}">
                <a16:creationId xmlns:a16="http://schemas.microsoft.com/office/drawing/2014/main" id="{1FBFA10F-B1C7-3026-0FEB-EDF4104873D9}"/>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106062" y="3005683"/>
            <a:ext cx="1098233" cy="1098233"/>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Filetype Docs Icon | Material Iconpack | zhoolego">
            <a:extLst>
              <a:ext uri="{FF2B5EF4-FFF2-40B4-BE49-F238E27FC236}">
                <a16:creationId xmlns:a16="http://schemas.microsoft.com/office/drawing/2014/main" id="{712480DF-B0AB-CC52-D2DC-0009AE33A289}"/>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106070" y="3003856"/>
            <a:ext cx="1098233" cy="1098233"/>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descr="Filetype Docs Icon | Material Iconpack | zhoolego">
            <a:extLst>
              <a:ext uri="{FF2B5EF4-FFF2-40B4-BE49-F238E27FC236}">
                <a16:creationId xmlns:a16="http://schemas.microsoft.com/office/drawing/2014/main" id="{EF55CC1F-C096-25BF-D2A7-36198181DC46}"/>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106074" y="2990592"/>
            <a:ext cx="1098233" cy="1098233"/>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Filetype Docs Icon | Material Iconpack | zhoolego">
            <a:extLst>
              <a:ext uri="{FF2B5EF4-FFF2-40B4-BE49-F238E27FC236}">
                <a16:creationId xmlns:a16="http://schemas.microsoft.com/office/drawing/2014/main" id="{5CA5C8C7-F6FC-090C-0886-CF20E1C55CD2}"/>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106076" y="2997224"/>
            <a:ext cx="1098233" cy="1098233"/>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descr="Filetype Docs Icon | Material Iconpack | zhoolego">
            <a:extLst>
              <a:ext uri="{FF2B5EF4-FFF2-40B4-BE49-F238E27FC236}">
                <a16:creationId xmlns:a16="http://schemas.microsoft.com/office/drawing/2014/main" id="{B34E7CCA-2F0C-D594-01DA-D067305FC4E3}"/>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106077" y="3000046"/>
            <a:ext cx="1098233" cy="109823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descr="Filetype Docs Icon | Material Iconpack | zhoolego">
            <a:extLst>
              <a:ext uri="{FF2B5EF4-FFF2-40B4-BE49-F238E27FC236}">
                <a16:creationId xmlns:a16="http://schemas.microsoft.com/office/drawing/2014/main" id="{21E3F772-7909-B826-EAA9-A08AF49D0A7B}"/>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106078" y="3000046"/>
            <a:ext cx="1098233" cy="10982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796115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933740-2A06-BF2C-82BF-325FE7F6BE8B}"/>
              </a:ext>
            </a:extLst>
          </p:cNvPr>
          <p:cNvSpPr>
            <a:spLocks noGrp="1"/>
          </p:cNvSpPr>
          <p:nvPr>
            <p:ph type="title"/>
          </p:nvPr>
        </p:nvSpPr>
        <p:spPr/>
        <p:txBody>
          <a:bodyPr/>
          <a:lstStyle/>
          <a:p>
            <a:r>
              <a:rPr lang="en-US" dirty="0"/>
              <a:t>FTP – File Transfer Protocol</a:t>
            </a:r>
            <a:endParaRPr lang="LID4096" dirty="0"/>
          </a:p>
        </p:txBody>
      </p:sp>
      <p:sp>
        <p:nvSpPr>
          <p:cNvPr id="4" name="Tekstvak 17">
            <a:extLst>
              <a:ext uri="{FF2B5EF4-FFF2-40B4-BE49-F238E27FC236}">
                <a16:creationId xmlns:a16="http://schemas.microsoft.com/office/drawing/2014/main" id="{F2793F7C-4ACF-3D7A-8888-E17E435DF154}"/>
              </a:ext>
            </a:extLst>
          </p:cNvPr>
          <p:cNvSpPr txBox="1"/>
          <p:nvPr/>
        </p:nvSpPr>
        <p:spPr>
          <a:xfrm>
            <a:off x="1248761" y="1719752"/>
            <a:ext cx="7800755" cy="923330"/>
          </a:xfrm>
          <a:prstGeom prst="rect">
            <a:avLst/>
          </a:prstGeom>
          <a:noFill/>
        </p:spPr>
        <p:txBody>
          <a:bodyPr wrap="square" rtlCol="0">
            <a:spAutoFit/>
          </a:bodyPr>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nl-BE" sz="5400" dirty="0">
                <a:latin typeface="Barlow Condensed" panose="00000506000000000000" pitchFamily="2" charset="0"/>
              </a:rPr>
              <a:t>PI – protocol </a:t>
            </a:r>
            <a:r>
              <a:rPr lang="nl-BE" sz="5400" dirty="0" err="1">
                <a:latin typeface="Barlow Condensed" panose="00000506000000000000" pitchFamily="2" charset="0"/>
              </a:rPr>
              <a:t>interpreter</a:t>
            </a:r>
            <a:endParaRPr lang="nl-BE" sz="4000" dirty="0">
              <a:latin typeface="Barlow Condensed" panose="00000506000000000000" pitchFamily="2" charset="0"/>
            </a:endParaRPr>
          </a:p>
        </p:txBody>
      </p:sp>
      <p:sp>
        <p:nvSpPr>
          <p:cNvPr id="5" name="Rechthoek 19">
            <a:extLst>
              <a:ext uri="{FF2B5EF4-FFF2-40B4-BE49-F238E27FC236}">
                <a16:creationId xmlns:a16="http://schemas.microsoft.com/office/drawing/2014/main" id="{5249A3E6-1F47-82AA-B522-ABCEA555586B}"/>
              </a:ext>
            </a:extLst>
          </p:cNvPr>
          <p:cNvSpPr/>
          <p:nvPr/>
        </p:nvSpPr>
        <p:spPr>
          <a:xfrm>
            <a:off x="8357498" y="1704918"/>
            <a:ext cx="2585741" cy="1113018"/>
          </a:xfrm>
          <a:prstGeom prst="rect">
            <a:avLst/>
          </a:prstGeom>
        </p:spPr>
        <p:style>
          <a:lnRef idx="2">
            <a:schemeClr val="accent2"/>
          </a:lnRef>
          <a:fillRef idx="1">
            <a:schemeClr val="lt1"/>
          </a:fillRef>
          <a:effectRef idx="0">
            <a:schemeClr val="accent2"/>
          </a:effectRef>
          <a:fontRef idx="minor">
            <a:schemeClr val="dk1"/>
          </a:fontRef>
        </p:style>
        <p:txBody>
          <a:bodyPr rtlCol="0" anchor="t"/>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nl-BE" sz="5400" dirty="0">
                <a:solidFill>
                  <a:schemeClr val="accent2"/>
                </a:solidFill>
                <a:latin typeface="Barlow Condensed" panose="00000506000000000000" pitchFamily="2" charset="0"/>
              </a:rPr>
              <a:t>poort 21</a:t>
            </a:r>
          </a:p>
        </p:txBody>
      </p:sp>
      <p:sp>
        <p:nvSpPr>
          <p:cNvPr id="6" name="Tekstvak 24">
            <a:extLst>
              <a:ext uri="{FF2B5EF4-FFF2-40B4-BE49-F238E27FC236}">
                <a16:creationId xmlns:a16="http://schemas.microsoft.com/office/drawing/2014/main" id="{F1214AF4-8094-5516-5E39-F9BCDE278FB6}"/>
              </a:ext>
            </a:extLst>
          </p:cNvPr>
          <p:cNvSpPr txBox="1"/>
          <p:nvPr/>
        </p:nvSpPr>
        <p:spPr>
          <a:xfrm>
            <a:off x="1248761" y="4054899"/>
            <a:ext cx="7800755" cy="923330"/>
          </a:xfrm>
          <a:prstGeom prst="rect">
            <a:avLst/>
          </a:prstGeom>
          <a:noFill/>
        </p:spPr>
        <p:txBody>
          <a:bodyPr wrap="square" rtlCol="0">
            <a:spAutoFit/>
          </a:bodyPr>
          <a:ls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nl-BE" sz="5400" dirty="0">
                <a:latin typeface="Barlow Condensed" panose="00000506000000000000" pitchFamily="2" charset="0"/>
              </a:rPr>
              <a:t>DTP – data transfer </a:t>
            </a:r>
            <a:r>
              <a:rPr lang="nl-BE" sz="5400" dirty="0" err="1">
                <a:latin typeface="Barlow Condensed" panose="00000506000000000000" pitchFamily="2" charset="0"/>
              </a:rPr>
              <a:t>process</a:t>
            </a:r>
            <a:endParaRPr lang="nl-BE" sz="4000" dirty="0">
              <a:latin typeface="Barlow Condensed" panose="00000506000000000000" pitchFamily="2" charset="0"/>
            </a:endParaRPr>
          </a:p>
        </p:txBody>
      </p:sp>
      <p:sp>
        <p:nvSpPr>
          <p:cNvPr id="7" name="Rechthoek 25">
            <a:extLst>
              <a:ext uri="{FF2B5EF4-FFF2-40B4-BE49-F238E27FC236}">
                <a16:creationId xmlns:a16="http://schemas.microsoft.com/office/drawing/2014/main" id="{1EA66F55-C689-DF86-5B5C-A06EE8424742}"/>
              </a:ext>
            </a:extLst>
          </p:cNvPr>
          <p:cNvSpPr/>
          <p:nvPr/>
        </p:nvSpPr>
        <p:spPr>
          <a:xfrm>
            <a:off x="8357498" y="4040065"/>
            <a:ext cx="2585741" cy="1113018"/>
          </a:xfrm>
          <a:prstGeom prst="rect">
            <a:avLst/>
          </a:prstGeom>
        </p:spPr>
        <p:style>
          <a:lnRef idx="2">
            <a:schemeClr val="accent2"/>
          </a:lnRef>
          <a:fillRef idx="1">
            <a:schemeClr val="lt1"/>
          </a:fillRef>
          <a:effectRef idx="0">
            <a:schemeClr val="accent2"/>
          </a:effectRef>
          <a:fontRef idx="minor">
            <a:schemeClr val="dk1"/>
          </a:fontRef>
        </p:style>
        <p:txBody>
          <a:bodyPr rtlCol="0" anchor="t"/>
          <a:lstStyle>
            <a:defPPr>
              <a:defRPr lang="nl-BE"/>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nl-BE" sz="5400" dirty="0">
                <a:solidFill>
                  <a:schemeClr val="accent2"/>
                </a:solidFill>
                <a:latin typeface="Barlow Condensed" panose="00000506000000000000" pitchFamily="2" charset="0"/>
              </a:rPr>
              <a:t>poort 20</a:t>
            </a:r>
          </a:p>
        </p:txBody>
      </p:sp>
    </p:spTree>
    <p:extLst>
      <p:ext uri="{BB962C8B-B14F-4D97-AF65-F5344CB8AC3E}">
        <p14:creationId xmlns:p14="http://schemas.microsoft.com/office/powerpoint/2010/main" val="21350146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1847</TotalTime>
  <Words>6649</Words>
  <Application>Microsoft Office PowerPoint</Application>
  <PresentationFormat>Widescreen</PresentationFormat>
  <Paragraphs>801</Paragraphs>
  <Slides>69</Slides>
  <Notes>63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69</vt:i4>
      </vt:variant>
    </vt:vector>
  </HeadingPairs>
  <TitlesOfParts>
    <vt:vector size="78" baseType="lpstr">
      <vt:lpstr>Aptos</vt:lpstr>
      <vt:lpstr>Aptos Display</vt:lpstr>
      <vt:lpstr>Arial</vt:lpstr>
      <vt:lpstr>Barlow Condensed</vt:lpstr>
      <vt:lpstr>Barlow Condensed Medium</vt:lpstr>
      <vt:lpstr>Courier New</vt:lpstr>
      <vt:lpstr>Trebuchet MS</vt:lpstr>
      <vt:lpstr>Wingdings</vt:lpstr>
      <vt:lpstr>Office Theme</vt:lpstr>
      <vt:lpstr>Netwerktopologieën</vt:lpstr>
      <vt:lpstr>Maasnetwerk</vt:lpstr>
      <vt:lpstr>Ringnetwerk</vt:lpstr>
      <vt:lpstr>Busnetwerk</vt:lpstr>
      <vt:lpstr>Sternetwerk</vt:lpstr>
      <vt:lpstr>Boomtopologie – Hiërarchishe stertopologie</vt:lpstr>
      <vt:lpstr>OSI-reference model</vt:lpstr>
      <vt:lpstr>PowerPoint Presentation</vt:lpstr>
      <vt:lpstr>PowerPoint Presentation</vt:lpstr>
      <vt:lpstr>OSI-reference model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NetwerkProtocollen</vt:lpstr>
      <vt:lpstr>PowerPoint Presentation</vt:lpstr>
      <vt:lpstr>PowerPoint Presentation</vt:lpstr>
      <vt:lpstr>PowerPoint Presentation</vt:lpstr>
      <vt:lpstr>Ethernet</vt:lpstr>
      <vt:lpstr>PowerPoint Presentation</vt:lpstr>
      <vt:lpstr>TCP/IP</vt:lpstr>
      <vt:lpstr>PowerPoint Presentation</vt:lpstr>
      <vt:lpstr>PowerPoint Presentation</vt:lpstr>
      <vt:lpstr>IPV4</vt:lpstr>
      <vt:lpstr>Klasse A-netwerk</vt:lpstr>
      <vt:lpstr>Voorbeelden klasse A</vt:lpstr>
      <vt:lpstr>Klasse B-netwerk</vt:lpstr>
      <vt:lpstr>Voorbeelden klasse B</vt:lpstr>
      <vt:lpstr>Klasse C-netwerk</vt:lpstr>
      <vt:lpstr>Voorbeelden klasse C</vt:lpstr>
      <vt:lpstr>Standaard ip-adres in gebruik</vt:lpstr>
      <vt:lpstr>Subnetting</vt:lpstr>
      <vt:lpstr>PowerPoint Presentation</vt:lpstr>
      <vt:lpstr>PowerPoint Presentation</vt:lpstr>
      <vt:lpstr>PowerPoint Presentation</vt:lpstr>
      <vt:lpstr>MAC-adres</vt:lpstr>
      <vt:lpstr>PowerPoint Presentation</vt:lpstr>
      <vt:lpstr>ARP-request</vt:lpstr>
      <vt:lpstr>ARP-request</vt:lpstr>
      <vt:lpstr>ARP-request</vt:lpstr>
      <vt:lpstr>ARP-request</vt:lpstr>
      <vt:lpstr>ARP-request</vt:lpstr>
      <vt:lpstr>PowerPoint Presentation</vt:lpstr>
      <vt:lpstr>PowerPoint Presentation</vt:lpstr>
      <vt:lpstr>PowerPoint Presentation</vt:lpstr>
      <vt:lpstr>PowerPoint Presentation</vt:lpstr>
      <vt:lpstr>PowerPoint Presentation</vt:lpstr>
      <vt:lpstr>PowerPoint Presentation</vt:lpstr>
      <vt:lpstr>Toepassingsprotocollen </vt:lpstr>
      <vt:lpstr>DHCP </vt:lpstr>
      <vt:lpstr>DHCP</vt:lpstr>
      <vt:lpstr>DNS</vt:lpstr>
      <vt:lpstr>Poorten</vt:lpstr>
      <vt:lpstr>Poorten</vt:lpstr>
      <vt:lpstr>Poorten</vt:lpstr>
      <vt:lpstr>PowerPoint Presentation</vt:lpstr>
      <vt:lpstr>PowerPoint Presentation</vt:lpstr>
      <vt:lpstr>Fout responsecodes</vt:lpstr>
      <vt:lpstr>Https – Hypertext Transfer Protocol Secure</vt:lpstr>
      <vt:lpstr>SMTP – Simple Mail Transfer Protocol</vt:lpstr>
      <vt:lpstr>FTP – File Transfer Protocol</vt:lpstr>
      <vt:lpstr>FTP – File Transfer Protocol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Vital Vercleyen 202444521</dc:creator>
  <cp:lastModifiedBy>Vital Vercleyen | Benedictuspoort</cp:lastModifiedBy>
  <cp:revision>35</cp:revision>
  <dcterms:created xsi:type="dcterms:W3CDTF">2025-08-31T14:07:11Z</dcterms:created>
  <dcterms:modified xsi:type="dcterms:W3CDTF">2025-11-18T14:27:33Z</dcterms:modified>
</cp:coreProperties>
</file>